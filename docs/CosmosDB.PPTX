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3.xml" ContentType="application/vnd.openxmlformats-officedocument.theme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4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475" r:id="rId4"/>
    <p:sldMasterId id="2147484495" r:id="rId5"/>
    <p:sldMasterId id="2147484519" r:id="rId6"/>
    <p:sldMasterId id="2147484537" r:id="rId7"/>
    <p:sldMasterId id="2147484556" r:id="rId8"/>
  </p:sldMasterIdLst>
  <p:notesMasterIdLst>
    <p:notesMasterId r:id="rId13"/>
  </p:notesMasterIdLst>
  <p:handoutMasterIdLst>
    <p:handoutMasterId r:id="rId14"/>
  </p:handoutMasterIdLst>
  <p:sldIdLst>
    <p:sldId id="1502" r:id="rId9"/>
    <p:sldId id="1568" r:id="rId10"/>
    <p:sldId id="1575" r:id="rId11"/>
    <p:sldId id="1586" r:id="rId12"/>
  </p:sldIdLst>
  <p:sldSz cx="12436475" cy="6994525"/>
  <p:notesSz cx="6858000" cy="9144000"/>
  <p:defaultTextStyle>
    <a:defPPr>
      <a:defRPr lang="en-US"/>
    </a:defPPr>
    <a:lvl1pPr marL="0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66371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32742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99113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65484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331856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98226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64597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730969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icrosoft Light Template" id="{E1C8FB21-FF75-44A0-8090-B2FB240B014B}">
          <p14:sldIdLst>
            <p14:sldId id="1502"/>
            <p14:sldId id="1568"/>
            <p14:sldId id="1575"/>
            <p14:sldId id="1586"/>
          </p14:sldIdLst>
        </p14:section>
        <p14:section name="Microsoft Dark Template" id="{BB00CB64-77A4-4BA9-B0A0-EF2154DA3071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6E6"/>
    <a:srgbClr val="FFFFFF"/>
    <a:srgbClr val="0078D7"/>
    <a:srgbClr val="000000"/>
    <a:srgbClr val="FF8C00"/>
    <a:srgbClr val="D83B01"/>
    <a:srgbClr val="FFB900"/>
    <a:srgbClr val="107C10"/>
    <a:srgbClr val="353535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D200EC-BFAD-2442-9F03-2E8FBD36130B}" v="3" dt="2020-02-13T00:19:21.1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4" autoAdjust="0"/>
    <p:restoredTop sz="92177" autoAdjust="0"/>
  </p:normalViewPr>
  <p:slideViewPr>
    <p:cSldViewPr>
      <p:cViewPr varScale="1">
        <p:scale>
          <a:sx n="115" d="100"/>
          <a:sy n="115" d="100"/>
        </p:scale>
        <p:origin x="968" y="200"/>
      </p:cViewPr>
      <p:guideLst/>
    </p:cSldViewPr>
  </p:slideViewPr>
  <p:outlineViewPr>
    <p:cViewPr>
      <p:scale>
        <a:sx n="33" d="100"/>
        <a:sy n="33" d="100"/>
      </p:scale>
      <p:origin x="0" y="-984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howGuides="1">
      <p:cViewPr varScale="1">
        <p:scale>
          <a:sx n="60" d="100"/>
          <a:sy n="60" d="100"/>
        </p:scale>
        <p:origin x="3187" y="3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" Target="slides/slide2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dhat Elmasry" userId="405e238c19f61b9e" providerId="LiveId" clId="{ADD200EC-BFAD-2442-9F03-2E8FBD36130B}"/>
    <pc:docChg chg="undo custSel addSld delSld modSld modMainMaster modSection">
      <pc:chgData name="Medhat Elmasry" userId="405e238c19f61b9e" providerId="LiveId" clId="{ADD200EC-BFAD-2442-9F03-2E8FBD36130B}" dt="2020-02-13T00:19:54.038" v="77" actId="2696"/>
      <pc:docMkLst>
        <pc:docMk/>
      </pc:docMkLst>
      <pc:sldChg chg="delSp modSp">
        <pc:chgData name="Medhat Elmasry" userId="405e238c19f61b9e" providerId="LiveId" clId="{ADD200EC-BFAD-2442-9F03-2E8FBD36130B}" dt="2020-02-13T00:19:32.048" v="76" actId="20577"/>
        <pc:sldMkLst>
          <pc:docMk/>
          <pc:sldMk cId="3788647698" sldId="1502"/>
        </pc:sldMkLst>
        <pc:spChg chg="mod">
          <ac:chgData name="Medhat Elmasry" userId="405e238c19f61b9e" providerId="LiveId" clId="{ADD200EC-BFAD-2442-9F03-2E8FBD36130B}" dt="2020-02-13T00:19:32.048" v="76" actId="20577"/>
          <ac:spMkLst>
            <pc:docMk/>
            <pc:sldMk cId="3788647698" sldId="1502"/>
            <ac:spMk id="4" creationId="{00000000-0000-0000-0000-000000000000}"/>
          </ac:spMkLst>
        </pc:spChg>
        <pc:spChg chg="mod">
          <ac:chgData name="Medhat Elmasry" userId="405e238c19f61b9e" providerId="LiveId" clId="{ADD200EC-BFAD-2442-9F03-2E8FBD36130B}" dt="2020-02-13T00:11:17.413" v="13" actId="20577"/>
          <ac:spMkLst>
            <pc:docMk/>
            <pc:sldMk cId="3788647698" sldId="1502"/>
            <ac:spMk id="5" creationId="{00000000-0000-0000-0000-000000000000}"/>
          </ac:spMkLst>
        </pc:spChg>
        <pc:spChg chg="del">
          <ac:chgData name="Medhat Elmasry" userId="405e238c19f61b9e" providerId="LiveId" clId="{ADD200EC-BFAD-2442-9F03-2E8FBD36130B}" dt="2020-02-13T00:15:12.299" v="16" actId="478"/>
          <ac:spMkLst>
            <pc:docMk/>
            <pc:sldMk cId="3788647698" sldId="1502"/>
            <ac:spMk id="9" creationId="{E021B990-FBE5-44C6-900E-CB2A32223C27}"/>
          </ac:spMkLst>
        </pc:spChg>
      </pc:sldChg>
      <pc:sldChg chg="del">
        <pc:chgData name="Medhat Elmasry" userId="405e238c19f61b9e" providerId="LiveId" clId="{ADD200EC-BFAD-2442-9F03-2E8FBD36130B}" dt="2020-02-13T00:17:39.027" v="48" actId="2696"/>
        <pc:sldMkLst>
          <pc:docMk/>
          <pc:sldMk cId="1897784522" sldId="1516"/>
        </pc:sldMkLst>
      </pc:sldChg>
      <pc:sldChg chg="del">
        <pc:chgData name="Medhat Elmasry" userId="405e238c19f61b9e" providerId="LiveId" clId="{ADD200EC-BFAD-2442-9F03-2E8FBD36130B}" dt="2020-02-13T00:17:38.425" v="47" actId="2696"/>
        <pc:sldMkLst>
          <pc:docMk/>
          <pc:sldMk cId="1150990250" sldId="1565"/>
        </pc:sldMkLst>
      </pc:sldChg>
      <pc:sldChg chg="del">
        <pc:chgData name="Medhat Elmasry" userId="405e238c19f61b9e" providerId="LiveId" clId="{ADD200EC-BFAD-2442-9F03-2E8FBD36130B}" dt="2020-02-13T00:19:54.038" v="77" actId="2696"/>
        <pc:sldMkLst>
          <pc:docMk/>
          <pc:sldMk cId="2908943509" sldId="1567"/>
        </pc:sldMkLst>
      </pc:sldChg>
      <pc:sldChg chg="del">
        <pc:chgData name="Medhat Elmasry" userId="405e238c19f61b9e" providerId="LiveId" clId="{ADD200EC-BFAD-2442-9F03-2E8FBD36130B}" dt="2020-02-13T00:16:23.722" v="17" actId="2696"/>
        <pc:sldMkLst>
          <pc:docMk/>
          <pc:sldMk cId="983996206" sldId="1569"/>
        </pc:sldMkLst>
      </pc:sldChg>
      <pc:sldChg chg="del">
        <pc:chgData name="Medhat Elmasry" userId="405e238c19f61b9e" providerId="LiveId" clId="{ADD200EC-BFAD-2442-9F03-2E8FBD36130B}" dt="2020-02-13T00:16:23.739" v="18" actId="2696"/>
        <pc:sldMkLst>
          <pc:docMk/>
          <pc:sldMk cId="240495688" sldId="1570"/>
        </pc:sldMkLst>
      </pc:sldChg>
      <pc:sldChg chg="del">
        <pc:chgData name="Medhat Elmasry" userId="405e238c19f61b9e" providerId="LiveId" clId="{ADD200EC-BFAD-2442-9F03-2E8FBD36130B}" dt="2020-02-13T00:16:23.760" v="19" actId="2696"/>
        <pc:sldMkLst>
          <pc:docMk/>
          <pc:sldMk cId="923599322" sldId="1571"/>
        </pc:sldMkLst>
      </pc:sldChg>
      <pc:sldChg chg="del">
        <pc:chgData name="Medhat Elmasry" userId="405e238c19f61b9e" providerId="LiveId" clId="{ADD200EC-BFAD-2442-9F03-2E8FBD36130B}" dt="2020-02-13T00:16:23.776" v="20" actId="2696"/>
        <pc:sldMkLst>
          <pc:docMk/>
          <pc:sldMk cId="2081265870" sldId="1572"/>
        </pc:sldMkLst>
      </pc:sldChg>
      <pc:sldChg chg="del">
        <pc:chgData name="Medhat Elmasry" userId="405e238c19f61b9e" providerId="LiveId" clId="{ADD200EC-BFAD-2442-9F03-2E8FBD36130B}" dt="2020-02-13T00:16:23.825" v="21" actId="2696"/>
        <pc:sldMkLst>
          <pc:docMk/>
          <pc:sldMk cId="543541149" sldId="1573"/>
        </pc:sldMkLst>
      </pc:sldChg>
      <pc:sldChg chg="del">
        <pc:chgData name="Medhat Elmasry" userId="405e238c19f61b9e" providerId="LiveId" clId="{ADD200EC-BFAD-2442-9F03-2E8FBD36130B}" dt="2020-02-13T00:16:23.851" v="22" actId="2696"/>
        <pc:sldMkLst>
          <pc:docMk/>
          <pc:sldMk cId="3338714209" sldId="1574"/>
        </pc:sldMkLst>
      </pc:sldChg>
      <pc:sldChg chg="add del">
        <pc:chgData name="Medhat Elmasry" userId="405e238c19f61b9e" providerId="LiveId" clId="{ADD200EC-BFAD-2442-9F03-2E8FBD36130B}" dt="2020-02-13T00:17:24.891" v="37" actId="2696"/>
        <pc:sldMkLst>
          <pc:docMk/>
          <pc:sldMk cId="1770353179" sldId="1576"/>
        </pc:sldMkLst>
      </pc:sldChg>
      <pc:sldChg chg="add del">
        <pc:chgData name="Medhat Elmasry" userId="405e238c19f61b9e" providerId="LiveId" clId="{ADD200EC-BFAD-2442-9F03-2E8FBD36130B}" dt="2020-02-13T00:17:24.904" v="38" actId="2696"/>
        <pc:sldMkLst>
          <pc:docMk/>
          <pc:sldMk cId="3232970372" sldId="1577"/>
        </pc:sldMkLst>
      </pc:sldChg>
      <pc:sldChg chg="add del">
        <pc:chgData name="Medhat Elmasry" userId="405e238c19f61b9e" providerId="LiveId" clId="{ADD200EC-BFAD-2442-9F03-2E8FBD36130B}" dt="2020-02-13T00:17:24.922" v="39" actId="2696"/>
        <pc:sldMkLst>
          <pc:docMk/>
          <pc:sldMk cId="660070863" sldId="1578"/>
        </pc:sldMkLst>
      </pc:sldChg>
      <pc:sldChg chg="add del">
        <pc:chgData name="Medhat Elmasry" userId="405e238c19f61b9e" providerId="LiveId" clId="{ADD200EC-BFAD-2442-9F03-2E8FBD36130B}" dt="2020-02-13T00:17:24.943" v="40" actId="2696"/>
        <pc:sldMkLst>
          <pc:docMk/>
          <pc:sldMk cId="2024311252" sldId="1579"/>
        </pc:sldMkLst>
      </pc:sldChg>
      <pc:sldChg chg="add del">
        <pc:chgData name="Medhat Elmasry" userId="405e238c19f61b9e" providerId="LiveId" clId="{ADD200EC-BFAD-2442-9F03-2E8FBD36130B}" dt="2020-02-13T00:17:24.970" v="41" actId="2696"/>
        <pc:sldMkLst>
          <pc:docMk/>
          <pc:sldMk cId="183741470" sldId="1580"/>
        </pc:sldMkLst>
      </pc:sldChg>
      <pc:sldChg chg="add del">
        <pc:chgData name="Medhat Elmasry" userId="405e238c19f61b9e" providerId="LiveId" clId="{ADD200EC-BFAD-2442-9F03-2E8FBD36130B}" dt="2020-02-13T00:17:24.987" v="42" actId="2696"/>
        <pc:sldMkLst>
          <pc:docMk/>
          <pc:sldMk cId="1765592573" sldId="1581"/>
        </pc:sldMkLst>
      </pc:sldChg>
      <pc:sldChg chg="add del">
        <pc:chgData name="Medhat Elmasry" userId="405e238c19f61b9e" providerId="LiveId" clId="{ADD200EC-BFAD-2442-9F03-2E8FBD36130B}" dt="2020-02-13T00:17:25.002" v="43" actId="2696"/>
        <pc:sldMkLst>
          <pc:docMk/>
          <pc:sldMk cId="1375514824" sldId="1582"/>
        </pc:sldMkLst>
      </pc:sldChg>
      <pc:sldChg chg="del">
        <pc:chgData name="Medhat Elmasry" userId="405e238c19f61b9e" providerId="LiveId" clId="{ADD200EC-BFAD-2442-9F03-2E8FBD36130B}" dt="2020-02-13T00:17:25.019" v="44" actId="2696"/>
        <pc:sldMkLst>
          <pc:docMk/>
          <pc:sldMk cId="77938490" sldId="1583"/>
        </pc:sldMkLst>
      </pc:sldChg>
      <pc:sldChg chg="del">
        <pc:chgData name="Medhat Elmasry" userId="405e238c19f61b9e" providerId="LiveId" clId="{ADD200EC-BFAD-2442-9F03-2E8FBD36130B}" dt="2020-02-13T00:17:35.404" v="45" actId="2696"/>
        <pc:sldMkLst>
          <pc:docMk/>
          <pc:sldMk cId="4151172388" sldId="1584"/>
        </pc:sldMkLst>
      </pc:sldChg>
      <pc:sldChg chg="del">
        <pc:chgData name="Medhat Elmasry" userId="405e238c19f61b9e" providerId="LiveId" clId="{ADD200EC-BFAD-2442-9F03-2E8FBD36130B}" dt="2020-02-13T00:17:37.663" v="46" actId="2696"/>
        <pc:sldMkLst>
          <pc:docMk/>
          <pc:sldMk cId="2462463948" sldId="1587"/>
        </pc:sldMkLst>
      </pc:sldChg>
      <pc:sldMasterChg chg="modSldLayout">
        <pc:chgData name="Medhat Elmasry" userId="405e238c19f61b9e" providerId="LiveId" clId="{ADD200EC-BFAD-2442-9F03-2E8FBD36130B}" dt="2020-02-13T00:11:42.525" v="15" actId="478"/>
        <pc:sldMasterMkLst>
          <pc:docMk/>
          <pc:sldMasterMk cId="4059602932" sldId="2147484475"/>
        </pc:sldMasterMkLst>
        <pc:sldLayoutChg chg="delSp">
          <pc:chgData name="Medhat Elmasry" userId="405e238c19f61b9e" providerId="LiveId" clId="{ADD200EC-BFAD-2442-9F03-2E8FBD36130B}" dt="2020-02-13T00:11:42.525" v="15" actId="478"/>
          <pc:sldLayoutMkLst>
            <pc:docMk/>
            <pc:sldMasterMk cId="4059602932" sldId="2147484475"/>
            <pc:sldLayoutMk cId="3867813296" sldId="2147484478"/>
          </pc:sldLayoutMkLst>
          <pc:spChg chg="del">
            <ac:chgData name="Medhat Elmasry" userId="405e238c19f61b9e" providerId="LiveId" clId="{ADD200EC-BFAD-2442-9F03-2E8FBD36130B}" dt="2020-02-13T00:11:42.525" v="15" actId="478"/>
            <ac:spMkLst>
              <pc:docMk/>
              <pc:sldMasterMk cId="4059602932" sldId="2147484475"/>
              <pc:sldLayoutMk cId="3867813296" sldId="2147484478"/>
              <ac:spMk id="3" creationId="{47D21F7F-CA5F-4609-9E53-094261A2A868}"/>
            </ac:spMkLst>
          </pc:spChg>
          <pc:picChg chg="del">
            <ac:chgData name="Medhat Elmasry" userId="405e238c19f61b9e" providerId="LiveId" clId="{ADD200EC-BFAD-2442-9F03-2E8FBD36130B}" dt="2020-02-13T00:11:38.041" v="14" actId="478"/>
            <ac:picMkLst>
              <pc:docMk/>
              <pc:sldMasterMk cId="4059602932" sldId="2147484475"/>
              <pc:sldLayoutMk cId="3867813296" sldId="2147484478"/>
              <ac:picMk id="8" creationId="{00000000-0000-0000-0000-000000000000}"/>
            </ac:picMkLst>
          </pc:pic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-11574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Segoe UI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D0CB2F-F0BF-435A-A27A-2EC15087F634}" type="datetime8">
              <a:rPr lang="en-US" smtClean="0">
                <a:latin typeface="Segoe UI" pitchFamily="34" charset="0"/>
              </a:rPr>
              <a:t>2/12/20 4:11 PM</a:t>
            </a:fld>
            <a:endParaRPr lang="en-US" dirty="0">
              <a:latin typeface="Segoe UI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5795010" cy="332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398463" defTabSz="914099" eaLnBrk="0" hangingPunct="0"/>
            <a:r>
              <a:rPr lang="en-US" sz="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3"/>
          </p:nvPr>
        </p:nvSpPr>
        <p:spPr>
          <a:xfrm>
            <a:off x="5783579" y="8685213"/>
            <a:ext cx="107283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C9E9D6-92A0-482B-A603-C9BA7FFB8190}" type="slidenum">
              <a:rPr lang="en-US" smtClean="0">
                <a:latin typeface="Segoe UI" pitchFamily="34" charset="0"/>
              </a:rPr>
              <a:t>‹#›</a:t>
            </a:fld>
            <a:endParaRPr lang="en-US" dirty="0">
              <a:latin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egoe UI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5920740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571500" indent="0" algn="l">
              <a:defRPr sz="1200"/>
            </a:lvl1pPr>
          </a:lstStyle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D18B56EA-E28F-4F92-9F16-7A6F2501B303}" type="datetime8">
              <a:rPr lang="en-US" smtClean="0"/>
              <a:t>2/12/20 4:11 PM</a:t>
            </a:fld>
            <a:endParaRPr lang="en-US" dirty="0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5909309" y="8685213"/>
            <a:ext cx="94710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32742" rtl="0" eaLnBrk="1" latinLnBrk="0" hangingPunct="1">
      <a:lnSpc>
        <a:spcPct val="90000"/>
      </a:lnSpc>
      <a:spcAft>
        <a:spcPts val="340"/>
      </a:spcAft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1pPr>
    <a:lvl2pPr marL="217262" indent="-107956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2pPr>
    <a:lvl3pPr marL="334664" indent="-117403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3pPr>
    <a:lvl4pPr marL="492551" indent="-149789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4pPr>
    <a:lvl5pPr marL="627496" indent="-117403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5pPr>
    <a:lvl6pPr marL="2331856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98226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64597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730969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313C66B-7AF5-40BA-8933-D16874FF94CC}" type="datetime8">
              <a:rPr lang="en-US" smtClean="0"/>
              <a:t>2/12/20 4:19 PM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22412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96BA33-6360-40A1-9606-58E0047CF44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2510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96BA33-6360-40A1-9606-58E0047CF44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21829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96BA33-6360-40A1-9606-58E0047CF44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31033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74702" y="1211263"/>
            <a:ext cx="91439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701" y="3041371"/>
            <a:ext cx="7315137" cy="1828007"/>
          </a:xfrm>
          <a:noFill/>
        </p:spPr>
        <p:txBody>
          <a:bodyPr lIns="164592" tIns="109728" rIns="164592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7" name="Rectangle 6"/>
          <p:cNvSpPr/>
          <p:nvPr userDrawn="1"/>
        </p:nvSpPr>
        <p:spPr bwMode="gray">
          <a:xfrm>
            <a:off x="0" y="5758901"/>
            <a:ext cx="12435840" cy="1235624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398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78132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8787" cy="2308324"/>
          </a:xfrm>
        </p:spPr>
        <p:txBody>
          <a:bodyPr>
            <a:sp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1319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274702" y="1211287"/>
            <a:ext cx="11888787" cy="548481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5784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1287"/>
            <a:ext cx="5486399" cy="2157514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3000" b="0">
                <a:latin typeface="+mn-lt"/>
              </a:defRPr>
            </a:lvl1pPr>
            <a:lvl2pPr marL="255588" indent="0">
              <a:buFont typeface="Wingdings" panose="05000000000000000000" pitchFamily="2" charset="2"/>
              <a:buNone/>
              <a:defRPr sz="2400" b="0"/>
            </a:lvl2pPr>
            <a:lvl3pPr marL="450850" indent="0">
              <a:buFont typeface="Wingdings" panose="05000000000000000000" pitchFamily="2" charset="2"/>
              <a:buNone/>
              <a:tabLst/>
              <a:defRPr sz="2200" b="0"/>
            </a:lvl3pPr>
            <a:lvl4pPr marL="652462" indent="0">
              <a:buFont typeface="Wingdings" panose="05000000000000000000" pitchFamily="2" charset="2"/>
              <a:buNone/>
              <a:defRPr sz="2200" b="0"/>
            </a:lvl4pPr>
            <a:lvl5pPr marL="854075" indent="0">
              <a:buFont typeface="Wingdings" panose="05000000000000000000" pitchFamily="2" charset="2"/>
              <a:buNone/>
              <a:tabLst/>
              <a:defRPr sz="2200" b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1287"/>
            <a:ext cx="5486399" cy="2123658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Arial" panose="020B0604020202020204" pitchFamily="34" charset="0"/>
              <a:buNone/>
              <a:defRPr lang="en-US" sz="30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  <a:lvl2pPr marL="255588" indent="0">
              <a:buFont typeface="Arial" panose="020B0604020202020204" pitchFamily="34" charset="0"/>
              <a:buNone/>
              <a:defRPr lang="en-US" sz="24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450850" indent="0">
              <a:buFont typeface="Arial" panose="020B0604020202020204" pitchFamily="34" charset="0"/>
              <a:buNone/>
              <a:tabLst/>
              <a:defRPr lang="en-US" sz="22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652462" indent="0">
              <a:buFont typeface="Arial" panose="020B0604020202020204" pitchFamily="34" charset="0"/>
              <a:buNone/>
              <a:defRPr lang="en-US" sz="22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854075" indent="0">
              <a:buFont typeface="Arial" panose="020B0604020202020204" pitchFamily="34" charset="0"/>
              <a:buNone/>
              <a:tabLst/>
              <a:defRPr lang="en-US" sz="22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</a:lstStyle>
          <a:p>
            <a:pPr marL="514350" marR="0" lvl="0" indent="-514350" algn="l" defTabSz="932742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tabLst/>
            </a:pPr>
            <a:r>
              <a:rPr lang="en-US"/>
              <a:t>Edit Master text styles</a:t>
            </a:r>
          </a:p>
          <a:p>
            <a:pPr marL="514350" marR="0" lvl="1" indent="-514350" algn="l" defTabSz="932742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tabLst/>
            </a:pPr>
            <a:r>
              <a:rPr lang="en-US"/>
              <a:t>Second level</a:t>
            </a:r>
          </a:p>
          <a:p>
            <a:pPr marL="514350" marR="0" lvl="2" indent="-514350" algn="l" defTabSz="932742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tabLst/>
            </a:pPr>
            <a:r>
              <a:rPr lang="en-US"/>
              <a:t>Third level</a:t>
            </a:r>
          </a:p>
          <a:p>
            <a:pPr marL="514350" marR="0" lvl="3" indent="-514350" algn="l" defTabSz="932742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tabLst/>
            </a:pPr>
            <a:r>
              <a:rPr lang="en-US"/>
              <a:t>Fourth level</a:t>
            </a:r>
          </a:p>
          <a:p>
            <a:pPr marL="514350" marR="0" lvl="4" indent="-514350" algn="l" defTabSz="932742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tabLst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6365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1287"/>
            <a:ext cx="5486399" cy="2157514"/>
          </a:xfrm>
        </p:spPr>
        <p:txBody>
          <a:bodyPr wrap="square">
            <a:spAutoFit/>
          </a:bodyPr>
          <a:lstStyle>
            <a:lvl1pPr marL="231775" indent="-231775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Char char=""/>
              <a:defRPr sz="3000" b="0">
                <a:latin typeface="+mn-lt"/>
              </a:defRPr>
            </a:lvl1pPr>
            <a:lvl2pPr marL="427038" indent="-171450">
              <a:buFont typeface="Wingdings" panose="05000000000000000000" pitchFamily="2" charset="2"/>
              <a:buChar char=""/>
              <a:defRPr sz="2400" b="0"/>
            </a:lvl2pPr>
            <a:lvl3pPr marL="639763" indent="-188913">
              <a:buFont typeface="Wingdings" panose="05000000000000000000" pitchFamily="2" charset="2"/>
              <a:buChar char=""/>
              <a:tabLst/>
              <a:defRPr sz="2200" b="0"/>
            </a:lvl3pPr>
            <a:lvl4pPr marL="828675" indent="-176213">
              <a:buFont typeface="Wingdings" panose="05000000000000000000" pitchFamily="2" charset="2"/>
              <a:buChar char=""/>
              <a:defRPr sz="2200" b="0"/>
            </a:lvl4pPr>
            <a:lvl5pPr marL="1023938" indent="-169863">
              <a:buFont typeface="Wingdings" panose="05000000000000000000" pitchFamily="2" charset="2"/>
              <a:buChar char=""/>
              <a:tabLst/>
              <a:defRPr sz="2200" b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1287"/>
            <a:ext cx="5486399" cy="2123658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lang="en-US" sz="30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  <a:lvl2pPr marL="598488" indent="-342900">
              <a:defRPr lang="en-US" sz="24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793750" indent="-342900">
              <a:tabLst/>
              <a:defRPr lang="en-US" sz="22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995362" indent="-342900">
              <a:defRPr lang="en-US" sz="22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196975" indent="-342900">
              <a:tabLst/>
              <a:defRPr lang="en-US" sz="22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</a:lstStyle>
          <a:p>
            <a:pPr marL="231775" marR="0" lvl="0" indent="-231775" algn="l" defTabSz="932742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Edit Master text styles</a:t>
            </a:r>
          </a:p>
          <a:p>
            <a:pPr marL="231775" marR="0" lvl="1" indent="-231775" algn="l" defTabSz="932742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Second level</a:t>
            </a:r>
          </a:p>
          <a:p>
            <a:pPr marL="231775" marR="0" lvl="2" indent="-231775" algn="l" defTabSz="932742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Third level</a:t>
            </a:r>
          </a:p>
          <a:p>
            <a:pPr marL="231775" marR="0" lvl="3" indent="-231775" algn="l" defTabSz="932742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Fourth level</a:t>
            </a:r>
          </a:p>
          <a:p>
            <a:pPr marL="231775" marR="0" lvl="4" indent="-231775" algn="l" defTabSz="932742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1931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52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77"/>
            <a:ext cx="10056812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3954463"/>
            <a:ext cx="10058401" cy="738664"/>
          </a:xfrm>
          <a:noFill/>
        </p:spPr>
        <p:txBody>
          <a:bodyPr lIns="182880" tIns="146304" rIns="182880" bIns="146304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5919933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9" y="2125677"/>
            <a:ext cx="10056812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lang="en-US" sz="7200" b="0" kern="1200" cap="none" spc="-100" baseline="0" dirty="0">
                <a:ln w="3175"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Video title</a:t>
            </a:r>
          </a:p>
        </p:txBody>
      </p:sp>
    </p:spTree>
    <p:extLst>
      <p:ext uri="{BB962C8B-B14F-4D97-AF65-F5344CB8AC3E}">
        <p14:creationId xmlns:p14="http://schemas.microsoft.com/office/powerpoint/2010/main" val="32809030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618636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138322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quare Right Photo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9" y="2740132"/>
            <a:ext cx="4892040" cy="1514261"/>
          </a:xfrm>
        </p:spPr>
        <p:txBody>
          <a:bodyPr wrap="square" anchor="ctr">
            <a:spAutoFit/>
          </a:bodyPr>
          <a:lstStyle>
            <a:lvl1pPr>
              <a:defRPr sz="480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Square photo layout</a:t>
            </a:r>
          </a:p>
        </p:txBody>
      </p:sp>
      <p:sp>
        <p:nvSpPr>
          <p:cNvPr id="6" name="Picture Placeholder 4"/>
          <p:cNvSpPr>
            <a:spLocks noGrp="1" noChangeAspect="1"/>
          </p:cNvSpPr>
          <p:nvPr>
            <p:ph type="pic" sz="quarter" idx="10"/>
          </p:nvPr>
        </p:nvSpPr>
        <p:spPr bwMode="ltGray">
          <a:xfrm>
            <a:off x="5441315" y="0"/>
            <a:ext cx="6995160" cy="6992587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1600" b="1" cap="none" baseline="0">
                <a:gradFill>
                  <a:gsLst>
                    <a:gs pos="0">
                      <a:srgbClr val="FFFFFF"/>
                    </a:gs>
                    <a:gs pos="27000">
                      <a:srgbClr val="FFFFFF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9381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427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0109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90384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valua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0969" y="295274"/>
            <a:ext cx="7043233" cy="91757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120970" y="4868863"/>
            <a:ext cx="7042456" cy="1828800"/>
          </a:xfrm>
        </p:spPr>
        <p:txBody>
          <a:bodyPr wrap="square">
            <a:noAutofit/>
          </a:bodyPr>
          <a:lstStyle>
            <a:lvl1pPr marL="0" indent="0">
              <a:spcBef>
                <a:spcPts val="1800"/>
              </a:spcBef>
              <a:buNone/>
              <a:defRPr sz="2000"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5" name="Picture 4" descr="Image of Ignite app on a Windows Device." title="Ignite event image">
            <a:extLst>
              <a:ext uri="{FF2B5EF4-FFF2-40B4-BE49-F238E27FC236}">
                <a16:creationId xmlns:a16="http://schemas.microsoft.com/office/drawing/2014/main" id="{E803C22C-E970-4ADA-A60C-5127C1C2C1D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7119" r="5881"/>
          <a:stretch/>
        </p:blipFill>
        <p:spPr>
          <a:xfrm>
            <a:off x="0" y="-1"/>
            <a:ext cx="4925696" cy="699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316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for developer code</a:t>
            </a:r>
          </a:p>
        </p:txBody>
      </p:sp>
      <p:sp>
        <p:nvSpPr>
          <p:cNvPr id="3" name="Rectangle 2"/>
          <p:cNvSpPr/>
          <p:nvPr userDrawn="1"/>
        </p:nvSpPr>
        <p:spPr bwMode="hidden">
          <a:xfrm>
            <a:off x="1" y="1212849"/>
            <a:ext cx="12436475" cy="5781676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9" tIns="46639" rIns="46639" bIns="46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74638" y="1221157"/>
            <a:ext cx="11887199" cy="1995931"/>
          </a:xfrm>
        </p:spPr>
        <p:txBody>
          <a:bodyPr/>
          <a:lstStyle>
            <a:lvl1pPr marL="0" indent="0">
              <a:buNone/>
              <a:defRPr sz="3300">
                <a:gradFill>
                  <a:gsLst>
                    <a:gs pos="8718">
                      <a:srgbClr val="353535"/>
                    </a:gs>
                    <a:gs pos="34000">
                      <a:srgbClr val="353535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>
                <a:gradFill>
                  <a:gsLst>
                    <a:gs pos="8718">
                      <a:srgbClr val="353535"/>
                    </a:gs>
                    <a:gs pos="34000">
                      <a:srgbClr val="353535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>
                <a:gradFill>
                  <a:gsLst>
                    <a:gs pos="8718">
                      <a:srgbClr val="353535"/>
                    </a:gs>
                    <a:gs pos="34000">
                      <a:srgbClr val="353535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>
                <a:gradFill>
                  <a:gsLst>
                    <a:gs pos="8718">
                      <a:srgbClr val="353535"/>
                    </a:gs>
                    <a:gs pos="34000">
                      <a:srgbClr val="353535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>
                <a:gradFill>
                  <a:gsLst>
                    <a:gs pos="8718">
                      <a:srgbClr val="353535"/>
                    </a:gs>
                    <a:gs pos="34000">
                      <a:srgbClr val="353535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2771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274639" y="6220609"/>
            <a:ext cx="4572000" cy="4770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182880" tIns="182880" rIns="182880" bIns="182880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Copyright Microsoft Corporation. All rights reserved. </a:t>
            </a:r>
          </a:p>
        </p:txBody>
      </p:sp>
      <p:pic>
        <p:nvPicPr>
          <p:cNvPr id="8" name="MS logo white - EMF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460688" y="479425"/>
            <a:ext cx="1451843" cy="31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1102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4638" y="1212850"/>
            <a:ext cx="11887200" cy="2443746"/>
          </a:xfrm>
          <a:prstGeom prst="rect">
            <a:avLst/>
          </a:prstGeom>
        </p:spPr>
        <p:txBody>
          <a:bodyPr/>
          <a:lstStyle>
            <a:lvl1pPr marL="2905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36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571500" indent="-280988">
              <a:buClr>
                <a:schemeClr val="tx1"/>
              </a:buClr>
              <a:buSzPct val="90000"/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620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28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0906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4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3192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0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Use this Layout for Speaker Notes slides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363076"/>
            <a:ext cx="12436476" cy="631450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77729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127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74702" y="1220567"/>
            <a:ext cx="91439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701" y="3050675"/>
            <a:ext cx="7315137" cy="1828007"/>
          </a:xfrm>
          <a:noFill/>
        </p:spPr>
        <p:txBody>
          <a:bodyPr lIns="164592" tIns="109728" rIns="164592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7" name="Rectangle 6"/>
          <p:cNvSpPr/>
          <p:nvPr userDrawn="1"/>
        </p:nvSpPr>
        <p:spPr bwMode="gray">
          <a:xfrm>
            <a:off x="0" y="5758901"/>
            <a:ext cx="12435840" cy="1235624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398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2280" y="6209084"/>
            <a:ext cx="1456418" cy="31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6479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8787" cy="2308324"/>
          </a:xfrm>
        </p:spPr>
        <p:txBody>
          <a:bodyPr>
            <a:sp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7570247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274702" y="1211287"/>
            <a:ext cx="11888787" cy="5484813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12321570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1287"/>
            <a:ext cx="5486399" cy="2157514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3000" b="0">
                <a:latin typeface="+mn-lt"/>
              </a:defRPr>
            </a:lvl1pPr>
            <a:lvl2pPr marL="255588" indent="0">
              <a:buFont typeface="Wingdings" panose="05000000000000000000" pitchFamily="2" charset="2"/>
              <a:buNone/>
              <a:defRPr sz="2400" b="0"/>
            </a:lvl2pPr>
            <a:lvl3pPr marL="450850" indent="0">
              <a:buFont typeface="Wingdings" panose="05000000000000000000" pitchFamily="2" charset="2"/>
              <a:buNone/>
              <a:tabLst/>
              <a:defRPr sz="2200" b="0"/>
            </a:lvl3pPr>
            <a:lvl4pPr marL="652462" indent="0">
              <a:buFont typeface="Wingdings" panose="05000000000000000000" pitchFamily="2" charset="2"/>
              <a:buNone/>
              <a:defRPr sz="2200" b="0"/>
            </a:lvl4pPr>
            <a:lvl5pPr marL="854075" indent="0">
              <a:buFont typeface="Wingdings" panose="05000000000000000000" pitchFamily="2" charset="2"/>
              <a:buNone/>
              <a:tabLst/>
              <a:defRPr sz="2200" b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1287"/>
            <a:ext cx="5486399" cy="2123658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Arial" panose="020B0604020202020204" pitchFamily="34" charset="0"/>
              <a:buNone/>
              <a:defRPr lang="en-US" sz="30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  <a:lvl2pPr marL="255588" indent="0">
              <a:buFont typeface="Arial" panose="020B0604020202020204" pitchFamily="34" charset="0"/>
              <a:buNone/>
              <a:defRPr lang="en-US" sz="24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450850" indent="0">
              <a:buFont typeface="Arial" panose="020B0604020202020204" pitchFamily="34" charset="0"/>
              <a:buNone/>
              <a:tabLst/>
              <a:defRPr lang="en-US" sz="22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652462" indent="0">
              <a:buFont typeface="Arial" panose="020B0604020202020204" pitchFamily="34" charset="0"/>
              <a:buNone/>
              <a:defRPr lang="en-US" sz="22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854075" indent="0">
              <a:buFont typeface="Arial" panose="020B0604020202020204" pitchFamily="34" charset="0"/>
              <a:buNone/>
              <a:tabLst/>
              <a:defRPr lang="en-US" sz="22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</a:lstStyle>
          <a:p>
            <a:pPr marL="514350" marR="0" lvl="0" indent="-514350" algn="l" defTabSz="932742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tabLst/>
            </a:pPr>
            <a:r>
              <a:rPr lang="en-US" dirty="0"/>
              <a:t>Click to edit Master text styles</a:t>
            </a:r>
          </a:p>
          <a:p>
            <a:pPr marL="712788" marR="0" lvl="1" indent="-4572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tabLst/>
            </a:pPr>
            <a:r>
              <a:rPr lang="en-US" dirty="0"/>
              <a:t>Second level</a:t>
            </a:r>
          </a:p>
          <a:p>
            <a:pPr marL="908050" marR="0" lvl="2" indent="-4572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tabLst/>
            </a:pPr>
            <a:r>
              <a:rPr lang="en-US" dirty="0"/>
              <a:t>Third level</a:t>
            </a:r>
          </a:p>
          <a:p>
            <a:pPr marL="1109662" marR="0" lvl="3" indent="-4572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tabLst/>
            </a:pPr>
            <a:r>
              <a:rPr lang="en-US" dirty="0"/>
              <a:t>Fourth level</a:t>
            </a:r>
          </a:p>
          <a:p>
            <a:pPr marL="1311275" marR="0" lvl="4" indent="-4572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tabLst/>
            </a:pPr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54530601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1287"/>
            <a:ext cx="5486399" cy="2157514"/>
          </a:xfrm>
        </p:spPr>
        <p:txBody>
          <a:bodyPr wrap="square">
            <a:spAutoFit/>
          </a:bodyPr>
          <a:lstStyle>
            <a:lvl1pPr marL="231775" indent="-231775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Char char=""/>
              <a:defRPr sz="3000" b="0">
                <a:latin typeface="+mn-lt"/>
              </a:defRPr>
            </a:lvl1pPr>
            <a:lvl2pPr marL="427038" indent="-171450">
              <a:buFont typeface="Wingdings" panose="05000000000000000000" pitchFamily="2" charset="2"/>
              <a:buChar char=""/>
              <a:defRPr sz="2400" b="0"/>
            </a:lvl2pPr>
            <a:lvl3pPr marL="639763" indent="-188913">
              <a:buFont typeface="Wingdings" panose="05000000000000000000" pitchFamily="2" charset="2"/>
              <a:buChar char=""/>
              <a:tabLst/>
              <a:defRPr sz="2200" b="0"/>
            </a:lvl3pPr>
            <a:lvl4pPr marL="828675" indent="-176213">
              <a:buFont typeface="Wingdings" panose="05000000000000000000" pitchFamily="2" charset="2"/>
              <a:buChar char=""/>
              <a:defRPr sz="2200" b="0"/>
            </a:lvl4pPr>
            <a:lvl5pPr marL="1023938" indent="-169863">
              <a:buFont typeface="Wingdings" panose="05000000000000000000" pitchFamily="2" charset="2"/>
              <a:buChar char=""/>
              <a:tabLst/>
              <a:defRPr sz="2200" b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1287"/>
            <a:ext cx="5486399" cy="2123658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lang="en-US" sz="30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  <a:lvl2pPr marL="598488" indent="-342900">
              <a:defRPr lang="en-US" sz="24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793750" indent="-342900">
              <a:tabLst/>
              <a:defRPr lang="en-US" sz="22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995362" indent="-342900">
              <a:defRPr lang="en-US" sz="22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196975" indent="-342900">
              <a:tabLst/>
              <a:defRPr lang="en-US" sz="22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</a:lstStyle>
          <a:p>
            <a:pPr marL="231775" marR="0" lvl="0" indent="-231775" algn="l" defTabSz="932742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 dirty="0"/>
              <a:t>Click to edit Master text styles</a:t>
            </a:r>
          </a:p>
          <a:p>
            <a:pPr marL="427038" marR="0" lvl="1" indent="-17145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 dirty="0"/>
              <a:t>Second level</a:t>
            </a:r>
          </a:p>
          <a:p>
            <a:pPr marL="639763" marR="0" lvl="2" indent="-188913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 dirty="0"/>
              <a:t>Third level</a:t>
            </a:r>
          </a:p>
          <a:p>
            <a:pPr marL="828675" marR="0" lvl="3" indent="-176213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 dirty="0"/>
              <a:t>Fourth level</a:t>
            </a:r>
          </a:p>
          <a:p>
            <a:pPr marL="1023938" marR="0" lvl="4" indent="-169863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79650135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81027781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 Evidence Slide">
    <p:bg bwMode="gray"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gradFill>
                  <a:gsLst>
                    <a:gs pos="18584">
                      <a:schemeClr val="tx2"/>
                    </a:gs>
                    <a:gs pos="5700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Customer evidence slide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gray">
          <a:xfrm>
            <a:off x="274638" y="1434069"/>
            <a:ext cx="5486400" cy="1827214"/>
          </a:xfrm>
          <a:blipFill>
            <a:blip r:embed="rId2"/>
            <a:stretch>
              <a:fillRect/>
            </a:stretch>
          </a:blipFill>
        </p:spPr>
        <p:txBody>
          <a:bodyPr lIns="182880" tIns="146304" rIns="182880" bIns="146304">
            <a:noAutofit/>
          </a:bodyPr>
          <a:lstStyle>
            <a:lvl1pPr marL="0" indent="0">
              <a:buNone/>
              <a:defRPr lang="en-US" sz="2400" kern="1200" spc="0" baseline="0" dirty="0">
                <a:noFill/>
                <a:latin typeface="+mn-lt"/>
                <a:ea typeface="+mn-ea"/>
                <a:cs typeface="+mn-cs"/>
              </a:defRPr>
            </a:lvl1pPr>
            <a:lvl2pPr>
              <a:defRPr lang="en-US" sz="240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</a:pPr>
            <a:endParaRPr lang="en-US" dirty="0"/>
          </a:p>
        </p:txBody>
      </p:sp>
      <p:sp>
        <p:nvSpPr>
          <p:cNvPr id="5" name="Rectangle 4"/>
          <p:cNvSpPr/>
          <p:nvPr userDrawn="1"/>
        </p:nvSpPr>
        <p:spPr bwMode="auto">
          <a:xfrm>
            <a:off x="6218237" y="4868863"/>
            <a:ext cx="5945966" cy="1828800"/>
          </a:xfrm>
          <a:prstGeom prst="rect">
            <a:avLst/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182880" tIns="146304" rIns="182880" bIns="146304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5439">
                    <a:srgbClr val="F8F8F8"/>
                  </a:gs>
                  <a:gs pos="10000">
                    <a:srgbClr val="F8F8F8"/>
                  </a:gs>
                </a:gsLst>
                <a:lin ang="5400000" scaled="0"/>
              </a:gradFill>
            </a:endParaRP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6218237" y="1434069"/>
            <a:ext cx="5943601" cy="3433208"/>
          </a:xfrm>
          <a:blipFill>
            <a:blip r:embed="rId3"/>
            <a:stretch>
              <a:fillRect/>
            </a:stretch>
          </a:blipFill>
        </p:spPr>
        <p:txBody>
          <a:bodyPr lIns="182880" tIns="146304" rIns="182880" bIns="146304">
            <a:noAutofit/>
          </a:bodyPr>
          <a:lstStyle>
            <a:lvl1pPr marL="0" indent="0">
              <a:buNone/>
              <a:defRPr lang="en-US" sz="240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  <a:lvl2pPr algn="ctr">
              <a:defRPr lang="en-US" sz="240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</a:pPr>
            <a:r>
              <a:rPr lang="en-US" dirty="0"/>
              <a:t>Your image here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5989638" y="1836883"/>
            <a:ext cx="0" cy="4754828"/>
          </a:xfrm>
          <a:prstGeom prst="line">
            <a:avLst/>
          </a:prstGeom>
          <a:ln w="3175">
            <a:solidFill>
              <a:schemeClr val="tx1">
                <a:alpha val="25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0"/>
          <p:cNvSpPr>
            <a:spLocks noGrp="1"/>
          </p:cNvSpPr>
          <p:nvPr>
            <p:ph type="body" sz="quarter" idx="12"/>
          </p:nvPr>
        </p:nvSpPr>
        <p:spPr>
          <a:xfrm>
            <a:off x="274638" y="3260725"/>
            <a:ext cx="5486400" cy="3436938"/>
          </a:xfrm>
        </p:spPr>
        <p:txBody>
          <a:bodyPr lIns="182880" tIns="146304" rIns="182880" bIns="146304">
            <a:noAutofit/>
          </a:bodyPr>
          <a:lstStyle>
            <a:lvl1pPr marL="0" indent="0">
              <a:buNone/>
              <a:defRPr sz="2400">
                <a:latin typeface="+mn-lt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6218238" y="4868863"/>
            <a:ext cx="5943600" cy="1827214"/>
          </a:xfrm>
        </p:spPr>
        <p:txBody>
          <a:bodyPr lIns="182880" tIns="146304" rIns="182880" bIns="146304" anchor="ctr">
            <a:noAutofit/>
          </a:bodyPr>
          <a:lstStyle>
            <a:lvl1pPr marL="0" indent="0" algn="ctr">
              <a:buNone/>
              <a:defRPr sz="3200">
                <a:gradFill>
                  <a:gsLst>
                    <a:gs pos="27434">
                      <a:srgbClr val="FFFFFF"/>
                    </a:gs>
                    <a:gs pos="54000">
                      <a:srgbClr val="FFFFFF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76468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77"/>
            <a:ext cx="10056812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3954463"/>
            <a:ext cx="10058401" cy="738664"/>
          </a:xfrm>
          <a:noFill/>
        </p:spPr>
        <p:txBody>
          <a:bodyPr lIns="182880" tIns="146304" rIns="182880" bIns="146304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7962452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9" y="2125677"/>
            <a:ext cx="10056812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lang="en-US" sz="7200" b="0" kern="1200" cap="none" spc="-100" baseline="0" dirty="0">
                <a:ln w="3175"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Video title</a:t>
            </a:r>
          </a:p>
        </p:txBody>
      </p:sp>
    </p:spTree>
    <p:extLst>
      <p:ext uri="{BB962C8B-B14F-4D97-AF65-F5344CB8AC3E}">
        <p14:creationId xmlns:p14="http://schemas.microsoft.com/office/powerpoint/2010/main" val="34050760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574406291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0074542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quare Right Photo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9" y="2740132"/>
            <a:ext cx="4892040" cy="1514261"/>
          </a:xfrm>
        </p:spPr>
        <p:txBody>
          <a:bodyPr wrap="square" anchor="ctr">
            <a:spAutoFit/>
          </a:bodyPr>
          <a:lstStyle>
            <a:lvl1pPr>
              <a:defRPr sz="480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Square photo layout</a:t>
            </a:r>
          </a:p>
        </p:txBody>
      </p:sp>
      <p:sp>
        <p:nvSpPr>
          <p:cNvPr id="6" name="Picture Placeholder 4"/>
          <p:cNvSpPr>
            <a:spLocks noGrp="1" noChangeAspect="1"/>
          </p:cNvSpPr>
          <p:nvPr>
            <p:ph type="pic" sz="quarter" idx="10"/>
          </p:nvPr>
        </p:nvSpPr>
        <p:spPr bwMode="ltGray">
          <a:xfrm>
            <a:off x="5441315" y="0"/>
            <a:ext cx="6995160" cy="6992587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1600" b="1" cap="none" baseline="0">
                <a:gradFill>
                  <a:gsLst>
                    <a:gs pos="0">
                      <a:srgbClr val="FFFFFF"/>
                    </a:gs>
                    <a:gs pos="27000">
                      <a:srgbClr val="FFFFFF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66715563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3427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valua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0969" y="295274"/>
            <a:ext cx="7043233" cy="91757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120970" y="4868863"/>
            <a:ext cx="7042456" cy="1828800"/>
          </a:xfrm>
        </p:spPr>
        <p:txBody>
          <a:bodyPr wrap="square">
            <a:noAutofit/>
          </a:bodyPr>
          <a:lstStyle>
            <a:lvl1pPr marL="0" indent="0">
              <a:spcBef>
                <a:spcPts val="1800"/>
              </a:spcBef>
              <a:buNone/>
              <a:defRPr sz="2000"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5" name="Picture 4" descr="Image of Ignite app on a Windows Device." title="Ignite event image">
            <a:extLst>
              <a:ext uri="{FF2B5EF4-FFF2-40B4-BE49-F238E27FC236}">
                <a16:creationId xmlns:a16="http://schemas.microsoft.com/office/drawing/2014/main" id="{E803C22C-E970-4ADA-A60C-5127C1C2C1D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7119" r="5881"/>
          <a:stretch/>
        </p:blipFill>
        <p:spPr>
          <a:xfrm>
            <a:off x="0" y="-1"/>
            <a:ext cx="4925696" cy="699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779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6420015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20585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for developer code</a:t>
            </a:r>
          </a:p>
        </p:txBody>
      </p:sp>
      <p:sp>
        <p:nvSpPr>
          <p:cNvPr id="3" name="Rectangle 2"/>
          <p:cNvSpPr/>
          <p:nvPr userDrawn="1"/>
        </p:nvSpPr>
        <p:spPr bwMode="hidden">
          <a:xfrm>
            <a:off x="1" y="1212849"/>
            <a:ext cx="12436475" cy="5781676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9" tIns="46639" rIns="46639" bIns="46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74638" y="1221157"/>
            <a:ext cx="11887199" cy="1995931"/>
          </a:xfrm>
        </p:spPr>
        <p:txBody>
          <a:bodyPr/>
          <a:lstStyle>
            <a:lvl1pPr marL="0" indent="0">
              <a:buNone/>
              <a:defRPr sz="3300">
                <a:gradFill>
                  <a:gsLst>
                    <a:gs pos="8718">
                      <a:srgbClr val="353535"/>
                    </a:gs>
                    <a:gs pos="34000">
                      <a:srgbClr val="353535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>
                <a:gradFill>
                  <a:gsLst>
                    <a:gs pos="8718">
                      <a:srgbClr val="353535"/>
                    </a:gs>
                    <a:gs pos="34000">
                      <a:srgbClr val="353535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>
                <a:gradFill>
                  <a:gsLst>
                    <a:gs pos="8718">
                      <a:srgbClr val="353535"/>
                    </a:gs>
                    <a:gs pos="34000">
                      <a:srgbClr val="353535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>
                <a:gradFill>
                  <a:gsLst>
                    <a:gs pos="8718">
                      <a:srgbClr val="353535"/>
                    </a:gs>
                    <a:gs pos="34000">
                      <a:srgbClr val="353535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>
                <a:gradFill>
                  <a:gsLst>
                    <a:gs pos="8718">
                      <a:srgbClr val="353535"/>
                    </a:gs>
                    <a:gs pos="34000">
                      <a:srgbClr val="353535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61737675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"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274639" y="6220609"/>
            <a:ext cx="4572000" cy="4770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182880" tIns="182880" rIns="182880" bIns="182880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Copyright Microsoft Corporation. All rights reserved. 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invGray">
          <a:xfrm>
            <a:off x="464013" y="479425"/>
            <a:ext cx="1436313" cy="30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6120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4638" y="1212850"/>
            <a:ext cx="11887200" cy="2443746"/>
          </a:xfrm>
          <a:prstGeom prst="rect">
            <a:avLst/>
          </a:prstGeom>
        </p:spPr>
        <p:txBody>
          <a:bodyPr/>
          <a:lstStyle>
            <a:lvl1pPr marL="2905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36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571500" indent="-280988">
              <a:buClr>
                <a:schemeClr val="tx1"/>
              </a:buClr>
              <a:buSzPct val="90000"/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620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28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0906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4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3192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0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Use this Layout for Speaker Notes slides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363076"/>
            <a:ext cx="12436476" cy="631450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77729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77246813"/>
      </p:ext>
    </p:extLst>
  </p:cSld>
  <p:clrMapOvr>
    <a:masterClrMapping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74702" y="1211263"/>
            <a:ext cx="91439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701" y="3041371"/>
            <a:ext cx="7315137" cy="1828007"/>
          </a:xfrm>
          <a:noFill/>
        </p:spPr>
        <p:txBody>
          <a:bodyPr lIns="164592" tIns="109728" rIns="164592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7" name="Rectangle 6"/>
          <p:cNvSpPr/>
          <p:nvPr userDrawn="1"/>
        </p:nvSpPr>
        <p:spPr bwMode="gray">
          <a:xfrm>
            <a:off x="0" y="5758901"/>
            <a:ext cx="12435840" cy="1235624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398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2280" y="6209084"/>
            <a:ext cx="1456418" cy="31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9163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8787" cy="2308324"/>
          </a:xfrm>
        </p:spPr>
        <p:txBody>
          <a:bodyPr>
            <a:sp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9144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274702" y="1211287"/>
            <a:ext cx="11888787" cy="548481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1171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1287"/>
            <a:ext cx="5486399" cy="2157514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3000" b="0">
                <a:latin typeface="+mn-lt"/>
              </a:defRPr>
            </a:lvl1pPr>
            <a:lvl2pPr marL="255588" indent="0">
              <a:buFont typeface="Wingdings" panose="05000000000000000000" pitchFamily="2" charset="2"/>
              <a:buNone/>
              <a:defRPr sz="2400" b="0"/>
            </a:lvl2pPr>
            <a:lvl3pPr marL="450850" indent="0">
              <a:buFont typeface="Wingdings" panose="05000000000000000000" pitchFamily="2" charset="2"/>
              <a:buNone/>
              <a:tabLst/>
              <a:defRPr sz="2200" b="0"/>
            </a:lvl3pPr>
            <a:lvl4pPr marL="652462" indent="0">
              <a:buFont typeface="Wingdings" panose="05000000000000000000" pitchFamily="2" charset="2"/>
              <a:buNone/>
              <a:defRPr sz="2200" b="0"/>
            </a:lvl4pPr>
            <a:lvl5pPr marL="854075" indent="0">
              <a:buFont typeface="Wingdings" panose="05000000000000000000" pitchFamily="2" charset="2"/>
              <a:buNone/>
              <a:tabLst/>
              <a:defRPr sz="2200" b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1287"/>
            <a:ext cx="5486399" cy="2123658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Arial" panose="020B0604020202020204" pitchFamily="34" charset="0"/>
              <a:buNone/>
              <a:defRPr lang="en-US" sz="30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  <a:lvl2pPr marL="255588" indent="0">
              <a:buFont typeface="Arial" panose="020B0604020202020204" pitchFamily="34" charset="0"/>
              <a:buNone/>
              <a:defRPr lang="en-US" sz="24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450850" indent="0">
              <a:buFont typeface="Arial" panose="020B0604020202020204" pitchFamily="34" charset="0"/>
              <a:buNone/>
              <a:tabLst/>
              <a:defRPr lang="en-US" sz="22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652462" indent="0">
              <a:buFont typeface="Arial" panose="020B0604020202020204" pitchFamily="34" charset="0"/>
              <a:buNone/>
              <a:defRPr lang="en-US" sz="22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854075" indent="0">
              <a:buFont typeface="Arial" panose="020B0604020202020204" pitchFamily="34" charset="0"/>
              <a:buNone/>
              <a:tabLst/>
              <a:defRPr lang="en-US" sz="22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</a:lstStyle>
          <a:p>
            <a:pPr marL="514350" marR="0" lvl="0" indent="-514350" algn="l" defTabSz="932742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tabLst/>
            </a:pPr>
            <a:r>
              <a:rPr lang="en-US"/>
              <a:t>Edit Master text styles</a:t>
            </a:r>
          </a:p>
          <a:p>
            <a:pPr marL="514350" marR="0" lvl="1" indent="-514350" algn="l" defTabSz="932742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tabLst/>
            </a:pPr>
            <a:r>
              <a:rPr lang="en-US"/>
              <a:t>Second level</a:t>
            </a:r>
          </a:p>
          <a:p>
            <a:pPr marL="514350" marR="0" lvl="2" indent="-514350" algn="l" defTabSz="932742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tabLst/>
            </a:pPr>
            <a:r>
              <a:rPr lang="en-US"/>
              <a:t>Third level</a:t>
            </a:r>
          </a:p>
          <a:p>
            <a:pPr marL="514350" marR="0" lvl="3" indent="-514350" algn="l" defTabSz="932742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tabLst/>
            </a:pPr>
            <a:r>
              <a:rPr lang="en-US"/>
              <a:t>Fourth level</a:t>
            </a:r>
          </a:p>
          <a:p>
            <a:pPr marL="514350" marR="0" lvl="4" indent="-514350" algn="l" defTabSz="932742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tabLst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073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1287"/>
            <a:ext cx="5486399" cy="2157514"/>
          </a:xfrm>
        </p:spPr>
        <p:txBody>
          <a:bodyPr wrap="square">
            <a:spAutoFit/>
          </a:bodyPr>
          <a:lstStyle>
            <a:lvl1pPr marL="231775" indent="-231775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Char char=""/>
              <a:defRPr sz="3000" b="0">
                <a:latin typeface="+mn-lt"/>
              </a:defRPr>
            </a:lvl1pPr>
            <a:lvl2pPr marL="427038" indent="-171450">
              <a:buFont typeface="Wingdings" panose="05000000000000000000" pitchFamily="2" charset="2"/>
              <a:buChar char=""/>
              <a:defRPr sz="2400" b="0"/>
            </a:lvl2pPr>
            <a:lvl3pPr marL="639763" indent="-188913">
              <a:buFont typeface="Wingdings" panose="05000000000000000000" pitchFamily="2" charset="2"/>
              <a:buChar char=""/>
              <a:tabLst/>
              <a:defRPr sz="2200" b="0"/>
            </a:lvl3pPr>
            <a:lvl4pPr marL="828675" indent="-176213">
              <a:buFont typeface="Wingdings" panose="05000000000000000000" pitchFamily="2" charset="2"/>
              <a:buChar char=""/>
              <a:defRPr sz="2200" b="0"/>
            </a:lvl4pPr>
            <a:lvl5pPr marL="1023938" indent="-169863">
              <a:buFont typeface="Wingdings" panose="05000000000000000000" pitchFamily="2" charset="2"/>
              <a:buChar char=""/>
              <a:tabLst/>
              <a:defRPr sz="2200" b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1287"/>
            <a:ext cx="5486399" cy="2123658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lang="en-US" sz="30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  <a:lvl2pPr marL="598488" indent="-342900">
              <a:defRPr lang="en-US" sz="24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793750" indent="-342900">
              <a:tabLst/>
              <a:defRPr lang="en-US" sz="22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995362" indent="-342900">
              <a:defRPr lang="en-US" sz="22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196975" indent="-342900">
              <a:tabLst/>
              <a:defRPr lang="en-US" sz="22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</a:lstStyle>
          <a:p>
            <a:pPr marL="231775" marR="0" lvl="0" indent="-231775" algn="l" defTabSz="932742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Edit Master text styles</a:t>
            </a:r>
          </a:p>
          <a:p>
            <a:pPr marL="231775" marR="0" lvl="1" indent="-231775" algn="l" defTabSz="932742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Second level</a:t>
            </a:r>
          </a:p>
          <a:p>
            <a:pPr marL="231775" marR="0" lvl="2" indent="-231775" algn="l" defTabSz="932742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Third level</a:t>
            </a:r>
          </a:p>
          <a:p>
            <a:pPr marL="231775" marR="0" lvl="3" indent="-231775" algn="l" defTabSz="932742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Fourth level</a:t>
            </a:r>
          </a:p>
          <a:p>
            <a:pPr marL="231775" marR="0" lvl="4" indent="-231775" algn="l" defTabSz="932742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5384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946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77"/>
            <a:ext cx="10056812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3954463"/>
            <a:ext cx="10058401" cy="738664"/>
          </a:xfrm>
          <a:noFill/>
        </p:spPr>
        <p:txBody>
          <a:bodyPr lIns="182880" tIns="146304" rIns="182880" bIns="146304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24130737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9" y="2125677"/>
            <a:ext cx="10056812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lang="en-US" sz="7200" b="0" kern="1200" cap="none" spc="-100" baseline="0" dirty="0">
                <a:ln w="3175"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Video title</a:t>
            </a:r>
          </a:p>
        </p:txBody>
      </p:sp>
    </p:spTree>
    <p:extLst>
      <p:ext uri="{BB962C8B-B14F-4D97-AF65-F5344CB8AC3E}">
        <p14:creationId xmlns:p14="http://schemas.microsoft.com/office/powerpoint/2010/main" val="16145810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631933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2999672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quare Right Photo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9" y="2740132"/>
            <a:ext cx="4892040" cy="1514261"/>
          </a:xfrm>
        </p:spPr>
        <p:txBody>
          <a:bodyPr wrap="square" anchor="ctr">
            <a:spAutoFit/>
          </a:bodyPr>
          <a:lstStyle>
            <a:lvl1pPr>
              <a:defRPr sz="480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Square photo layout</a:t>
            </a:r>
          </a:p>
        </p:txBody>
      </p:sp>
      <p:sp>
        <p:nvSpPr>
          <p:cNvPr id="6" name="Picture Placeholder 4"/>
          <p:cNvSpPr>
            <a:spLocks noGrp="1" noChangeAspect="1"/>
          </p:cNvSpPr>
          <p:nvPr>
            <p:ph type="pic" sz="quarter" idx="10"/>
          </p:nvPr>
        </p:nvSpPr>
        <p:spPr bwMode="ltGray">
          <a:xfrm>
            <a:off x="5441315" y="0"/>
            <a:ext cx="6995160" cy="6992587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1600" b="1" cap="none" baseline="0">
                <a:gradFill>
                  <a:gsLst>
                    <a:gs pos="0">
                      <a:srgbClr val="FFFFFF"/>
                    </a:gs>
                    <a:gs pos="27000">
                      <a:srgbClr val="FFFFFF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5623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427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0593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65195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valua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0969" y="295274"/>
            <a:ext cx="7043233" cy="91757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120970" y="4868863"/>
            <a:ext cx="7042456" cy="1828800"/>
          </a:xfrm>
        </p:spPr>
        <p:txBody>
          <a:bodyPr wrap="square">
            <a:noAutofit/>
          </a:bodyPr>
          <a:lstStyle>
            <a:lvl1pPr marL="0" indent="0">
              <a:spcBef>
                <a:spcPts val="1800"/>
              </a:spcBef>
              <a:buNone/>
              <a:defRPr sz="2000"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5" name="Picture 4" descr="Image of Ignite app on a Windows Device." title="Ignite event image">
            <a:extLst>
              <a:ext uri="{FF2B5EF4-FFF2-40B4-BE49-F238E27FC236}">
                <a16:creationId xmlns:a16="http://schemas.microsoft.com/office/drawing/2014/main" id="{E803C22C-E970-4ADA-A60C-5127C1C2C1D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7119" r="5881"/>
          <a:stretch/>
        </p:blipFill>
        <p:spPr>
          <a:xfrm>
            <a:off x="0" y="-1"/>
            <a:ext cx="4925696" cy="699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861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for developer code</a:t>
            </a:r>
          </a:p>
        </p:txBody>
      </p:sp>
      <p:sp>
        <p:nvSpPr>
          <p:cNvPr id="3" name="Rectangle 2"/>
          <p:cNvSpPr/>
          <p:nvPr userDrawn="1"/>
        </p:nvSpPr>
        <p:spPr bwMode="hidden">
          <a:xfrm>
            <a:off x="1" y="1212849"/>
            <a:ext cx="12436475" cy="5781676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9" tIns="46639" rIns="46639" bIns="46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74638" y="1221157"/>
            <a:ext cx="11887199" cy="1995931"/>
          </a:xfrm>
        </p:spPr>
        <p:txBody>
          <a:bodyPr/>
          <a:lstStyle>
            <a:lvl1pPr marL="0" indent="0">
              <a:buNone/>
              <a:defRPr sz="3300">
                <a:gradFill>
                  <a:gsLst>
                    <a:gs pos="8718">
                      <a:srgbClr val="353535"/>
                    </a:gs>
                    <a:gs pos="34000">
                      <a:srgbClr val="353535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>
                <a:gradFill>
                  <a:gsLst>
                    <a:gs pos="8718">
                      <a:srgbClr val="353535"/>
                    </a:gs>
                    <a:gs pos="34000">
                      <a:srgbClr val="353535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>
                <a:gradFill>
                  <a:gsLst>
                    <a:gs pos="8718">
                      <a:srgbClr val="353535"/>
                    </a:gs>
                    <a:gs pos="34000">
                      <a:srgbClr val="353535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>
                <a:gradFill>
                  <a:gsLst>
                    <a:gs pos="8718">
                      <a:srgbClr val="353535"/>
                    </a:gs>
                    <a:gs pos="34000">
                      <a:srgbClr val="353535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>
                <a:gradFill>
                  <a:gsLst>
                    <a:gs pos="8718">
                      <a:srgbClr val="353535"/>
                    </a:gs>
                    <a:gs pos="34000">
                      <a:srgbClr val="353535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3055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274639" y="6220609"/>
            <a:ext cx="4572000" cy="4770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182880" tIns="182880" rIns="182880" bIns="182880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Copyright Microsoft Corporation. All rights reserved. </a:t>
            </a:r>
          </a:p>
        </p:txBody>
      </p:sp>
      <p:pic>
        <p:nvPicPr>
          <p:cNvPr id="8" name="MS logo white - EMF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460688" y="479425"/>
            <a:ext cx="1451843" cy="31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1449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4638" y="1212850"/>
            <a:ext cx="11887200" cy="2443746"/>
          </a:xfrm>
          <a:prstGeom prst="rect">
            <a:avLst/>
          </a:prstGeom>
        </p:spPr>
        <p:txBody>
          <a:bodyPr/>
          <a:lstStyle>
            <a:lvl1pPr marL="2905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36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571500" indent="-280988">
              <a:buClr>
                <a:schemeClr val="tx1"/>
              </a:buClr>
              <a:buSzPct val="90000"/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620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28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0906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4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3192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0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Use this Layout for Speaker Notes slides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363076"/>
            <a:ext cx="12436476" cy="631450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77729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94944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74702" y="1211263"/>
            <a:ext cx="9143936" cy="1828786"/>
          </a:xfrm>
          <a:noFill/>
        </p:spPr>
        <p:txBody>
          <a:bodyPr lIns="146304" tIns="91440" rIns="146304" bIns="91440" anchor="t" anchorCtr="0"/>
          <a:lstStyle>
            <a:lvl1pPr>
              <a:defRPr sz="5399" spc="-100" baseline="0"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702" y="3041372"/>
            <a:ext cx="7315137" cy="1828007"/>
          </a:xfrm>
          <a:noFill/>
        </p:spPr>
        <p:txBody>
          <a:bodyPr lIns="164592" tIns="109728" rIns="164592" bIns="109728">
            <a:noAutofit/>
          </a:bodyPr>
          <a:lstStyle>
            <a:lvl1pPr marL="0" indent="0">
              <a:spcBef>
                <a:spcPts val="0"/>
              </a:spcBef>
              <a:buNone/>
              <a:defRPr sz="3199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7" name="Rectangle 6"/>
          <p:cNvSpPr/>
          <p:nvPr userDrawn="1"/>
        </p:nvSpPr>
        <p:spPr bwMode="gray">
          <a:xfrm>
            <a:off x="0" y="5758901"/>
            <a:ext cx="12435840" cy="1235624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54" tIns="146283" rIns="182854" bIns="14628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219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2280" y="6209084"/>
            <a:ext cx="1456418" cy="31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7587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50"/>
            <a:ext cx="11888787" cy="2308324"/>
          </a:xfrm>
        </p:spPr>
        <p:txBody>
          <a:bodyPr>
            <a:spAutoFit/>
          </a:bodyPr>
          <a:lstStyle>
            <a:lvl1pPr marL="0" indent="0">
              <a:buNone/>
              <a:defRPr/>
            </a:lvl1pPr>
            <a:lvl2pPr marL="228557" indent="0">
              <a:buNone/>
              <a:defRPr/>
            </a:lvl2pPr>
            <a:lvl3pPr marL="457112" indent="0">
              <a:buNone/>
              <a:defRPr/>
            </a:lvl3pPr>
            <a:lvl4pPr marL="685669" indent="0">
              <a:buNone/>
              <a:defRPr/>
            </a:lvl4pPr>
            <a:lvl5pPr marL="914224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349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274703" y="1211287"/>
            <a:ext cx="11888787" cy="23117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5500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40" y="1211287"/>
            <a:ext cx="5486399" cy="2157514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3000" b="0">
                <a:latin typeface="+mn-lt"/>
              </a:defRPr>
            </a:lvl1pPr>
            <a:lvl2pPr marL="255539" indent="0">
              <a:buFont typeface="Wingdings" panose="05000000000000000000" pitchFamily="2" charset="2"/>
              <a:buNone/>
              <a:defRPr sz="2400" b="0"/>
            </a:lvl2pPr>
            <a:lvl3pPr marL="450763" indent="0">
              <a:buFont typeface="Wingdings" panose="05000000000000000000" pitchFamily="2" charset="2"/>
              <a:buNone/>
              <a:tabLst/>
              <a:defRPr sz="2200" b="0"/>
            </a:lvl3pPr>
            <a:lvl4pPr marL="652336" indent="0">
              <a:buFont typeface="Wingdings" panose="05000000000000000000" pitchFamily="2" charset="2"/>
              <a:buNone/>
              <a:defRPr sz="2200" b="0"/>
            </a:lvl4pPr>
            <a:lvl5pPr marL="853911" indent="0">
              <a:buFont typeface="Wingdings" panose="05000000000000000000" pitchFamily="2" charset="2"/>
              <a:buNone/>
              <a:tabLst/>
              <a:defRPr sz="2200" b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1288"/>
            <a:ext cx="5486399" cy="2511229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Arial" panose="020B0604020202020204" pitchFamily="34" charset="0"/>
              <a:buNone/>
              <a:defRPr lang="en-US" sz="30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  <a:lvl2pPr marL="255539" indent="0">
              <a:buFont typeface="Arial" panose="020B0604020202020204" pitchFamily="34" charset="0"/>
              <a:buNone/>
              <a:defRPr lang="en-US" sz="24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450763" indent="0">
              <a:buFont typeface="Arial" panose="020B0604020202020204" pitchFamily="34" charset="0"/>
              <a:buNone/>
              <a:tabLst/>
              <a:defRPr lang="en-US" sz="22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652336" indent="0">
              <a:buFont typeface="Arial" panose="020B0604020202020204" pitchFamily="34" charset="0"/>
              <a:buNone/>
              <a:defRPr lang="en-US" sz="22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853911" indent="0">
              <a:buFont typeface="Arial" panose="020B0604020202020204" pitchFamily="34" charset="0"/>
              <a:buNone/>
              <a:tabLst/>
              <a:defRPr lang="en-US" sz="22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</a:lstStyle>
          <a:p>
            <a:pPr marL="514251" marR="0" lvl="0" indent="-514251" algn="l" defTabSz="932563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tabLst/>
            </a:pPr>
            <a:r>
              <a:rPr lang="en-US"/>
              <a:t>Edit Master text styles</a:t>
            </a:r>
          </a:p>
          <a:p>
            <a:pPr marL="514251" marR="0" lvl="1" indent="-514251" algn="l" defTabSz="932563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tabLst/>
            </a:pPr>
            <a:r>
              <a:rPr lang="en-US"/>
              <a:t>Second level</a:t>
            </a:r>
          </a:p>
          <a:p>
            <a:pPr marL="514251" marR="0" lvl="2" indent="-514251" algn="l" defTabSz="932563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tabLst/>
            </a:pPr>
            <a:r>
              <a:rPr lang="en-US"/>
              <a:t>Third level</a:t>
            </a:r>
          </a:p>
          <a:p>
            <a:pPr marL="514251" marR="0" lvl="3" indent="-514251" algn="l" defTabSz="932563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tabLst/>
            </a:pPr>
            <a:r>
              <a:rPr lang="en-US"/>
              <a:t>Fourth level</a:t>
            </a:r>
          </a:p>
          <a:p>
            <a:pPr marL="514251" marR="0" lvl="4" indent="-514251" algn="l" defTabSz="932563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tabLst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9784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40" y="1211287"/>
            <a:ext cx="5486399" cy="2157514"/>
          </a:xfrm>
        </p:spPr>
        <p:txBody>
          <a:bodyPr wrap="square">
            <a:spAutoFit/>
          </a:bodyPr>
          <a:lstStyle>
            <a:lvl1pPr marL="231730" indent="-23173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Char char=""/>
              <a:defRPr sz="3000" b="0">
                <a:latin typeface="+mn-lt"/>
              </a:defRPr>
            </a:lvl1pPr>
            <a:lvl2pPr marL="426956" indent="-171417">
              <a:buFont typeface="Wingdings" panose="05000000000000000000" pitchFamily="2" charset="2"/>
              <a:buChar char=""/>
              <a:defRPr sz="2400" b="0"/>
            </a:lvl2pPr>
            <a:lvl3pPr marL="639640" indent="-188876">
              <a:buFont typeface="Wingdings" panose="05000000000000000000" pitchFamily="2" charset="2"/>
              <a:buChar char=""/>
              <a:tabLst/>
              <a:defRPr sz="2200" b="0"/>
            </a:lvl3pPr>
            <a:lvl4pPr marL="828516" indent="-176180">
              <a:buFont typeface="Wingdings" panose="05000000000000000000" pitchFamily="2" charset="2"/>
              <a:buChar char=""/>
              <a:defRPr sz="2200" b="0"/>
            </a:lvl4pPr>
            <a:lvl5pPr marL="1023741" indent="-169831">
              <a:buFont typeface="Wingdings" panose="05000000000000000000" pitchFamily="2" charset="2"/>
              <a:buChar char=""/>
              <a:tabLst/>
              <a:defRPr sz="2200" b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1288"/>
            <a:ext cx="5486399" cy="2511229"/>
          </a:xfrm>
        </p:spPr>
        <p:txBody>
          <a:bodyPr wrap="square">
            <a:spAutoFit/>
          </a:bodyPr>
          <a:lstStyle>
            <a:lvl1pPr marL="287282" indent="-287282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lang="en-US" sz="30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  <a:lvl2pPr marL="598373" indent="-342834">
              <a:defRPr lang="en-US" sz="24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793597" indent="-342834">
              <a:tabLst/>
              <a:defRPr lang="en-US" sz="22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995170" indent="-342834">
              <a:defRPr lang="en-US" sz="22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196746" indent="-342834">
              <a:tabLst/>
              <a:defRPr lang="en-US" sz="22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</a:lstStyle>
          <a:p>
            <a:pPr marL="231730" marR="0" lvl="0" indent="-231730" algn="l" defTabSz="932563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Edit Master text styles</a:t>
            </a:r>
          </a:p>
          <a:p>
            <a:pPr marL="231730" marR="0" lvl="1" indent="-231730" algn="l" defTabSz="932563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Second level</a:t>
            </a:r>
          </a:p>
          <a:p>
            <a:pPr marL="231730" marR="0" lvl="2" indent="-231730" algn="l" defTabSz="932563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Third level</a:t>
            </a:r>
          </a:p>
          <a:p>
            <a:pPr marL="231730" marR="0" lvl="3" indent="-231730" algn="l" defTabSz="932563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Fourth level</a:t>
            </a:r>
          </a:p>
          <a:p>
            <a:pPr marL="231730" marR="0" lvl="4" indent="-231730" algn="l" defTabSz="932563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5315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1743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er Evidenc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gradFill>
                  <a:gsLst>
                    <a:gs pos="18584">
                      <a:schemeClr val="tx2"/>
                    </a:gs>
                    <a:gs pos="5700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Customer evidence slide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gray">
          <a:xfrm>
            <a:off x="274638" y="1434070"/>
            <a:ext cx="5486400" cy="1827214"/>
          </a:xfrm>
          <a:blipFill>
            <a:blip r:embed="rId2"/>
            <a:stretch>
              <a:fillRect/>
            </a:stretch>
          </a:blipFill>
        </p:spPr>
        <p:txBody>
          <a:bodyPr lIns="182880" tIns="146304" rIns="182880" bIns="146304">
            <a:noAutofit/>
          </a:bodyPr>
          <a:lstStyle>
            <a:lvl1pPr marL="0" indent="0">
              <a:buNone/>
              <a:defRPr lang="en-US" sz="2400" kern="1200" spc="0" baseline="0" dirty="0">
                <a:noFill/>
                <a:latin typeface="+mn-lt"/>
                <a:ea typeface="+mn-ea"/>
                <a:cs typeface="+mn-cs"/>
              </a:defRPr>
            </a:lvl1pPr>
            <a:lvl2pPr>
              <a:defRPr lang="en-US" sz="240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</a:lstStyle>
          <a:p>
            <a:pPr marL="0" marR="0" lvl="0" indent="0" algn="l" defTabSz="932563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Rectangle 4"/>
          <p:cNvSpPr/>
          <p:nvPr userDrawn="1"/>
        </p:nvSpPr>
        <p:spPr bwMode="auto">
          <a:xfrm>
            <a:off x="6218237" y="4868863"/>
            <a:ext cx="5945966" cy="1828800"/>
          </a:xfrm>
          <a:prstGeom prst="rect">
            <a:avLst/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182854" tIns="146283" rIns="182854" bIns="146283" numCol="1" rtlCol="0" anchor="ctr" anchorCtr="0" compatLnSpc="1">
            <a:prstTxWarp prst="textNoShape">
              <a:avLst/>
            </a:prstTxWarp>
          </a:bodyPr>
          <a:lstStyle/>
          <a:p>
            <a:pPr algn="ctr" defTabSz="932293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5439">
                    <a:srgbClr val="F8F8F8"/>
                  </a:gs>
                  <a:gs pos="10000">
                    <a:srgbClr val="F8F8F8"/>
                  </a:gs>
                </a:gsLst>
                <a:lin ang="5400000" scaled="0"/>
              </a:gradFill>
            </a:endParaRP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6218237" y="1434069"/>
            <a:ext cx="5943601" cy="3433208"/>
          </a:xfrm>
          <a:blipFill>
            <a:blip r:embed="rId3"/>
            <a:stretch>
              <a:fillRect/>
            </a:stretch>
          </a:blipFill>
        </p:spPr>
        <p:txBody>
          <a:bodyPr lIns="182880" tIns="146304" rIns="182880" bIns="146304">
            <a:noAutofit/>
          </a:bodyPr>
          <a:lstStyle>
            <a:lvl1pPr marL="0" indent="0">
              <a:buNone/>
              <a:defRPr lang="en-US" sz="240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  <a:lvl2pPr algn="ctr">
              <a:defRPr lang="en-US" sz="240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</a:lstStyle>
          <a:p>
            <a:pPr marL="0" marR="0" lvl="0" indent="0" algn="l" defTabSz="932563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</a:pPr>
            <a:r>
              <a:rPr lang="en-US" dirty="0"/>
              <a:t>Your image here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5989638" y="1836883"/>
            <a:ext cx="0" cy="4754828"/>
          </a:xfrm>
          <a:prstGeom prst="line">
            <a:avLst/>
          </a:prstGeom>
          <a:ln w="3175">
            <a:solidFill>
              <a:schemeClr val="tx1">
                <a:alpha val="25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0"/>
          <p:cNvSpPr>
            <a:spLocks noGrp="1"/>
          </p:cNvSpPr>
          <p:nvPr>
            <p:ph type="body" sz="quarter" idx="12"/>
          </p:nvPr>
        </p:nvSpPr>
        <p:spPr>
          <a:xfrm>
            <a:off x="274638" y="3260725"/>
            <a:ext cx="5486400" cy="3436938"/>
          </a:xfrm>
        </p:spPr>
        <p:txBody>
          <a:bodyPr lIns="182880" tIns="146304" rIns="182880" bIns="146304">
            <a:noAutofit/>
          </a:bodyPr>
          <a:lstStyle>
            <a:lvl1pPr marL="0" indent="0">
              <a:buNone/>
              <a:defRPr sz="2400">
                <a:latin typeface="+mn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6218239" y="4868863"/>
            <a:ext cx="5943600" cy="1827214"/>
          </a:xfrm>
        </p:spPr>
        <p:txBody>
          <a:bodyPr lIns="182880" tIns="146304" rIns="182880" bIns="146304" anchor="ctr">
            <a:noAutofit/>
          </a:bodyPr>
          <a:lstStyle>
            <a:lvl1pPr marL="0" indent="0" algn="ctr">
              <a:buNone/>
              <a:defRPr sz="3199">
                <a:gradFill>
                  <a:gsLst>
                    <a:gs pos="27434">
                      <a:srgbClr val="FFFFFF"/>
                    </a:gs>
                    <a:gs pos="54000">
                      <a:srgbClr val="FFFFFF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196757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77"/>
            <a:ext cx="10056812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198" spc="-1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639" y="3954463"/>
            <a:ext cx="10058401" cy="738664"/>
          </a:xfrm>
          <a:noFill/>
        </p:spPr>
        <p:txBody>
          <a:bodyPr lIns="182880" tIns="146304" rIns="182880" bIns="146304">
            <a:spAutoFit/>
          </a:bodyPr>
          <a:lstStyle>
            <a:lvl1pPr marL="0" indent="0">
              <a:spcBef>
                <a:spcPts val="0"/>
              </a:spcBef>
              <a:buNone/>
              <a:defRPr sz="3199" spc="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8468302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9" y="2125677"/>
            <a:ext cx="10056812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lang="en-US" sz="7198" b="0" kern="1200" cap="none" spc="-100" baseline="0" dirty="0">
                <a:ln w="3175"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Video title</a:t>
            </a:r>
          </a:p>
        </p:txBody>
      </p:sp>
    </p:spTree>
    <p:extLst>
      <p:ext uri="{BB962C8B-B14F-4D97-AF65-F5344CB8AC3E}">
        <p14:creationId xmlns:p14="http://schemas.microsoft.com/office/powerpoint/2010/main" val="17557411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9" y="2125663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198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145750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9" y="2125663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198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40812409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quare Right Photo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9" y="2740132"/>
            <a:ext cx="4892040" cy="1514261"/>
          </a:xfrm>
        </p:spPr>
        <p:txBody>
          <a:bodyPr wrap="square" anchor="ctr">
            <a:spAutoFit/>
          </a:bodyPr>
          <a:lstStyle>
            <a:lvl1pPr>
              <a:defRPr sz="4799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Square photo layout</a:t>
            </a:r>
          </a:p>
        </p:txBody>
      </p:sp>
      <p:sp>
        <p:nvSpPr>
          <p:cNvPr id="6" name="Picture Placeholder 4"/>
          <p:cNvSpPr>
            <a:spLocks noGrp="1" noChangeAspect="1"/>
          </p:cNvSpPr>
          <p:nvPr>
            <p:ph type="pic" sz="quarter" idx="10"/>
          </p:nvPr>
        </p:nvSpPr>
        <p:spPr bwMode="ltGray">
          <a:xfrm>
            <a:off x="5441315" y="0"/>
            <a:ext cx="6995160" cy="6992587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1599" b="1" cap="none" baseline="0">
                <a:gradFill>
                  <a:gsLst>
                    <a:gs pos="0">
                      <a:srgbClr val="FFFFFF"/>
                    </a:gs>
                    <a:gs pos="27000">
                      <a:srgbClr val="FFFFFF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0489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427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8953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53125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valua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0970" y="295275"/>
            <a:ext cx="7043233" cy="917575"/>
          </a:xfrm>
        </p:spPr>
        <p:txBody>
          <a:bodyPr/>
          <a:lstStyle>
            <a:lvl1pPr>
              <a:defRPr sz="39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120970" y="4868863"/>
            <a:ext cx="7042456" cy="1828800"/>
          </a:xfrm>
        </p:spPr>
        <p:txBody>
          <a:bodyPr wrap="square">
            <a:noAutofit/>
          </a:bodyPr>
          <a:lstStyle>
            <a:lvl1pPr marL="0" indent="0">
              <a:spcBef>
                <a:spcPts val="1800"/>
              </a:spcBef>
              <a:buNone/>
              <a:defRPr sz="2000">
                <a:latin typeface="+mn-lt"/>
              </a:defRPr>
            </a:lvl1pPr>
            <a:lvl2pPr marL="228557" indent="0">
              <a:buNone/>
              <a:defRPr/>
            </a:lvl2pPr>
            <a:lvl3pPr marL="457112" indent="0">
              <a:buNone/>
              <a:defRPr/>
            </a:lvl3pPr>
            <a:lvl4pPr marL="685669" indent="0">
              <a:buNone/>
              <a:defRPr/>
            </a:lvl4pPr>
            <a:lvl5pPr marL="914224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5" name="Picture 4" descr="Image of Ignite app on a Windows Device." title="Ignite event image">
            <a:extLst>
              <a:ext uri="{FF2B5EF4-FFF2-40B4-BE49-F238E27FC236}">
                <a16:creationId xmlns:a16="http://schemas.microsoft.com/office/drawing/2014/main" id="{E803C22C-E970-4ADA-A60C-5127C1C2C1D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7119" r="5881"/>
          <a:stretch/>
        </p:blipFill>
        <p:spPr>
          <a:xfrm>
            <a:off x="0" y="0"/>
            <a:ext cx="4925696" cy="699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55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for developer code</a:t>
            </a:r>
          </a:p>
        </p:txBody>
      </p:sp>
      <p:sp>
        <p:nvSpPr>
          <p:cNvPr id="3" name="Rectangle 2"/>
          <p:cNvSpPr/>
          <p:nvPr userDrawn="1"/>
        </p:nvSpPr>
        <p:spPr bwMode="hidden">
          <a:xfrm>
            <a:off x="1" y="1212849"/>
            <a:ext cx="12436475" cy="5781676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2" tIns="46632" rIns="46632" bIns="4663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293" fontAlgn="base">
              <a:spcBef>
                <a:spcPct val="0"/>
              </a:spcBef>
              <a:spcAft>
                <a:spcPct val="0"/>
              </a:spcAft>
            </a:pPr>
            <a:endParaRPr lang="en-US" sz="18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74638" y="1221158"/>
            <a:ext cx="11887199" cy="2270177"/>
          </a:xfrm>
        </p:spPr>
        <p:txBody>
          <a:bodyPr/>
          <a:lstStyle>
            <a:lvl1pPr marL="0" indent="0">
              <a:buNone/>
              <a:defRPr sz="3299">
                <a:gradFill>
                  <a:gsLst>
                    <a:gs pos="8718">
                      <a:srgbClr val="353535"/>
                    </a:gs>
                    <a:gs pos="34000">
                      <a:srgbClr val="353535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87" indent="0">
              <a:buNone/>
              <a:defRPr>
                <a:gradFill>
                  <a:gsLst>
                    <a:gs pos="8718">
                      <a:srgbClr val="353535"/>
                    </a:gs>
                    <a:gs pos="34000">
                      <a:srgbClr val="353535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94" indent="0">
              <a:buNone/>
              <a:defRPr>
                <a:gradFill>
                  <a:gsLst>
                    <a:gs pos="8718">
                      <a:srgbClr val="353535"/>
                    </a:gs>
                    <a:gs pos="34000">
                      <a:srgbClr val="353535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406" indent="0">
              <a:buNone/>
              <a:defRPr>
                <a:gradFill>
                  <a:gsLst>
                    <a:gs pos="8718">
                      <a:srgbClr val="353535"/>
                    </a:gs>
                    <a:gs pos="34000">
                      <a:srgbClr val="353535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795" indent="0">
              <a:buNone/>
              <a:defRPr>
                <a:gradFill>
                  <a:gsLst>
                    <a:gs pos="8718">
                      <a:srgbClr val="353535"/>
                    </a:gs>
                    <a:gs pos="34000">
                      <a:srgbClr val="353535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8189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274639" y="6220609"/>
            <a:ext cx="4572000" cy="4770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182854" tIns="182854" rIns="182854" bIns="182854" numCol="1" anchor="t" anchorCtr="0" compatLnSpc="1">
            <a:prstTxWarp prst="textNoShape">
              <a:avLst/>
            </a:prstTxWarp>
            <a:spAutoFit/>
          </a:bodyPr>
          <a:lstStyle/>
          <a:p>
            <a:pPr defTabSz="932111" eaLnBrk="0" hangingPunct="0"/>
            <a:r>
              <a:rPr lang="en-US" sz="7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Copyright Microsoft Corporation. All rights reserved. </a:t>
            </a:r>
          </a:p>
        </p:txBody>
      </p:sp>
      <p:pic>
        <p:nvPicPr>
          <p:cNvPr id="8" name="MS logo white - EMF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460689" y="479425"/>
            <a:ext cx="1451843" cy="31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2089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4639" y="1212851"/>
            <a:ext cx="11887200" cy="2443746"/>
          </a:xfrm>
          <a:prstGeom prst="rect">
            <a:avLst/>
          </a:prstGeom>
        </p:spPr>
        <p:txBody>
          <a:bodyPr/>
          <a:lstStyle>
            <a:lvl1pPr marL="290457" indent="-290457">
              <a:buClr>
                <a:schemeClr val="tx1"/>
              </a:buClr>
              <a:buSzPct val="90000"/>
              <a:buFont typeface="Arial" pitchFamily="34" charset="0"/>
              <a:buChar char="•"/>
              <a:defRPr sz="3599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571390" indent="-280935">
              <a:buClr>
                <a:schemeClr val="tx1"/>
              </a:buClr>
              <a:buSzPct val="90000"/>
              <a:buFont typeface="Arial" pitchFamily="34" charset="0"/>
              <a:buChar char="•"/>
              <a:defRPr sz="3199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61847" indent="-290457">
              <a:buClr>
                <a:schemeClr val="tx1"/>
              </a:buClr>
              <a:buSzPct val="90000"/>
              <a:buFont typeface="Arial" pitchFamily="34" charset="0"/>
              <a:buChar char="•"/>
              <a:defRPr sz="28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090404" indent="-228557">
              <a:buClr>
                <a:schemeClr val="tx1"/>
              </a:buClr>
              <a:buSzPct val="90000"/>
              <a:buFont typeface="Arial" pitchFamily="34" charset="0"/>
              <a:buChar char="•"/>
              <a:defRPr sz="24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318960" indent="-228557">
              <a:buClr>
                <a:schemeClr val="tx1"/>
              </a:buClr>
              <a:buSzPct val="90000"/>
              <a:buFont typeface="Arial" pitchFamily="34" charset="0"/>
              <a:buChar char="•"/>
              <a:defRPr sz="20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Use this Layout for Speaker Notes slides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2" y="6363076"/>
            <a:ext cx="12436476" cy="631450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77729" anchor="b" anchorCtr="0">
            <a:noAutofit/>
          </a:bodyPr>
          <a:lstStyle>
            <a:lvl1pPr algn="r">
              <a:buFont typeface="Arial" pitchFamily="34" charset="0"/>
              <a:buNone/>
              <a:defRPr sz="3699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14148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54560" y="1144706"/>
            <a:ext cx="9327356" cy="2435131"/>
          </a:xfrm>
        </p:spPr>
        <p:txBody>
          <a:bodyPr anchor="b"/>
          <a:lstStyle>
            <a:lvl1pPr algn="ctr">
              <a:defRPr sz="611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54560" y="3673745"/>
            <a:ext cx="9327356" cy="1688724"/>
          </a:xfrm>
        </p:spPr>
        <p:txBody>
          <a:bodyPr/>
          <a:lstStyle>
            <a:lvl1pPr marL="0" indent="0" algn="ctr">
              <a:buNone/>
              <a:defRPr sz="2448"/>
            </a:lvl1pPr>
            <a:lvl2pPr marL="466298" indent="0" algn="ctr">
              <a:buNone/>
              <a:defRPr sz="2040"/>
            </a:lvl2pPr>
            <a:lvl3pPr marL="932597" indent="0" algn="ctr">
              <a:buNone/>
              <a:defRPr sz="1836"/>
            </a:lvl3pPr>
            <a:lvl4pPr marL="1398895" indent="0" algn="ctr">
              <a:buNone/>
              <a:defRPr sz="1632"/>
            </a:lvl4pPr>
            <a:lvl5pPr marL="1865193" indent="0" algn="ctr">
              <a:buNone/>
              <a:defRPr sz="1632"/>
            </a:lvl5pPr>
            <a:lvl6pPr marL="2331491" indent="0" algn="ctr">
              <a:buNone/>
              <a:defRPr sz="1632"/>
            </a:lvl6pPr>
            <a:lvl7pPr marL="2797790" indent="0" algn="ctr">
              <a:buNone/>
              <a:defRPr sz="1632"/>
            </a:lvl7pPr>
            <a:lvl8pPr marL="3264088" indent="0" algn="ctr">
              <a:buNone/>
              <a:defRPr sz="1632"/>
            </a:lvl8pPr>
            <a:lvl9pPr marL="3730386" indent="0" algn="ctr">
              <a:buNone/>
              <a:defRPr sz="1632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255F4-7C58-4BBA-A3F5-26B4C4AB0335}" type="datetimeFigureOut">
              <a:rPr lang="en-US" smtClean="0"/>
              <a:t>2/12/20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E7A9A-2538-4781-A015-FF1A92A0C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944345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255F4-7C58-4BBA-A3F5-26B4C4AB0335}" type="datetimeFigureOut">
              <a:rPr lang="en-US" smtClean="0"/>
              <a:t>2/12/20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E7A9A-2538-4781-A015-FF1A92A0C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30564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8530" y="1743775"/>
            <a:ext cx="10726460" cy="2909528"/>
          </a:xfrm>
        </p:spPr>
        <p:txBody>
          <a:bodyPr anchor="b"/>
          <a:lstStyle>
            <a:lvl1pPr>
              <a:defRPr sz="611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8530" y="4680828"/>
            <a:ext cx="10726460" cy="1530052"/>
          </a:xfrm>
        </p:spPr>
        <p:txBody>
          <a:bodyPr/>
          <a:lstStyle>
            <a:lvl1pPr marL="0" indent="0">
              <a:buNone/>
              <a:defRPr sz="2448">
                <a:solidFill>
                  <a:schemeClr val="tx1">
                    <a:tint val="75000"/>
                  </a:schemeClr>
                </a:solidFill>
              </a:defRPr>
            </a:lvl1pPr>
            <a:lvl2pPr marL="466298" indent="0">
              <a:buNone/>
              <a:defRPr sz="2040">
                <a:solidFill>
                  <a:schemeClr val="tx1">
                    <a:tint val="75000"/>
                  </a:schemeClr>
                </a:solidFill>
              </a:defRPr>
            </a:lvl2pPr>
            <a:lvl3pPr marL="932597" indent="0">
              <a:buNone/>
              <a:defRPr sz="1836">
                <a:solidFill>
                  <a:schemeClr val="tx1">
                    <a:tint val="75000"/>
                  </a:schemeClr>
                </a:solidFill>
              </a:defRPr>
            </a:lvl3pPr>
            <a:lvl4pPr marL="1398895" indent="0">
              <a:buNone/>
              <a:defRPr sz="1632">
                <a:solidFill>
                  <a:schemeClr val="tx1">
                    <a:tint val="75000"/>
                  </a:schemeClr>
                </a:solidFill>
              </a:defRPr>
            </a:lvl4pPr>
            <a:lvl5pPr marL="1865193" indent="0">
              <a:buNone/>
              <a:defRPr sz="1632">
                <a:solidFill>
                  <a:schemeClr val="tx1">
                    <a:tint val="75000"/>
                  </a:schemeClr>
                </a:solidFill>
              </a:defRPr>
            </a:lvl5pPr>
            <a:lvl6pPr marL="2331491" indent="0">
              <a:buNone/>
              <a:defRPr sz="1632">
                <a:solidFill>
                  <a:schemeClr val="tx1">
                    <a:tint val="75000"/>
                  </a:schemeClr>
                </a:solidFill>
              </a:defRPr>
            </a:lvl6pPr>
            <a:lvl7pPr marL="2797790" indent="0">
              <a:buNone/>
              <a:defRPr sz="1632">
                <a:solidFill>
                  <a:schemeClr val="tx1">
                    <a:tint val="75000"/>
                  </a:schemeClr>
                </a:solidFill>
              </a:defRPr>
            </a:lvl7pPr>
            <a:lvl8pPr marL="3264088" indent="0">
              <a:buNone/>
              <a:defRPr sz="1632">
                <a:solidFill>
                  <a:schemeClr val="tx1">
                    <a:tint val="75000"/>
                  </a:schemeClr>
                </a:solidFill>
              </a:defRPr>
            </a:lvl8pPr>
            <a:lvl9pPr marL="3730386" indent="0">
              <a:buNone/>
              <a:defRPr sz="163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255F4-7C58-4BBA-A3F5-26B4C4AB0335}" type="datetimeFigureOut">
              <a:rPr lang="en-US" smtClean="0"/>
              <a:t>2/12/20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E7A9A-2538-4781-A015-FF1A92A0C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800813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80147" y="1514370"/>
            <a:ext cx="5860363" cy="478556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5966" y="1514370"/>
            <a:ext cx="5860362" cy="478556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255F4-7C58-4BBA-A3F5-26B4C4AB0335}" type="datetimeFigureOut">
              <a:rPr lang="en-US" smtClean="0"/>
              <a:t>2/12/20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E7A9A-2538-4781-A015-FF1A92A0C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650604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735" y="772196"/>
            <a:ext cx="8806945" cy="1351952"/>
          </a:xfrm>
        </p:spPr>
        <p:txBody>
          <a:bodyPr>
            <a:normAutofit/>
          </a:bodyPr>
          <a:lstStyle>
            <a:lvl1pPr>
              <a:defRPr sz="4488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412681" y="2596730"/>
            <a:ext cx="5232654" cy="3055247"/>
          </a:xfrm>
        </p:spPr>
        <p:txBody>
          <a:bodyPr/>
          <a:lstStyle>
            <a:lvl1pPr marL="0" indent="0">
              <a:spcAft>
                <a:spcPts val="1836"/>
              </a:spcAft>
              <a:buNone/>
              <a:defRPr sz="2448">
                <a:solidFill>
                  <a:schemeClr val="bg1"/>
                </a:solidFill>
              </a:defRPr>
            </a:lvl1pPr>
            <a:lvl2pPr marL="163204" indent="-163204" algn="l" defTabSz="777164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612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en-US" sz="2040" kern="1200" dirty="0" smtClean="0">
                <a:solidFill>
                  <a:schemeClr val="bg1"/>
                </a:solidFill>
                <a:latin typeface="+mn-lt"/>
                <a:ea typeface="+mn-ea"/>
                <a:cs typeface="Times New Roman" panose="02020603050405020304" pitchFamily="18" charset="0"/>
              </a:defRPr>
            </a:lvl2pPr>
            <a:lvl3pPr marL="581254" indent="-233149" defTabSz="777164"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 marL="932597" indent="-233149" defTabSz="777164"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 marL="1283940" indent="-233149" defTabSz="777164"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375990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entagon 684"/>
          <p:cNvSpPr/>
          <p:nvPr userDrawn="1"/>
        </p:nvSpPr>
        <p:spPr>
          <a:xfrm>
            <a:off x="1" y="0"/>
            <a:ext cx="6218238" cy="6994525"/>
          </a:xfrm>
          <a:prstGeom prst="rect">
            <a:avLst/>
          </a:prstGeom>
          <a:solidFill>
            <a:srgbClr val="389A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36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5900" y="2035445"/>
            <a:ext cx="5006440" cy="2923636"/>
          </a:xfrm>
        </p:spPr>
        <p:txBody>
          <a:bodyPr anchor="ctr">
            <a:normAutofit/>
          </a:bodyPr>
          <a:lstStyle>
            <a:lvl1pPr>
              <a:defRPr sz="3672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18152384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entagon 684"/>
          <p:cNvSpPr/>
          <p:nvPr userDrawn="1"/>
        </p:nvSpPr>
        <p:spPr>
          <a:xfrm>
            <a:off x="1" y="0"/>
            <a:ext cx="6218238" cy="69945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36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05900" y="2035445"/>
            <a:ext cx="5006440" cy="2923636"/>
          </a:xfrm>
        </p:spPr>
        <p:txBody>
          <a:bodyPr anchor="ctr">
            <a:normAutofit/>
          </a:bodyPr>
          <a:lstStyle>
            <a:lvl1pPr>
              <a:defRPr sz="3672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12382916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78114798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and St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/>
          <p:nvPr userDrawn="1"/>
        </p:nvSpPr>
        <p:spPr>
          <a:xfrm>
            <a:off x="0" y="2024342"/>
            <a:ext cx="12436475" cy="4970183"/>
          </a:xfrm>
          <a:prstGeom prst="rect">
            <a:avLst/>
          </a:prstGeom>
          <a:solidFill>
            <a:srgbClr val="59B4D9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36"/>
          </a:p>
        </p:txBody>
      </p:sp>
    </p:spTree>
    <p:extLst>
      <p:ext uri="{BB962C8B-B14F-4D97-AF65-F5344CB8AC3E}">
        <p14:creationId xmlns:p14="http://schemas.microsoft.com/office/powerpoint/2010/main" val="109196906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1328265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628" y="466302"/>
            <a:ext cx="4011087" cy="1632056"/>
          </a:xfrm>
        </p:spPr>
        <p:txBody>
          <a:bodyPr anchor="b"/>
          <a:lstStyle>
            <a:lvl1pPr>
              <a:defRPr sz="3264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87122" y="1007083"/>
            <a:ext cx="6295965" cy="4970646"/>
          </a:xfrm>
        </p:spPr>
        <p:txBody>
          <a:bodyPr/>
          <a:lstStyle>
            <a:lvl1pPr>
              <a:defRPr sz="3264"/>
            </a:lvl1pPr>
            <a:lvl2pPr>
              <a:defRPr sz="2856"/>
            </a:lvl2pPr>
            <a:lvl3pPr>
              <a:defRPr sz="2448"/>
            </a:lvl3pPr>
            <a:lvl4pPr>
              <a:defRPr sz="2040"/>
            </a:lvl4pPr>
            <a:lvl5pPr>
              <a:defRPr sz="2040"/>
            </a:lvl5pPr>
            <a:lvl6pPr>
              <a:defRPr sz="2040"/>
            </a:lvl6pPr>
            <a:lvl7pPr>
              <a:defRPr sz="2040"/>
            </a:lvl7pPr>
            <a:lvl8pPr>
              <a:defRPr sz="2040"/>
            </a:lvl8pPr>
            <a:lvl9pPr>
              <a:defRPr sz="204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628" y="2098357"/>
            <a:ext cx="4011087" cy="3887467"/>
          </a:xfrm>
        </p:spPr>
        <p:txBody>
          <a:bodyPr/>
          <a:lstStyle>
            <a:lvl1pPr marL="0" indent="0">
              <a:buNone/>
              <a:defRPr sz="1632"/>
            </a:lvl1pPr>
            <a:lvl2pPr marL="466298" indent="0">
              <a:buNone/>
              <a:defRPr sz="1428"/>
            </a:lvl2pPr>
            <a:lvl3pPr marL="932597" indent="0">
              <a:buNone/>
              <a:defRPr sz="1224"/>
            </a:lvl3pPr>
            <a:lvl4pPr marL="1398895" indent="0">
              <a:buNone/>
              <a:defRPr sz="1020"/>
            </a:lvl4pPr>
            <a:lvl5pPr marL="1865193" indent="0">
              <a:buNone/>
              <a:defRPr sz="1020"/>
            </a:lvl5pPr>
            <a:lvl6pPr marL="2331491" indent="0">
              <a:buNone/>
              <a:defRPr sz="1020"/>
            </a:lvl6pPr>
            <a:lvl7pPr marL="2797790" indent="0">
              <a:buNone/>
              <a:defRPr sz="1020"/>
            </a:lvl7pPr>
            <a:lvl8pPr marL="3264088" indent="0">
              <a:buNone/>
              <a:defRPr sz="1020"/>
            </a:lvl8pPr>
            <a:lvl9pPr marL="3730386" indent="0">
              <a:buNone/>
              <a:defRPr sz="102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255F4-7C58-4BBA-A3F5-26B4C4AB0335}" type="datetimeFigureOut">
              <a:rPr lang="en-US" smtClean="0"/>
              <a:t>2/12/20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E7A9A-2538-4781-A015-FF1A92A0C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600351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628" y="466302"/>
            <a:ext cx="4011087" cy="1632056"/>
          </a:xfrm>
        </p:spPr>
        <p:txBody>
          <a:bodyPr anchor="b"/>
          <a:lstStyle>
            <a:lvl1pPr>
              <a:defRPr sz="3264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287122" y="1007083"/>
            <a:ext cx="6295965" cy="4970646"/>
          </a:xfrm>
        </p:spPr>
        <p:txBody>
          <a:bodyPr/>
          <a:lstStyle>
            <a:lvl1pPr marL="0" indent="0">
              <a:buNone/>
              <a:defRPr sz="3264"/>
            </a:lvl1pPr>
            <a:lvl2pPr marL="466298" indent="0">
              <a:buNone/>
              <a:defRPr sz="2856"/>
            </a:lvl2pPr>
            <a:lvl3pPr marL="932597" indent="0">
              <a:buNone/>
              <a:defRPr sz="2448"/>
            </a:lvl3pPr>
            <a:lvl4pPr marL="1398895" indent="0">
              <a:buNone/>
              <a:defRPr sz="2040"/>
            </a:lvl4pPr>
            <a:lvl5pPr marL="1865193" indent="0">
              <a:buNone/>
              <a:defRPr sz="2040"/>
            </a:lvl5pPr>
            <a:lvl6pPr marL="2331491" indent="0">
              <a:buNone/>
              <a:defRPr sz="2040"/>
            </a:lvl6pPr>
            <a:lvl7pPr marL="2797790" indent="0">
              <a:buNone/>
              <a:defRPr sz="2040"/>
            </a:lvl7pPr>
            <a:lvl8pPr marL="3264088" indent="0">
              <a:buNone/>
              <a:defRPr sz="2040"/>
            </a:lvl8pPr>
            <a:lvl9pPr marL="3730386" indent="0">
              <a:buNone/>
              <a:defRPr sz="204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628" y="2098357"/>
            <a:ext cx="4011087" cy="3887467"/>
          </a:xfrm>
        </p:spPr>
        <p:txBody>
          <a:bodyPr/>
          <a:lstStyle>
            <a:lvl1pPr marL="0" indent="0">
              <a:buNone/>
              <a:defRPr sz="1632"/>
            </a:lvl1pPr>
            <a:lvl2pPr marL="466298" indent="0">
              <a:buNone/>
              <a:defRPr sz="1428"/>
            </a:lvl2pPr>
            <a:lvl3pPr marL="932597" indent="0">
              <a:buNone/>
              <a:defRPr sz="1224"/>
            </a:lvl3pPr>
            <a:lvl4pPr marL="1398895" indent="0">
              <a:buNone/>
              <a:defRPr sz="1020"/>
            </a:lvl4pPr>
            <a:lvl5pPr marL="1865193" indent="0">
              <a:buNone/>
              <a:defRPr sz="1020"/>
            </a:lvl5pPr>
            <a:lvl6pPr marL="2331491" indent="0">
              <a:buNone/>
              <a:defRPr sz="1020"/>
            </a:lvl6pPr>
            <a:lvl7pPr marL="2797790" indent="0">
              <a:buNone/>
              <a:defRPr sz="1020"/>
            </a:lvl7pPr>
            <a:lvl8pPr marL="3264088" indent="0">
              <a:buNone/>
              <a:defRPr sz="1020"/>
            </a:lvl8pPr>
            <a:lvl9pPr marL="3730386" indent="0">
              <a:buNone/>
              <a:defRPr sz="102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255F4-7C58-4BBA-A3F5-26B4C4AB0335}" type="datetimeFigureOut">
              <a:rPr lang="en-US" smtClean="0"/>
              <a:t>2/12/20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E7A9A-2538-4781-A015-FF1A92A0C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565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3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20" Type="http://schemas.openxmlformats.org/officeDocument/2006/relationships/image" Target="../media/image1.emf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48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52.xml"/><Relationship Id="rId2" Type="http://schemas.openxmlformats.org/officeDocument/2006/relationships/slideLayout" Target="../slideLayouts/slideLayout37.xml"/><Relationship Id="rId16" Type="http://schemas.openxmlformats.org/officeDocument/2006/relationships/slideLayout" Target="../slideLayouts/slideLayout51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5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45.xml"/><Relationship Id="rId19" Type="http://schemas.openxmlformats.org/officeDocument/2006/relationships/image" Target="../media/image1.emf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14" Type="http://schemas.openxmlformats.org/officeDocument/2006/relationships/slideLayout" Target="../slideLayouts/slideLayout49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0.xml"/><Relationship Id="rId13" Type="http://schemas.openxmlformats.org/officeDocument/2006/relationships/slideLayout" Target="../slideLayouts/slideLayout65.xml"/><Relationship Id="rId18" Type="http://schemas.openxmlformats.org/officeDocument/2006/relationships/slideLayout" Target="../slideLayouts/slideLayout70.xml"/><Relationship Id="rId3" Type="http://schemas.openxmlformats.org/officeDocument/2006/relationships/slideLayout" Target="../slideLayouts/slideLayout55.xml"/><Relationship Id="rId7" Type="http://schemas.openxmlformats.org/officeDocument/2006/relationships/slideLayout" Target="../slideLayouts/slideLayout59.xml"/><Relationship Id="rId12" Type="http://schemas.openxmlformats.org/officeDocument/2006/relationships/slideLayout" Target="../slideLayouts/slideLayout64.xml"/><Relationship Id="rId17" Type="http://schemas.openxmlformats.org/officeDocument/2006/relationships/slideLayout" Target="../slideLayouts/slideLayout69.xml"/><Relationship Id="rId2" Type="http://schemas.openxmlformats.org/officeDocument/2006/relationships/slideLayout" Target="../slideLayouts/slideLayout54.xml"/><Relationship Id="rId16" Type="http://schemas.openxmlformats.org/officeDocument/2006/relationships/slideLayout" Target="../slideLayouts/slideLayout68.xml"/><Relationship Id="rId20" Type="http://schemas.openxmlformats.org/officeDocument/2006/relationships/image" Target="../media/image1.emf"/><Relationship Id="rId1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63.xml"/><Relationship Id="rId5" Type="http://schemas.openxmlformats.org/officeDocument/2006/relationships/slideLayout" Target="../slideLayouts/slideLayout57.xml"/><Relationship Id="rId15" Type="http://schemas.openxmlformats.org/officeDocument/2006/relationships/slideLayout" Target="../slideLayouts/slideLayout67.xml"/><Relationship Id="rId10" Type="http://schemas.openxmlformats.org/officeDocument/2006/relationships/slideLayout" Target="../slideLayouts/slideLayout62.xml"/><Relationship Id="rId19" Type="http://schemas.openxmlformats.org/officeDocument/2006/relationships/theme" Target="../theme/theme4.xml"/><Relationship Id="rId4" Type="http://schemas.openxmlformats.org/officeDocument/2006/relationships/slideLayout" Target="../slideLayouts/slideLayout56.xml"/><Relationship Id="rId9" Type="http://schemas.openxmlformats.org/officeDocument/2006/relationships/slideLayout" Target="../slideLayouts/slideLayout61.xml"/><Relationship Id="rId14" Type="http://schemas.openxmlformats.org/officeDocument/2006/relationships/slideLayout" Target="../slideLayouts/slideLayout6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slideLayout" Target="../slideLayouts/slideLayout82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12851"/>
            <a:ext cx="11887198" cy="2308324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 rot="5400000">
            <a:off x="9371795" y="3072299"/>
            <a:ext cx="6995160" cy="849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602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78" r:id="rId1"/>
    <p:sldLayoutId id="2147484480" r:id="rId2"/>
    <p:sldLayoutId id="2147484481" r:id="rId3"/>
    <p:sldLayoutId id="2147484482" r:id="rId4"/>
    <p:sldLayoutId id="2147484483" r:id="rId5"/>
    <p:sldLayoutId id="2147484484" r:id="rId6"/>
    <p:sldLayoutId id="2147484485" r:id="rId7"/>
    <p:sldLayoutId id="2147484486" r:id="rId8"/>
    <p:sldLayoutId id="2147484487" r:id="rId9"/>
    <p:sldLayoutId id="2147484488" r:id="rId10"/>
    <p:sldLayoutId id="2147484489" r:id="rId11"/>
    <p:sldLayoutId id="2147484490" r:id="rId12"/>
    <p:sldLayoutId id="2147484491" r:id="rId13"/>
    <p:sldLayoutId id="2147484517" r:id="rId14"/>
    <p:sldLayoutId id="2147484492" r:id="rId15"/>
    <p:sldLayoutId id="2147484493" r:id="rId16"/>
    <p:sldLayoutId id="2147484494" r:id="rId17"/>
  </p:sldLayoutIdLst>
  <p:transition>
    <p:fade/>
  </p:transition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02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36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4572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6858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9144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2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1430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2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>
          <p15:clr>
            <a:srgbClr val="C35EA4"/>
          </p15:clr>
        </p15:guide>
        <p15:guide id="17" pos="7546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>
          <p15:clr>
            <a:srgbClr val="5ACBF0"/>
          </p15:clr>
        </p15:guide>
        <p15:guide id="25" orient="horz" pos="302">
          <p15:clr>
            <a:srgbClr val="C35EA4"/>
          </p15:clr>
        </p15:guide>
        <p15:guide id="26" orient="horz" pos="4104">
          <p15:clr>
            <a:srgbClr val="C35E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12851"/>
            <a:ext cx="11887198" cy="2308324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 rot="5400000">
            <a:off x="9371795" y="3072299"/>
            <a:ext cx="6995160" cy="849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5447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498" r:id="rId1"/>
    <p:sldLayoutId id="2147484500" r:id="rId2"/>
    <p:sldLayoutId id="2147484501" r:id="rId3"/>
    <p:sldLayoutId id="2147484502" r:id="rId4"/>
    <p:sldLayoutId id="2147484503" r:id="rId5"/>
    <p:sldLayoutId id="2147484504" r:id="rId6"/>
    <p:sldLayoutId id="2147484516" r:id="rId7"/>
    <p:sldLayoutId id="2147484505" r:id="rId8"/>
    <p:sldLayoutId id="2147484506" r:id="rId9"/>
    <p:sldLayoutId id="2147484507" r:id="rId10"/>
    <p:sldLayoutId id="2147484508" r:id="rId11"/>
    <p:sldLayoutId id="2147484509" r:id="rId12"/>
    <p:sldLayoutId id="2147484518" r:id="rId13"/>
    <p:sldLayoutId id="2147484510" r:id="rId14"/>
    <p:sldLayoutId id="2147484511" r:id="rId15"/>
    <p:sldLayoutId id="2147484512" r:id="rId16"/>
    <p:sldLayoutId id="2147484513" r:id="rId17"/>
    <p:sldLayoutId id="2147484514" r:id="rId18"/>
  </p:sldLayoutIdLst>
  <p:transition>
    <p:fade/>
  </p:transition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02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36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4572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6858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9144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2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1430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2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>
          <p15:clr>
            <a:srgbClr val="C35EA4"/>
          </p15:clr>
        </p15:guide>
        <p15:guide id="17" pos="7546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>
          <p15:clr>
            <a:srgbClr val="5ACBF0"/>
          </p15:clr>
        </p15:guide>
        <p15:guide id="25" orient="horz" pos="302">
          <p15:clr>
            <a:srgbClr val="C35EA4"/>
          </p15:clr>
        </p15:guide>
        <p15:guide id="26" orient="horz" pos="4104">
          <p15:clr>
            <a:srgbClr val="C35EA4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12851"/>
            <a:ext cx="11887198" cy="2308324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 rot="5400000">
            <a:off x="9371795" y="3072299"/>
            <a:ext cx="6995160" cy="849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867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20" r:id="rId1"/>
    <p:sldLayoutId id="2147484521" r:id="rId2"/>
    <p:sldLayoutId id="2147484522" r:id="rId3"/>
    <p:sldLayoutId id="2147484523" r:id="rId4"/>
    <p:sldLayoutId id="2147484524" r:id="rId5"/>
    <p:sldLayoutId id="2147484525" r:id="rId6"/>
    <p:sldLayoutId id="2147484526" r:id="rId7"/>
    <p:sldLayoutId id="2147484527" r:id="rId8"/>
    <p:sldLayoutId id="2147484528" r:id="rId9"/>
    <p:sldLayoutId id="2147484529" r:id="rId10"/>
    <p:sldLayoutId id="2147484530" r:id="rId11"/>
    <p:sldLayoutId id="2147484531" r:id="rId12"/>
    <p:sldLayoutId id="2147484532" r:id="rId13"/>
    <p:sldLayoutId id="2147484533" r:id="rId14"/>
    <p:sldLayoutId id="2147484534" r:id="rId15"/>
    <p:sldLayoutId id="2147484535" r:id="rId16"/>
    <p:sldLayoutId id="2147484536" r:id="rId17"/>
  </p:sldLayoutIdLst>
  <p:transition>
    <p:fade/>
  </p:transition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02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36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4572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6858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9144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2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1430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2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>
          <p15:clr>
            <a:srgbClr val="C35EA4"/>
          </p15:clr>
        </p15:guide>
        <p15:guide id="17" pos="7546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>
          <p15:clr>
            <a:srgbClr val="5ACBF0"/>
          </p15:clr>
        </p15:guide>
        <p15:guide id="25" orient="horz" pos="302">
          <p15:clr>
            <a:srgbClr val="C35EA4"/>
          </p15:clr>
        </p15:guide>
        <p15:guide id="26" orient="horz" pos="4104">
          <p15:clr>
            <a:srgbClr val="C35EA4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5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1" y="1212851"/>
            <a:ext cx="11887198" cy="2308324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 rot="5400000">
            <a:off x="9371796" y="3072300"/>
            <a:ext cx="6995160" cy="849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016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38" r:id="rId1"/>
    <p:sldLayoutId id="2147484539" r:id="rId2"/>
    <p:sldLayoutId id="2147484540" r:id="rId3"/>
    <p:sldLayoutId id="2147484541" r:id="rId4"/>
    <p:sldLayoutId id="2147484542" r:id="rId5"/>
    <p:sldLayoutId id="2147484543" r:id="rId6"/>
    <p:sldLayoutId id="2147484544" r:id="rId7"/>
    <p:sldLayoutId id="2147484545" r:id="rId8"/>
    <p:sldLayoutId id="2147484546" r:id="rId9"/>
    <p:sldLayoutId id="2147484547" r:id="rId10"/>
    <p:sldLayoutId id="2147484548" r:id="rId11"/>
    <p:sldLayoutId id="2147484549" r:id="rId12"/>
    <p:sldLayoutId id="2147484550" r:id="rId13"/>
    <p:sldLayoutId id="2147484551" r:id="rId14"/>
    <p:sldLayoutId id="2147484552" r:id="rId15"/>
    <p:sldLayoutId id="2147484553" r:id="rId16"/>
    <p:sldLayoutId id="2147484554" r:id="rId17"/>
    <p:sldLayoutId id="2147484555" r:id="rId18"/>
  </p:sldLayoutIdLst>
  <p:transition>
    <p:fade/>
  </p:transition>
  <p:txStyles>
    <p:titleStyle>
      <a:lvl1pPr algn="l" defTabSz="932563" rtl="0" eaLnBrk="1" latinLnBrk="0" hangingPunct="1">
        <a:lnSpc>
          <a:spcPct val="90000"/>
        </a:lnSpc>
        <a:spcBef>
          <a:spcPct val="0"/>
        </a:spcBef>
        <a:buNone/>
        <a:defRPr lang="en-US" sz="4799" b="0" kern="1200" cap="none" spc="-102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228557" marR="0" indent="-228557" algn="l" defTabSz="932563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3599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457112" marR="0" indent="-228557" algn="l" defTabSz="932563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685669" marR="0" indent="-228557" algn="l" defTabSz="932563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914224" marR="0" indent="-228557" algn="l" defTabSz="932563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2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142781" marR="0" indent="-228557" algn="l" defTabSz="932563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2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4548" indent="-233141" algn="l" defTabSz="9325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0830" indent="-233141" algn="l" defTabSz="9325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112" indent="-233141" algn="l" defTabSz="9325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3394" indent="-233141" algn="l" defTabSz="9325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5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281" algn="l" defTabSz="9325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563" algn="l" defTabSz="9325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8844" algn="l" defTabSz="9325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126" algn="l" defTabSz="9325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408" algn="l" defTabSz="9325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7689" algn="l" defTabSz="9325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3970" algn="l" defTabSz="9325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253" algn="l" defTabSz="9325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>
          <p15:clr>
            <a:srgbClr val="C35EA4"/>
          </p15:clr>
        </p15:guide>
        <p15:guide id="17" pos="7546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>
          <p15:clr>
            <a:srgbClr val="5ACBF0"/>
          </p15:clr>
        </p15:guide>
        <p15:guide id="25" orient="horz" pos="302">
          <p15:clr>
            <a:srgbClr val="C35EA4"/>
          </p15:clr>
        </p15:guide>
        <p15:guide id="26" orient="horz" pos="4104">
          <p15:clr>
            <a:srgbClr val="C35EA4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0147" y="362910"/>
            <a:ext cx="11876182" cy="93584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0146" y="1481710"/>
            <a:ext cx="11876183" cy="48182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5008" y="6482889"/>
            <a:ext cx="2798207" cy="3723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7255F4-7C58-4BBA-A3F5-26B4C4AB0335}" type="datetimeFigureOut">
              <a:rPr lang="en-US" smtClean="0"/>
              <a:t>2/12/20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9583" y="6482889"/>
            <a:ext cx="4197310" cy="3723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83260" y="6482889"/>
            <a:ext cx="2798207" cy="3723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BE7A9A-2538-4781-A015-FF1A92A0C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67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57" r:id="rId1"/>
    <p:sldLayoutId id="2147484558" r:id="rId2"/>
    <p:sldLayoutId id="2147484559" r:id="rId3"/>
    <p:sldLayoutId id="2147484560" r:id="rId4"/>
    <p:sldLayoutId id="2147484561" r:id="rId5"/>
    <p:sldLayoutId id="2147484562" r:id="rId6"/>
    <p:sldLayoutId id="2147484563" r:id="rId7"/>
    <p:sldLayoutId id="2147484564" r:id="rId8"/>
    <p:sldLayoutId id="2147484565" r:id="rId9"/>
    <p:sldLayoutId id="2147484566" r:id="rId10"/>
    <p:sldLayoutId id="2147484567" r:id="rId11"/>
    <p:sldLayoutId id="2147484568" r:id="rId12"/>
  </p:sldLayoutIdLst>
  <p:txStyles>
    <p:titleStyle>
      <a:lvl1pPr algn="l" defTabSz="932597" rtl="0" eaLnBrk="1" latinLnBrk="0" hangingPunct="1">
        <a:lnSpc>
          <a:spcPct val="90000"/>
        </a:lnSpc>
        <a:spcBef>
          <a:spcPct val="0"/>
        </a:spcBef>
        <a:buNone/>
        <a:defRPr sz="5507" b="0" i="0" kern="1200">
          <a:solidFill>
            <a:schemeClr val="tx1"/>
          </a:solidFill>
          <a:latin typeface="Segoe UI Semilight" panose="020B0402040204020203" pitchFamily="34" charset="0"/>
          <a:ea typeface="+mj-ea"/>
          <a:cs typeface="Segoe UI Semilight" panose="020B0402040204020203" pitchFamily="34" charset="0"/>
        </a:defRPr>
      </a:lvl1pPr>
    </p:titleStyle>
    <p:bodyStyle>
      <a:lvl1pPr marL="233149" indent="-233149" algn="l" defTabSz="932597" rtl="0" eaLnBrk="1" latinLnBrk="0" hangingPunct="1">
        <a:lnSpc>
          <a:spcPct val="90000"/>
        </a:lnSpc>
        <a:spcBef>
          <a:spcPts val="1020"/>
        </a:spcBef>
        <a:buFont typeface="Arial" panose="020B0604020202020204" pitchFamily="34" charset="0"/>
        <a:buChar char="•"/>
        <a:defRPr sz="2856" kern="1200">
          <a:solidFill>
            <a:schemeClr val="tx1"/>
          </a:solidFill>
          <a:latin typeface="+mn-lt"/>
          <a:ea typeface="+mn-ea"/>
          <a:cs typeface="+mn-cs"/>
        </a:defRPr>
      </a:lvl1pPr>
      <a:lvl2pPr marL="699447" indent="-233149" algn="l" defTabSz="932597" rtl="0" eaLnBrk="1" latinLnBrk="0" hangingPunct="1">
        <a:lnSpc>
          <a:spcPct val="90000"/>
        </a:lnSpc>
        <a:spcBef>
          <a:spcPts val="510"/>
        </a:spcBef>
        <a:buFont typeface="Arial" panose="020B0604020202020204" pitchFamily="34" charset="0"/>
        <a:buChar char="•"/>
        <a:defRPr sz="2448" kern="1200">
          <a:solidFill>
            <a:schemeClr val="tx1"/>
          </a:solidFill>
          <a:latin typeface="+mn-lt"/>
          <a:ea typeface="+mn-ea"/>
          <a:cs typeface="+mn-cs"/>
        </a:defRPr>
      </a:lvl2pPr>
      <a:lvl3pPr marL="1165746" indent="-233149" algn="l" defTabSz="932597" rtl="0" eaLnBrk="1" latinLnBrk="0" hangingPunct="1">
        <a:lnSpc>
          <a:spcPct val="90000"/>
        </a:lnSpc>
        <a:spcBef>
          <a:spcPts val="510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3pPr>
      <a:lvl4pPr marL="1632044" indent="-233149" algn="l" defTabSz="932597" rtl="0" eaLnBrk="1" latinLnBrk="0" hangingPunct="1">
        <a:lnSpc>
          <a:spcPct val="90000"/>
        </a:lnSpc>
        <a:spcBef>
          <a:spcPts val="510"/>
        </a:spcBef>
        <a:buFont typeface="Arial" panose="020B0604020202020204" pitchFamily="34" charset="0"/>
        <a:buChar char="•"/>
        <a:defRPr sz="1836" kern="1200">
          <a:solidFill>
            <a:schemeClr val="tx1"/>
          </a:solidFill>
          <a:latin typeface="+mn-lt"/>
          <a:ea typeface="+mn-ea"/>
          <a:cs typeface="+mn-cs"/>
        </a:defRPr>
      </a:lvl4pPr>
      <a:lvl5pPr marL="2098342" indent="-233149" algn="l" defTabSz="932597" rtl="0" eaLnBrk="1" latinLnBrk="0" hangingPunct="1">
        <a:lnSpc>
          <a:spcPct val="90000"/>
        </a:lnSpc>
        <a:spcBef>
          <a:spcPts val="510"/>
        </a:spcBef>
        <a:buFont typeface="Arial" panose="020B0604020202020204" pitchFamily="34" charset="0"/>
        <a:buChar char="•"/>
        <a:defRPr sz="1836" kern="1200">
          <a:solidFill>
            <a:schemeClr val="tx1"/>
          </a:solidFill>
          <a:latin typeface="+mn-lt"/>
          <a:ea typeface="+mn-ea"/>
          <a:cs typeface="+mn-cs"/>
        </a:defRPr>
      </a:lvl5pPr>
      <a:lvl6pPr marL="2564641" indent="-233149" algn="l" defTabSz="932597" rtl="0" eaLnBrk="1" latinLnBrk="0" hangingPunct="1">
        <a:lnSpc>
          <a:spcPct val="90000"/>
        </a:lnSpc>
        <a:spcBef>
          <a:spcPts val="510"/>
        </a:spcBef>
        <a:buFont typeface="Arial" panose="020B0604020202020204" pitchFamily="34" charset="0"/>
        <a:buChar char="•"/>
        <a:defRPr sz="1836" kern="1200">
          <a:solidFill>
            <a:schemeClr val="tx1"/>
          </a:solidFill>
          <a:latin typeface="+mn-lt"/>
          <a:ea typeface="+mn-ea"/>
          <a:cs typeface="+mn-cs"/>
        </a:defRPr>
      </a:lvl6pPr>
      <a:lvl7pPr marL="3030939" indent="-233149" algn="l" defTabSz="932597" rtl="0" eaLnBrk="1" latinLnBrk="0" hangingPunct="1">
        <a:lnSpc>
          <a:spcPct val="90000"/>
        </a:lnSpc>
        <a:spcBef>
          <a:spcPts val="510"/>
        </a:spcBef>
        <a:buFont typeface="Arial" panose="020B0604020202020204" pitchFamily="34" charset="0"/>
        <a:buChar char="•"/>
        <a:defRPr sz="1836" kern="1200">
          <a:solidFill>
            <a:schemeClr val="tx1"/>
          </a:solidFill>
          <a:latin typeface="+mn-lt"/>
          <a:ea typeface="+mn-ea"/>
          <a:cs typeface="+mn-cs"/>
        </a:defRPr>
      </a:lvl7pPr>
      <a:lvl8pPr marL="3497237" indent="-233149" algn="l" defTabSz="932597" rtl="0" eaLnBrk="1" latinLnBrk="0" hangingPunct="1">
        <a:lnSpc>
          <a:spcPct val="90000"/>
        </a:lnSpc>
        <a:spcBef>
          <a:spcPts val="510"/>
        </a:spcBef>
        <a:buFont typeface="Arial" panose="020B0604020202020204" pitchFamily="34" charset="0"/>
        <a:buChar char="•"/>
        <a:defRPr sz="1836" kern="1200">
          <a:solidFill>
            <a:schemeClr val="tx1"/>
          </a:solidFill>
          <a:latin typeface="+mn-lt"/>
          <a:ea typeface="+mn-ea"/>
          <a:cs typeface="+mn-cs"/>
        </a:defRPr>
      </a:lvl8pPr>
      <a:lvl9pPr marL="3963535" indent="-233149" algn="l" defTabSz="932597" rtl="0" eaLnBrk="1" latinLnBrk="0" hangingPunct="1">
        <a:lnSpc>
          <a:spcPct val="90000"/>
        </a:lnSpc>
        <a:spcBef>
          <a:spcPts val="510"/>
        </a:spcBef>
        <a:buFont typeface="Arial" panose="020B0604020202020204" pitchFamily="34" charset="0"/>
        <a:buChar char="•"/>
        <a:defRPr sz="183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597" rtl="0" eaLnBrk="1" latinLnBrk="0" hangingPunct="1">
        <a:defRPr sz="1836" kern="1200">
          <a:solidFill>
            <a:schemeClr val="tx1"/>
          </a:solidFill>
          <a:latin typeface="+mn-lt"/>
          <a:ea typeface="+mn-ea"/>
          <a:cs typeface="+mn-cs"/>
        </a:defRPr>
      </a:lvl1pPr>
      <a:lvl2pPr marL="466298" algn="l" defTabSz="932597" rtl="0" eaLnBrk="1" latinLnBrk="0" hangingPunct="1">
        <a:defRPr sz="1836" kern="1200">
          <a:solidFill>
            <a:schemeClr val="tx1"/>
          </a:solidFill>
          <a:latin typeface="+mn-lt"/>
          <a:ea typeface="+mn-ea"/>
          <a:cs typeface="+mn-cs"/>
        </a:defRPr>
      </a:lvl2pPr>
      <a:lvl3pPr marL="932597" algn="l" defTabSz="932597" rtl="0" eaLnBrk="1" latinLnBrk="0" hangingPunct="1">
        <a:defRPr sz="1836" kern="1200">
          <a:solidFill>
            <a:schemeClr val="tx1"/>
          </a:solidFill>
          <a:latin typeface="+mn-lt"/>
          <a:ea typeface="+mn-ea"/>
          <a:cs typeface="+mn-cs"/>
        </a:defRPr>
      </a:lvl3pPr>
      <a:lvl4pPr marL="1398895" algn="l" defTabSz="932597" rtl="0" eaLnBrk="1" latinLnBrk="0" hangingPunct="1">
        <a:defRPr sz="1836" kern="1200">
          <a:solidFill>
            <a:schemeClr val="tx1"/>
          </a:solidFill>
          <a:latin typeface="+mn-lt"/>
          <a:ea typeface="+mn-ea"/>
          <a:cs typeface="+mn-cs"/>
        </a:defRPr>
      </a:lvl4pPr>
      <a:lvl5pPr marL="1865193" algn="l" defTabSz="932597" rtl="0" eaLnBrk="1" latinLnBrk="0" hangingPunct="1">
        <a:defRPr sz="1836" kern="1200">
          <a:solidFill>
            <a:schemeClr val="tx1"/>
          </a:solidFill>
          <a:latin typeface="+mn-lt"/>
          <a:ea typeface="+mn-ea"/>
          <a:cs typeface="+mn-cs"/>
        </a:defRPr>
      </a:lvl5pPr>
      <a:lvl6pPr marL="2331491" algn="l" defTabSz="932597" rtl="0" eaLnBrk="1" latinLnBrk="0" hangingPunct="1">
        <a:defRPr sz="1836" kern="1200">
          <a:solidFill>
            <a:schemeClr val="tx1"/>
          </a:solidFill>
          <a:latin typeface="+mn-lt"/>
          <a:ea typeface="+mn-ea"/>
          <a:cs typeface="+mn-cs"/>
        </a:defRPr>
      </a:lvl6pPr>
      <a:lvl7pPr marL="2797790" algn="l" defTabSz="932597" rtl="0" eaLnBrk="1" latinLnBrk="0" hangingPunct="1">
        <a:defRPr sz="1836" kern="1200">
          <a:solidFill>
            <a:schemeClr val="tx1"/>
          </a:solidFill>
          <a:latin typeface="+mn-lt"/>
          <a:ea typeface="+mn-ea"/>
          <a:cs typeface="+mn-cs"/>
        </a:defRPr>
      </a:lvl7pPr>
      <a:lvl8pPr marL="3264088" algn="l" defTabSz="932597" rtl="0" eaLnBrk="1" latinLnBrk="0" hangingPunct="1">
        <a:defRPr sz="1836" kern="1200">
          <a:solidFill>
            <a:schemeClr val="tx1"/>
          </a:solidFill>
          <a:latin typeface="+mn-lt"/>
          <a:ea typeface="+mn-ea"/>
          <a:cs typeface="+mn-cs"/>
        </a:defRPr>
      </a:lvl8pPr>
      <a:lvl9pPr marL="3730386" algn="l" defTabSz="932597" rtl="0" eaLnBrk="1" latinLnBrk="0" hangingPunct="1">
        <a:defRPr sz="18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0.xml"/><Relationship Id="rId4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8.xml"/><Relationship Id="rId4" Type="http://schemas.openxmlformats.org/officeDocument/2006/relationships/hyperlink" Target="https://azure.microsoft.com/en-us/try/cosmosdb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74701" y="1211263"/>
            <a:ext cx="10744135" cy="1828786"/>
          </a:xfrm>
        </p:spPr>
        <p:txBody>
          <a:bodyPr/>
          <a:lstStyle/>
          <a:p>
            <a:r>
              <a:rPr lang="en-CA" dirty="0"/>
              <a:t>EF Core 3 Azure Cosmos DB Provider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Medhat </a:t>
            </a:r>
            <a:r>
              <a:rPr lang="en-US" dirty="0" err="1"/>
              <a:t>Elmasry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8647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Freeform: Shape 683"/>
          <p:cNvSpPr/>
          <p:nvPr/>
        </p:nvSpPr>
        <p:spPr>
          <a:xfrm>
            <a:off x="882" y="3823673"/>
            <a:ext cx="12434711" cy="3170852"/>
          </a:xfrm>
          <a:custGeom>
            <a:avLst/>
            <a:gdLst>
              <a:gd name="connsiteX0" fmla="*/ 6096001 w 12192000"/>
              <a:gd name="connsiteY0" fmla="*/ 0 h 3408224"/>
              <a:gd name="connsiteX1" fmla="*/ 12088516 w 12192000"/>
              <a:gd name="connsiteY1" fmla="*/ 3186195 h 3408224"/>
              <a:gd name="connsiteX2" fmla="*/ 12192000 w 12192000"/>
              <a:gd name="connsiteY2" fmla="*/ 3347614 h 3408224"/>
              <a:gd name="connsiteX3" fmla="*/ 12192000 w 12192000"/>
              <a:gd name="connsiteY3" fmla="*/ 3408224 h 3408224"/>
              <a:gd name="connsiteX4" fmla="*/ 0 w 12192000"/>
              <a:gd name="connsiteY4" fmla="*/ 3408224 h 3408224"/>
              <a:gd name="connsiteX5" fmla="*/ 0 w 12192000"/>
              <a:gd name="connsiteY5" fmla="*/ 3347618 h 3408224"/>
              <a:gd name="connsiteX6" fmla="*/ 103486 w 12192000"/>
              <a:gd name="connsiteY6" fmla="*/ 3186195 h 3408224"/>
              <a:gd name="connsiteX7" fmla="*/ 6096001 w 12192000"/>
              <a:gd name="connsiteY7" fmla="*/ 0 h 3408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08224">
                <a:moveTo>
                  <a:pt x="6096001" y="0"/>
                </a:moveTo>
                <a:cubicBezTo>
                  <a:pt x="8590508" y="0"/>
                  <a:pt x="10789821" y="1263874"/>
                  <a:pt x="12088516" y="3186195"/>
                </a:cubicBezTo>
                <a:lnTo>
                  <a:pt x="12192000" y="3347614"/>
                </a:lnTo>
                <a:lnTo>
                  <a:pt x="12192000" y="3408224"/>
                </a:lnTo>
                <a:lnTo>
                  <a:pt x="0" y="3408224"/>
                </a:lnTo>
                <a:lnTo>
                  <a:pt x="0" y="3347618"/>
                </a:lnTo>
                <a:lnTo>
                  <a:pt x="103486" y="3186195"/>
                </a:lnTo>
                <a:cubicBezTo>
                  <a:pt x="1402181" y="1263874"/>
                  <a:pt x="3601494" y="0"/>
                  <a:pt x="6096001" y="0"/>
                </a:cubicBezTo>
                <a:close/>
              </a:path>
            </a:pathLst>
          </a:custGeom>
          <a:solidFill>
            <a:srgbClr val="E8F6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32597"/>
            <a:endParaRPr lang="en-US" sz="1836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82" y="1285874"/>
            <a:ext cx="12434711" cy="920145"/>
          </a:xfrm>
        </p:spPr>
        <p:txBody>
          <a:bodyPr>
            <a:normAutofit/>
          </a:bodyPr>
          <a:lstStyle/>
          <a:p>
            <a:pPr algn="ctr"/>
            <a:r>
              <a:rPr lang="en-US" sz="4080">
                <a:solidFill>
                  <a:schemeClr val="bg1"/>
                </a:solidFill>
              </a:rPr>
              <a:t>Put your data where your users are </a:t>
            </a:r>
          </a:p>
        </p:txBody>
      </p:sp>
      <p:sp>
        <p:nvSpPr>
          <p:cNvPr id="687" name="Freeform: Shape 686"/>
          <p:cNvSpPr/>
          <p:nvPr/>
        </p:nvSpPr>
        <p:spPr>
          <a:xfrm>
            <a:off x="963356" y="3834540"/>
            <a:ext cx="11014242" cy="3159983"/>
          </a:xfrm>
          <a:custGeom>
            <a:avLst/>
            <a:gdLst>
              <a:gd name="connsiteX0" fmla="*/ 10721519 w 10799257"/>
              <a:gd name="connsiteY0" fmla="*/ 3066700 h 3098304"/>
              <a:gd name="connsiteX1" fmla="*/ 10776487 w 10799257"/>
              <a:gd name="connsiteY1" fmla="*/ 3089469 h 3098304"/>
              <a:gd name="connsiteX2" fmla="*/ 10782444 w 10799257"/>
              <a:gd name="connsiteY2" fmla="*/ 3098304 h 3098304"/>
              <a:gd name="connsiteX3" fmla="*/ 10660594 w 10799257"/>
              <a:gd name="connsiteY3" fmla="*/ 3098304 h 3098304"/>
              <a:gd name="connsiteX4" fmla="*/ 10666551 w 10799257"/>
              <a:gd name="connsiteY4" fmla="*/ 3089469 h 3098304"/>
              <a:gd name="connsiteX5" fmla="*/ 10721519 w 10799257"/>
              <a:gd name="connsiteY5" fmla="*/ 3066700 h 3098304"/>
              <a:gd name="connsiteX6" fmla="*/ 10538003 w 10799257"/>
              <a:gd name="connsiteY6" fmla="*/ 3066700 h 3098304"/>
              <a:gd name="connsiteX7" fmla="*/ 10592971 w 10799257"/>
              <a:gd name="connsiteY7" fmla="*/ 3089469 h 3098304"/>
              <a:gd name="connsiteX8" fmla="*/ 10598928 w 10799257"/>
              <a:gd name="connsiteY8" fmla="*/ 3098304 h 3098304"/>
              <a:gd name="connsiteX9" fmla="*/ 10477078 w 10799257"/>
              <a:gd name="connsiteY9" fmla="*/ 3098304 h 3098304"/>
              <a:gd name="connsiteX10" fmla="*/ 10483035 w 10799257"/>
              <a:gd name="connsiteY10" fmla="*/ 3089469 h 3098304"/>
              <a:gd name="connsiteX11" fmla="*/ 10538003 w 10799257"/>
              <a:gd name="connsiteY11" fmla="*/ 3066700 h 3098304"/>
              <a:gd name="connsiteX12" fmla="*/ 9978043 w 10799257"/>
              <a:gd name="connsiteY12" fmla="*/ 3066700 h 3098304"/>
              <a:gd name="connsiteX13" fmla="*/ 10033011 w 10799257"/>
              <a:gd name="connsiteY13" fmla="*/ 3089469 h 3098304"/>
              <a:gd name="connsiteX14" fmla="*/ 10038968 w 10799257"/>
              <a:gd name="connsiteY14" fmla="*/ 3098304 h 3098304"/>
              <a:gd name="connsiteX15" fmla="*/ 9917118 w 10799257"/>
              <a:gd name="connsiteY15" fmla="*/ 3098304 h 3098304"/>
              <a:gd name="connsiteX16" fmla="*/ 9923075 w 10799257"/>
              <a:gd name="connsiteY16" fmla="*/ 3089469 h 3098304"/>
              <a:gd name="connsiteX17" fmla="*/ 9978043 w 10799257"/>
              <a:gd name="connsiteY17" fmla="*/ 3066700 h 3098304"/>
              <a:gd name="connsiteX18" fmla="*/ 9789822 w 10799257"/>
              <a:gd name="connsiteY18" fmla="*/ 3066700 h 3098304"/>
              <a:gd name="connsiteX19" fmla="*/ 9844790 w 10799257"/>
              <a:gd name="connsiteY19" fmla="*/ 3089469 h 3098304"/>
              <a:gd name="connsiteX20" fmla="*/ 9850746 w 10799257"/>
              <a:gd name="connsiteY20" fmla="*/ 3098304 h 3098304"/>
              <a:gd name="connsiteX21" fmla="*/ 9728897 w 10799257"/>
              <a:gd name="connsiteY21" fmla="*/ 3098304 h 3098304"/>
              <a:gd name="connsiteX22" fmla="*/ 9734854 w 10799257"/>
              <a:gd name="connsiteY22" fmla="*/ 3089469 h 3098304"/>
              <a:gd name="connsiteX23" fmla="*/ 9789822 w 10799257"/>
              <a:gd name="connsiteY23" fmla="*/ 3066700 h 3098304"/>
              <a:gd name="connsiteX24" fmla="*/ 9606306 w 10799257"/>
              <a:gd name="connsiteY24" fmla="*/ 3066700 h 3098304"/>
              <a:gd name="connsiteX25" fmla="*/ 9661274 w 10799257"/>
              <a:gd name="connsiteY25" fmla="*/ 3089469 h 3098304"/>
              <a:gd name="connsiteX26" fmla="*/ 9667231 w 10799257"/>
              <a:gd name="connsiteY26" fmla="*/ 3098304 h 3098304"/>
              <a:gd name="connsiteX27" fmla="*/ 9545381 w 10799257"/>
              <a:gd name="connsiteY27" fmla="*/ 3098304 h 3098304"/>
              <a:gd name="connsiteX28" fmla="*/ 9551338 w 10799257"/>
              <a:gd name="connsiteY28" fmla="*/ 3089469 h 3098304"/>
              <a:gd name="connsiteX29" fmla="*/ 9606306 w 10799257"/>
              <a:gd name="connsiteY29" fmla="*/ 3066700 h 3098304"/>
              <a:gd name="connsiteX30" fmla="*/ 9413378 w 10799257"/>
              <a:gd name="connsiteY30" fmla="*/ 3066700 h 3098304"/>
              <a:gd name="connsiteX31" fmla="*/ 9468346 w 10799257"/>
              <a:gd name="connsiteY31" fmla="*/ 3089469 h 3098304"/>
              <a:gd name="connsiteX32" fmla="*/ 9474303 w 10799257"/>
              <a:gd name="connsiteY32" fmla="*/ 3098304 h 3098304"/>
              <a:gd name="connsiteX33" fmla="*/ 9352453 w 10799257"/>
              <a:gd name="connsiteY33" fmla="*/ 3098304 h 3098304"/>
              <a:gd name="connsiteX34" fmla="*/ 9358410 w 10799257"/>
              <a:gd name="connsiteY34" fmla="*/ 3089469 h 3098304"/>
              <a:gd name="connsiteX35" fmla="*/ 9413378 w 10799257"/>
              <a:gd name="connsiteY35" fmla="*/ 3066700 h 3098304"/>
              <a:gd name="connsiteX36" fmla="*/ 9234567 w 10799257"/>
              <a:gd name="connsiteY36" fmla="*/ 3066700 h 3098304"/>
              <a:gd name="connsiteX37" fmla="*/ 9289535 w 10799257"/>
              <a:gd name="connsiteY37" fmla="*/ 3089469 h 3098304"/>
              <a:gd name="connsiteX38" fmla="*/ 9295492 w 10799257"/>
              <a:gd name="connsiteY38" fmla="*/ 3098304 h 3098304"/>
              <a:gd name="connsiteX39" fmla="*/ 9173643 w 10799257"/>
              <a:gd name="connsiteY39" fmla="*/ 3098304 h 3098304"/>
              <a:gd name="connsiteX40" fmla="*/ 9179599 w 10799257"/>
              <a:gd name="connsiteY40" fmla="*/ 3089469 h 3098304"/>
              <a:gd name="connsiteX41" fmla="*/ 9234567 w 10799257"/>
              <a:gd name="connsiteY41" fmla="*/ 3066700 h 3098304"/>
              <a:gd name="connsiteX42" fmla="*/ 9036936 w 10799257"/>
              <a:gd name="connsiteY42" fmla="*/ 3066700 h 3098304"/>
              <a:gd name="connsiteX43" fmla="*/ 9091904 w 10799257"/>
              <a:gd name="connsiteY43" fmla="*/ 3089469 h 3098304"/>
              <a:gd name="connsiteX44" fmla="*/ 9097861 w 10799257"/>
              <a:gd name="connsiteY44" fmla="*/ 3098304 h 3098304"/>
              <a:gd name="connsiteX45" fmla="*/ 8976011 w 10799257"/>
              <a:gd name="connsiteY45" fmla="*/ 3098304 h 3098304"/>
              <a:gd name="connsiteX46" fmla="*/ 8981968 w 10799257"/>
              <a:gd name="connsiteY46" fmla="*/ 3089469 h 3098304"/>
              <a:gd name="connsiteX47" fmla="*/ 9036936 w 10799257"/>
              <a:gd name="connsiteY47" fmla="*/ 3066700 h 3098304"/>
              <a:gd name="connsiteX48" fmla="*/ 8853419 w 10799257"/>
              <a:gd name="connsiteY48" fmla="*/ 3066700 h 3098304"/>
              <a:gd name="connsiteX49" fmla="*/ 8908387 w 10799257"/>
              <a:gd name="connsiteY49" fmla="*/ 3089469 h 3098304"/>
              <a:gd name="connsiteX50" fmla="*/ 8914344 w 10799257"/>
              <a:gd name="connsiteY50" fmla="*/ 3098304 h 3098304"/>
              <a:gd name="connsiteX51" fmla="*/ 8792494 w 10799257"/>
              <a:gd name="connsiteY51" fmla="*/ 3098304 h 3098304"/>
              <a:gd name="connsiteX52" fmla="*/ 8798451 w 10799257"/>
              <a:gd name="connsiteY52" fmla="*/ 3089469 h 3098304"/>
              <a:gd name="connsiteX53" fmla="*/ 8853419 w 10799257"/>
              <a:gd name="connsiteY53" fmla="*/ 3066700 h 3098304"/>
              <a:gd name="connsiteX54" fmla="*/ 8669907 w 10799257"/>
              <a:gd name="connsiteY54" fmla="*/ 3066700 h 3098304"/>
              <a:gd name="connsiteX55" fmla="*/ 8724875 w 10799257"/>
              <a:gd name="connsiteY55" fmla="*/ 3089469 h 3098304"/>
              <a:gd name="connsiteX56" fmla="*/ 8730832 w 10799257"/>
              <a:gd name="connsiteY56" fmla="*/ 3098304 h 3098304"/>
              <a:gd name="connsiteX57" fmla="*/ 8608982 w 10799257"/>
              <a:gd name="connsiteY57" fmla="*/ 3098304 h 3098304"/>
              <a:gd name="connsiteX58" fmla="*/ 8614939 w 10799257"/>
              <a:gd name="connsiteY58" fmla="*/ 3089469 h 3098304"/>
              <a:gd name="connsiteX59" fmla="*/ 8669907 w 10799257"/>
              <a:gd name="connsiteY59" fmla="*/ 3066700 h 3098304"/>
              <a:gd name="connsiteX60" fmla="*/ 8481683 w 10799257"/>
              <a:gd name="connsiteY60" fmla="*/ 3066700 h 3098304"/>
              <a:gd name="connsiteX61" fmla="*/ 8536651 w 10799257"/>
              <a:gd name="connsiteY61" fmla="*/ 3089469 h 3098304"/>
              <a:gd name="connsiteX62" fmla="*/ 8542608 w 10799257"/>
              <a:gd name="connsiteY62" fmla="*/ 3098304 h 3098304"/>
              <a:gd name="connsiteX63" fmla="*/ 8420758 w 10799257"/>
              <a:gd name="connsiteY63" fmla="*/ 3098304 h 3098304"/>
              <a:gd name="connsiteX64" fmla="*/ 8426715 w 10799257"/>
              <a:gd name="connsiteY64" fmla="*/ 3089469 h 3098304"/>
              <a:gd name="connsiteX65" fmla="*/ 8481683 w 10799257"/>
              <a:gd name="connsiteY65" fmla="*/ 3066700 h 3098304"/>
              <a:gd name="connsiteX66" fmla="*/ 8298167 w 10799257"/>
              <a:gd name="connsiteY66" fmla="*/ 3066700 h 3098304"/>
              <a:gd name="connsiteX67" fmla="*/ 8353135 w 10799257"/>
              <a:gd name="connsiteY67" fmla="*/ 3089469 h 3098304"/>
              <a:gd name="connsiteX68" fmla="*/ 8359092 w 10799257"/>
              <a:gd name="connsiteY68" fmla="*/ 3098304 h 3098304"/>
              <a:gd name="connsiteX69" fmla="*/ 8237242 w 10799257"/>
              <a:gd name="connsiteY69" fmla="*/ 3098304 h 3098304"/>
              <a:gd name="connsiteX70" fmla="*/ 8243199 w 10799257"/>
              <a:gd name="connsiteY70" fmla="*/ 3089469 h 3098304"/>
              <a:gd name="connsiteX71" fmla="*/ 8298167 w 10799257"/>
              <a:gd name="connsiteY71" fmla="*/ 3066700 h 3098304"/>
              <a:gd name="connsiteX72" fmla="*/ 8109949 w 10799257"/>
              <a:gd name="connsiteY72" fmla="*/ 3066700 h 3098304"/>
              <a:gd name="connsiteX73" fmla="*/ 8164917 w 10799257"/>
              <a:gd name="connsiteY73" fmla="*/ 3089469 h 3098304"/>
              <a:gd name="connsiteX74" fmla="*/ 8170874 w 10799257"/>
              <a:gd name="connsiteY74" fmla="*/ 3098304 h 3098304"/>
              <a:gd name="connsiteX75" fmla="*/ 8049024 w 10799257"/>
              <a:gd name="connsiteY75" fmla="*/ 3098304 h 3098304"/>
              <a:gd name="connsiteX76" fmla="*/ 8054981 w 10799257"/>
              <a:gd name="connsiteY76" fmla="*/ 3089469 h 3098304"/>
              <a:gd name="connsiteX77" fmla="*/ 8109949 w 10799257"/>
              <a:gd name="connsiteY77" fmla="*/ 3066700 h 3098304"/>
              <a:gd name="connsiteX78" fmla="*/ 7926432 w 10799257"/>
              <a:gd name="connsiteY78" fmla="*/ 3066700 h 3098304"/>
              <a:gd name="connsiteX79" fmla="*/ 7981400 w 10799257"/>
              <a:gd name="connsiteY79" fmla="*/ 3089469 h 3098304"/>
              <a:gd name="connsiteX80" fmla="*/ 7987357 w 10799257"/>
              <a:gd name="connsiteY80" fmla="*/ 3098304 h 3098304"/>
              <a:gd name="connsiteX81" fmla="*/ 7865507 w 10799257"/>
              <a:gd name="connsiteY81" fmla="*/ 3098304 h 3098304"/>
              <a:gd name="connsiteX82" fmla="*/ 7871464 w 10799257"/>
              <a:gd name="connsiteY82" fmla="*/ 3089469 h 3098304"/>
              <a:gd name="connsiteX83" fmla="*/ 7926432 w 10799257"/>
              <a:gd name="connsiteY83" fmla="*/ 3066700 h 3098304"/>
              <a:gd name="connsiteX84" fmla="*/ 7738211 w 10799257"/>
              <a:gd name="connsiteY84" fmla="*/ 3066700 h 3098304"/>
              <a:gd name="connsiteX85" fmla="*/ 7793179 w 10799257"/>
              <a:gd name="connsiteY85" fmla="*/ 3089469 h 3098304"/>
              <a:gd name="connsiteX86" fmla="*/ 7799135 w 10799257"/>
              <a:gd name="connsiteY86" fmla="*/ 3098304 h 3098304"/>
              <a:gd name="connsiteX87" fmla="*/ 7677286 w 10799257"/>
              <a:gd name="connsiteY87" fmla="*/ 3098304 h 3098304"/>
              <a:gd name="connsiteX88" fmla="*/ 7683243 w 10799257"/>
              <a:gd name="connsiteY88" fmla="*/ 3089469 h 3098304"/>
              <a:gd name="connsiteX89" fmla="*/ 7738211 w 10799257"/>
              <a:gd name="connsiteY89" fmla="*/ 3066700 h 3098304"/>
              <a:gd name="connsiteX90" fmla="*/ 7554693 w 10799257"/>
              <a:gd name="connsiteY90" fmla="*/ 3066700 h 3098304"/>
              <a:gd name="connsiteX91" fmla="*/ 7609661 w 10799257"/>
              <a:gd name="connsiteY91" fmla="*/ 3089469 h 3098304"/>
              <a:gd name="connsiteX92" fmla="*/ 7615618 w 10799257"/>
              <a:gd name="connsiteY92" fmla="*/ 3098304 h 3098304"/>
              <a:gd name="connsiteX93" fmla="*/ 7493769 w 10799257"/>
              <a:gd name="connsiteY93" fmla="*/ 3098304 h 3098304"/>
              <a:gd name="connsiteX94" fmla="*/ 7499725 w 10799257"/>
              <a:gd name="connsiteY94" fmla="*/ 3089469 h 3098304"/>
              <a:gd name="connsiteX95" fmla="*/ 7554693 w 10799257"/>
              <a:gd name="connsiteY95" fmla="*/ 3066700 h 3098304"/>
              <a:gd name="connsiteX96" fmla="*/ 7366472 w 10799257"/>
              <a:gd name="connsiteY96" fmla="*/ 3066700 h 3098304"/>
              <a:gd name="connsiteX97" fmla="*/ 7421441 w 10799257"/>
              <a:gd name="connsiteY97" fmla="*/ 3089469 h 3098304"/>
              <a:gd name="connsiteX98" fmla="*/ 7427397 w 10799257"/>
              <a:gd name="connsiteY98" fmla="*/ 3098304 h 3098304"/>
              <a:gd name="connsiteX99" fmla="*/ 7305548 w 10799257"/>
              <a:gd name="connsiteY99" fmla="*/ 3098304 h 3098304"/>
              <a:gd name="connsiteX100" fmla="*/ 7311505 w 10799257"/>
              <a:gd name="connsiteY100" fmla="*/ 3089469 h 3098304"/>
              <a:gd name="connsiteX101" fmla="*/ 7366472 w 10799257"/>
              <a:gd name="connsiteY101" fmla="*/ 3066700 h 3098304"/>
              <a:gd name="connsiteX102" fmla="*/ 7178251 w 10799257"/>
              <a:gd name="connsiteY102" fmla="*/ 3066700 h 3098304"/>
              <a:gd name="connsiteX103" fmla="*/ 7233220 w 10799257"/>
              <a:gd name="connsiteY103" fmla="*/ 3089469 h 3098304"/>
              <a:gd name="connsiteX104" fmla="*/ 7239176 w 10799257"/>
              <a:gd name="connsiteY104" fmla="*/ 3098304 h 3098304"/>
              <a:gd name="connsiteX105" fmla="*/ 7117326 w 10799257"/>
              <a:gd name="connsiteY105" fmla="*/ 3098304 h 3098304"/>
              <a:gd name="connsiteX106" fmla="*/ 7123283 w 10799257"/>
              <a:gd name="connsiteY106" fmla="*/ 3089469 h 3098304"/>
              <a:gd name="connsiteX107" fmla="*/ 7178251 w 10799257"/>
              <a:gd name="connsiteY107" fmla="*/ 3066700 h 3098304"/>
              <a:gd name="connsiteX108" fmla="*/ 6985327 w 10799257"/>
              <a:gd name="connsiteY108" fmla="*/ 3066700 h 3098304"/>
              <a:gd name="connsiteX109" fmla="*/ 7040295 w 10799257"/>
              <a:gd name="connsiteY109" fmla="*/ 3089469 h 3098304"/>
              <a:gd name="connsiteX110" fmla="*/ 7046252 w 10799257"/>
              <a:gd name="connsiteY110" fmla="*/ 3098304 h 3098304"/>
              <a:gd name="connsiteX111" fmla="*/ 6924402 w 10799257"/>
              <a:gd name="connsiteY111" fmla="*/ 3098304 h 3098304"/>
              <a:gd name="connsiteX112" fmla="*/ 6930358 w 10799257"/>
              <a:gd name="connsiteY112" fmla="*/ 3089469 h 3098304"/>
              <a:gd name="connsiteX113" fmla="*/ 6985327 w 10799257"/>
              <a:gd name="connsiteY113" fmla="*/ 3066700 h 3098304"/>
              <a:gd name="connsiteX114" fmla="*/ 6801807 w 10799257"/>
              <a:gd name="connsiteY114" fmla="*/ 3066700 h 3098304"/>
              <a:gd name="connsiteX115" fmla="*/ 6856775 w 10799257"/>
              <a:gd name="connsiteY115" fmla="*/ 3089469 h 3098304"/>
              <a:gd name="connsiteX116" fmla="*/ 6862732 w 10799257"/>
              <a:gd name="connsiteY116" fmla="*/ 3098304 h 3098304"/>
              <a:gd name="connsiteX117" fmla="*/ 6740882 w 10799257"/>
              <a:gd name="connsiteY117" fmla="*/ 3098304 h 3098304"/>
              <a:gd name="connsiteX118" fmla="*/ 6746839 w 10799257"/>
              <a:gd name="connsiteY118" fmla="*/ 3089469 h 3098304"/>
              <a:gd name="connsiteX119" fmla="*/ 6801807 w 10799257"/>
              <a:gd name="connsiteY119" fmla="*/ 3066700 h 3098304"/>
              <a:gd name="connsiteX120" fmla="*/ 5681918 w 10799257"/>
              <a:gd name="connsiteY120" fmla="*/ 3066700 h 3098304"/>
              <a:gd name="connsiteX121" fmla="*/ 5736863 w 10799257"/>
              <a:gd name="connsiteY121" fmla="*/ 3089469 h 3098304"/>
              <a:gd name="connsiteX122" fmla="*/ 5742818 w 10799257"/>
              <a:gd name="connsiteY122" fmla="*/ 3098304 h 3098304"/>
              <a:gd name="connsiteX123" fmla="*/ 5620982 w 10799257"/>
              <a:gd name="connsiteY123" fmla="*/ 3098304 h 3098304"/>
              <a:gd name="connsiteX124" fmla="*/ 5626940 w 10799257"/>
              <a:gd name="connsiteY124" fmla="*/ 3089469 h 3098304"/>
              <a:gd name="connsiteX125" fmla="*/ 5681918 w 10799257"/>
              <a:gd name="connsiteY125" fmla="*/ 3066700 h 3098304"/>
              <a:gd name="connsiteX126" fmla="*/ 5498376 w 10799257"/>
              <a:gd name="connsiteY126" fmla="*/ 3066700 h 3098304"/>
              <a:gd name="connsiteX127" fmla="*/ 5553349 w 10799257"/>
              <a:gd name="connsiteY127" fmla="*/ 3089469 h 3098304"/>
              <a:gd name="connsiteX128" fmla="*/ 5559307 w 10799257"/>
              <a:gd name="connsiteY128" fmla="*/ 3098304 h 3098304"/>
              <a:gd name="connsiteX129" fmla="*/ 5437452 w 10799257"/>
              <a:gd name="connsiteY129" fmla="*/ 3098304 h 3098304"/>
              <a:gd name="connsiteX130" fmla="*/ 5443409 w 10799257"/>
              <a:gd name="connsiteY130" fmla="*/ 3089469 h 3098304"/>
              <a:gd name="connsiteX131" fmla="*/ 5498376 w 10799257"/>
              <a:gd name="connsiteY131" fmla="*/ 3066700 h 3098304"/>
              <a:gd name="connsiteX132" fmla="*/ 5310161 w 10799257"/>
              <a:gd name="connsiteY132" fmla="*/ 3066700 h 3098304"/>
              <a:gd name="connsiteX133" fmla="*/ 5365128 w 10799257"/>
              <a:gd name="connsiteY133" fmla="*/ 3089469 h 3098304"/>
              <a:gd name="connsiteX134" fmla="*/ 5371085 w 10799257"/>
              <a:gd name="connsiteY134" fmla="*/ 3098304 h 3098304"/>
              <a:gd name="connsiteX135" fmla="*/ 5249241 w 10799257"/>
              <a:gd name="connsiteY135" fmla="*/ 3098304 h 3098304"/>
              <a:gd name="connsiteX136" fmla="*/ 5255197 w 10799257"/>
              <a:gd name="connsiteY136" fmla="*/ 3089469 h 3098304"/>
              <a:gd name="connsiteX137" fmla="*/ 5310161 w 10799257"/>
              <a:gd name="connsiteY137" fmla="*/ 3066700 h 3098304"/>
              <a:gd name="connsiteX138" fmla="*/ 5126649 w 10799257"/>
              <a:gd name="connsiteY138" fmla="*/ 3066700 h 3098304"/>
              <a:gd name="connsiteX139" fmla="*/ 5181620 w 10799257"/>
              <a:gd name="connsiteY139" fmla="*/ 3089469 h 3098304"/>
              <a:gd name="connsiteX140" fmla="*/ 5187576 w 10799257"/>
              <a:gd name="connsiteY140" fmla="*/ 3098304 h 3098304"/>
              <a:gd name="connsiteX141" fmla="*/ 5065733 w 10799257"/>
              <a:gd name="connsiteY141" fmla="*/ 3098304 h 3098304"/>
              <a:gd name="connsiteX142" fmla="*/ 5071690 w 10799257"/>
              <a:gd name="connsiteY142" fmla="*/ 3089469 h 3098304"/>
              <a:gd name="connsiteX143" fmla="*/ 5126649 w 10799257"/>
              <a:gd name="connsiteY143" fmla="*/ 3066700 h 3098304"/>
              <a:gd name="connsiteX144" fmla="*/ 2129305 w 10799257"/>
              <a:gd name="connsiteY144" fmla="*/ 3066700 h 3098304"/>
              <a:gd name="connsiteX145" fmla="*/ 2184268 w 10799257"/>
              <a:gd name="connsiteY145" fmla="*/ 3089469 h 3098304"/>
              <a:gd name="connsiteX146" fmla="*/ 2190224 w 10799257"/>
              <a:gd name="connsiteY146" fmla="*/ 3098304 h 3098304"/>
              <a:gd name="connsiteX147" fmla="*/ 2068384 w 10799257"/>
              <a:gd name="connsiteY147" fmla="*/ 3098304 h 3098304"/>
              <a:gd name="connsiteX148" fmla="*/ 2074340 w 10799257"/>
              <a:gd name="connsiteY148" fmla="*/ 3089469 h 3098304"/>
              <a:gd name="connsiteX149" fmla="*/ 2129305 w 10799257"/>
              <a:gd name="connsiteY149" fmla="*/ 3066700 h 3098304"/>
              <a:gd name="connsiteX150" fmla="*/ 1941099 w 10799257"/>
              <a:gd name="connsiteY150" fmla="*/ 3066700 h 3098304"/>
              <a:gd name="connsiteX151" fmla="*/ 1996064 w 10799257"/>
              <a:gd name="connsiteY151" fmla="*/ 3089469 h 3098304"/>
              <a:gd name="connsiteX152" fmla="*/ 2002020 w 10799257"/>
              <a:gd name="connsiteY152" fmla="*/ 3098304 h 3098304"/>
              <a:gd name="connsiteX153" fmla="*/ 1880181 w 10799257"/>
              <a:gd name="connsiteY153" fmla="*/ 3098304 h 3098304"/>
              <a:gd name="connsiteX154" fmla="*/ 1886137 w 10799257"/>
              <a:gd name="connsiteY154" fmla="*/ 3089469 h 3098304"/>
              <a:gd name="connsiteX155" fmla="*/ 1941099 w 10799257"/>
              <a:gd name="connsiteY155" fmla="*/ 3066700 h 3098304"/>
              <a:gd name="connsiteX156" fmla="*/ 1757600 w 10799257"/>
              <a:gd name="connsiteY156" fmla="*/ 3066700 h 3098304"/>
              <a:gd name="connsiteX157" fmla="*/ 1812565 w 10799257"/>
              <a:gd name="connsiteY157" fmla="*/ 3089469 h 3098304"/>
              <a:gd name="connsiteX158" fmla="*/ 1818521 w 10799257"/>
              <a:gd name="connsiteY158" fmla="*/ 3098304 h 3098304"/>
              <a:gd name="connsiteX159" fmla="*/ 1696678 w 10799257"/>
              <a:gd name="connsiteY159" fmla="*/ 3098304 h 3098304"/>
              <a:gd name="connsiteX160" fmla="*/ 1702633 w 10799257"/>
              <a:gd name="connsiteY160" fmla="*/ 3089469 h 3098304"/>
              <a:gd name="connsiteX161" fmla="*/ 1757600 w 10799257"/>
              <a:gd name="connsiteY161" fmla="*/ 3066700 h 3098304"/>
              <a:gd name="connsiteX162" fmla="*/ 1569376 w 10799257"/>
              <a:gd name="connsiteY162" fmla="*/ 3066700 h 3098304"/>
              <a:gd name="connsiteX163" fmla="*/ 1624355 w 10799257"/>
              <a:gd name="connsiteY163" fmla="*/ 3089469 h 3098304"/>
              <a:gd name="connsiteX164" fmla="*/ 1630311 w 10799257"/>
              <a:gd name="connsiteY164" fmla="*/ 3098304 h 3098304"/>
              <a:gd name="connsiteX165" fmla="*/ 1508459 w 10799257"/>
              <a:gd name="connsiteY165" fmla="*/ 3098304 h 3098304"/>
              <a:gd name="connsiteX166" fmla="*/ 1514416 w 10799257"/>
              <a:gd name="connsiteY166" fmla="*/ 3089469 h 3098304"/>
              <a:gd name="connsiteX167" fmla="*/ 1569376 w 10799257"/>
              <a:gd name="connsiteY167" fmla="*/ 3066700 h 3098304"/>
              <a:gd name="connsiteX168" fmla="*/ 1385849 w 10799257"/>
              <a:gd name="connsiteY168" fmla="*/ 3066700 h 3098304"/>
              <a:gd name="connsiteX169" fmla="*/ 1440826 w 10799257"/>
              <a:gd name="connsiteY169" fmla="*/ 3089469 h 3098304"/>
              <a:gd name="connsiteX170" fmla="*/ 1446784 w 10799257"/>
              <a:gd name="connsiteY170" fmla="*/ 3098304 h 3098304"/>
              <a:gd name="connsiteX171" fmla="*/ 1324913 w 10799257"/>
              <a:gd name="connsiteY171" fmla="*/ 3098304 h 3098304"/>
              <a:gd name="connsiteX172" fmla="*/ 1330871 w 10799257"/>
              <a:gd name="connsiteY172" fmla="*/ 3089469 h 3098304"/>
              <a:gd name="connsiteX173" fmla="*/ 1385849 w 10799257"/>
              <a:gd name="connsiteY173" fmla="*/ 3066700 h 3098304"/>
              <a:gd name="connsiteX174" fmla="*/ 1202313 w 10799257"/>
              <a:gd name="connsiteY174" fmla="*/ 3066700 h 3098304"/>
              <a:gd name="connsiteX175" fmla="*/ 1257283 w 10799257"/>
              <a:gd name="connsiteY175" fmla="*/ 3089469 h 3098304"/>
              <a:gd name="connsiteX176" fmla="*/ 1263240 w 10799257"/>
              <a:gd name="connsiteY176" fmla="*/ 3098304 h 3098304"/>
              <a:gd name="connsiteX177" fmla="*/ 1141397 w 10799257"/>
              <a:gd name="connsiteY177" fmla="*/ 3098304 h 3098304"/>
              <a:gd name="connsiteX178" fmla="*/ 1147351 w 10799257"/>
              <a:gd name="connsiteY178" fmla="*/ 3089469 h 3098304"/>
              <a:gd name="connsiteX179" fmla="*/ 1202313 w 10799257"/>
              <a:gd name="connsiteY179" fmla="*/ 3066700 h 3098304"/>
              <a:gd name="connsiteX180" fmla="*/ 1014085 w 10799257"/>
              <a:gd name="connsiteY180" fmla="*/ 3066700 h 3098304"/>
              <a:gd name="connsiteX181" fmla="*/ 1069068 w 10799257"/>
              <a:gd name="connsiteY181" fmla="*/ 3089469 h 3098304"/>
              <a:gd name="connsiteX182" fmla="*/ 1075026 w 10799257"/>
              <a:gd name="connsiteY182" fmla="*/ 3098304 h 3098304"/>
              <a:gd name="connsiteX183" fmla="*/ 953182 w 10799257"/>
              <a:gd name="connsiteY183" fmla="*/ 3098304 h 3098304"/>
              <a:gd name="connsiteX184" fmla="*/ 959138 w 10799257"/>
              <a:gd name="connsiteY184" fmla="*/ 3089469 h 3098304"/>
              <a:gd name="connsiteX185" fmla="*/ 1014085 w 10799257"/>
              <a:gd name="connsiteY185" fmla="*/ 3066700 h 3098304"/>
              <a:gd name="connsiteX186" fmla="*/ 830577 w 10799257"/>
              <a:gd name="connsiteY186" fmla="*/ 3066700 h 3098304"/>
              <a:gd name="connsiteX187" fmla="*/ 885549 w 10799257"/>
              <a:gd name="connsiteY187" fmla="*/ 3089469 h 3098304"/>
              <a:gd name="connsiteX188" fmla="*/ 891508 w 10799257"/>
              <a:gd name="connsiteY188" fmla="*/ 3098304 h 3098304"/>
              <a:gd name="connsiteX189" fmla="*/ 769649 w 10799257"/>
              <a:gd name="connsiteY189" fmla="*/ 3098304 h 3098304"/>
              <a:gd name="connsiteX190" fmla="*/ 775607 w 10799257"/>
              <a:gd name="connsiteY190" fmla="*/ 3089469 h 3098304"/>
              <a:gd name="connsiteX191" fmla="*/ 830577 w 10799257"/>
              <a:gd name="connsiteY191" fmla="*/ 3066700 h 3098304"/>
              <a:gd name="connsiteX192" fmla="*/ 642348 w 10799257"/>
              <a:gd name="connsiteY192" fmla="*/ 3066700 h 3098304"/>
              <a:gd name="connsiteX193" fmla="*/ 697320 w 10799257"/>
              <a:gd name="connsiteY193" fmla="*/ 3089469 h 3098304"/>
              <a:gd name="connsiteX194" fmla="*/ 703276 w 10799257"/>
              <a:gd name="connsiteY194" fmla="*/ 3098304 h 3098304"/>
              <a:gd name="connsiteX195" fmla="*/ 581426 w 10799257"/>
              <a:gd name="connsiteY195" fmla="*/ 3098304 h 3098304"/>
              <a:gd name="connsiteX196" fmla="*/ 587383 w 10799257"/>
              <a:gd name="connsiteY196" fmla="*/ 3089469 h 3098304"/>
              <a:gd name="connsiteX197" fmla="*/ 642348 w 10799257"/>
              <a:gd name="connsiteY197" fmla="*/ 3066700 h 3098304"/>
              <a:gd name="connsiteX198" fmla="*/ 10721519 w 10799257"/>
              <a:gd name="connsiteY198" fmla="*/ 2902009 h 3098304"/>
              <a:gd name="connsiteX199" fmla="*/ 10799256 w 10799257"/>
              <a:gd name="connsiteY199" fmla="*/ 2979747 h 3098304"/>
              <a:gd name="connsiteX200" fmla="*/ 10721519 w 10799257"/>
              <a:gd name="connsiteY200" fmla="*/ 3057483 h 3098304"/>
              <a:gd name="connsiteX201" fmla="*/ 10643782 w 10799257"/>
              <a:gd name="connsiteY201" fmla="*/ 2979747 h 3098304"/>
              <a:gd name="connsiteX202" fmla="*/ 10721519 w 10799257"/>
              <a:gd name="connsiteY202" fmla="*/ 2902009 h 3098304"/>
              <a:gd name="connsiteX203" fmla="*/ 10349781 w 10799257"/>
              <a:gd name="connsiteY203" fmla="*/ 2902009 h 3098304"/>
              <a:gd name="connsiteX204" fmla="*/ 10427518 w 10799257"/>
              <a:gd name="connsiteY204" fmla="*/ 2979747 h 3098304"/>
              <a:gd name="connsiteX205" fmla="*/ 10349781 w 10799257"/>
              <a:gd name="connsiteY205" fmla="*/ 3057483 h 3098304"/>
              <a:gd name="connsiteX206" fmla="*/ 10272044 w 10799257"/>
              <a:gd name="connsiteY206" fmla="*/ 2979747 h 3098304"/>
              <a:gd name="connsiteX207" fmla="*/ 10349781 w 10799257"/>
              <a:gd name="connsiteY207" fmla="*/ 2902009 h 3098304"/>
              <a:gd name="connsiteX208" fmla="*/ 9978043 w 10799257"/>
              <a:gd name="connsiteY208" fmla="*/ 2902009 h 3098304"/>
              <a:gd name="connsiteX209" fmla="*/ 10055780 w 10799257"/>
              <a:gd name="connsiteY209" fmla="*/ 2979747 h 3098304"/>
              <a:gd name="connsiteX210" fmla="*/ 9978043 w 10799257"/>
              <a:gd name="connsiteY210" fmla="*/ 3057483 h 3098304"/>
              <a:gd name="connsiteX211" fmla="*/ 9900306 w 10799257"/>
              <a:gd name="connsiteY211" fmla="*/ 2979747 h 3098304"/>
              <a:gd name="connsiteX212" fmla="*/ 9978043 w 10799257"/>
              <a:gd name="connsiteY212" fmla="*/ 2902009 h 3098304"/>
              <a:gd name="connsiteX213" fmla="*/ 9789822 w 10799257"/>
              <a:gd name="connsiteY213" fmla="*/ 2902009 h 3098304"/>
              <a:gd name="connsiteX214" fmla="*/ 9867558 w 10799257"/>
              <a:gd name="connsiteY214" fmla="*/ 2979747 h 3098304"/>
              <a:gd name="connsiteX215" fmla="*/ 9789822 w 10799257"/>
              <a:gd name="connsiteY215" fmla="*/ 3057483 h 3098304"/>
              <a:gd name="connsiteX216" fmla="*/ 9712085 w 10799257"/>
              <a:gd name="connsiteY216" fmla="*/ 2979747 h 3098304"/>
              <a:gd name="connsiteX217" fmla="*/ 9789822 w 10799257"/>
              <a:gd name="connsiteY217" fmla="*/ 2902009 h 3098304"/>
              <a:gd name="connsiteX218" fmla="*/ 9606306 w 10799257"/>
              <a:gd name="connsiteY218" fmla="*/ 2902009 h 3098304"/>
              <a:gd name="connsiteX219" fmla="*/ 9684043 w 10799257"/>
              <a:gd name="connsiteY219" fmla="*/ 2979747 h 3098304"/>
              <a:gd name="connsiteX220" fmla="*/ 9606306 w 10799257"/>
              <a:gd name="connsiteY220" fmla="*/ 3057483 h 3098304"/>
              <a:gd name="connsiteX221" fmla="*/ 9528569 w 10799257"/>
              <a:gd name="connsiteY221" fmla="*/ 2979747 h 3098304"/>
              <a:gd name="connsiteX222" fmla="*/ 9606306 w 10799257"/>
              <a:gd name="connsiteY222" fmla="*/ 2902009 h 3098304"/>
              <a:gd name="connsiteX223" fmla="*/ 9413381 w 10799257"/>
              <a:gd name="connsiteY223" fmla="*/ 2902009 h 3098304"/>
              <a:gd name="connsiteX224" fmla="*/ 9491118 w 10799257"/>
              <a:gd name="connsiteY224" fmla="*/ 2979747 h 3098304"/>
              <a:gd name="connsiteX225" fmla="*/ 9413381 w 10799257"/>
              <a:gd name="connsiteY225" fmla="*/ 3057483 h 3098304"/>
              <a:gd name="connsiteX226" fmla="*/ 9335644 w 10799257"/>
              <a:gd name="connsiteY226" fmla="*/ 2979747 h 3098304"/>
              <a:gd name="connsiteX227" fmla="*/ 9413381 w 10799257"/>
              <a:gd name="connsiteY227" fmla="*/ 2902009 h 3098304"/>
              <a:gd name="connsiteX228" fmla="*/ 9234570 w 10799257"/>
              <a:gd name="connsiteY228" fmla="*/ 2902009 h 3098304"/>
              <a:gd name="connsiteX229" fmla="*/ 9312307 w 10799257"/>
              <a:gd name="connsiteY229" fmla="*/ 2979747 h 3098304"/>
              <a:gd name="connsiteX230" fmla="*/ 9234570 w 10799257"/>
              <a:gd name="connsiteY230" fmla="*/ 3057483 h 3098304"/>
              <a:gd name="connsiteX231" fmla="*/ 9156833 w 10799257"/>
              <a:gd name="connsiteY231" fmla="*/ 2979747 h 3098304"/>
              <a:gd name="connsiteX232" fmla="*/ 9234570 w 10799257"/>
              <a:gd name="connsiteY232" fmla="*/ 2902009 h 3098304"/>
              <a:gd name="connsiteX233" fmla="*/ 9036939 w 10799257"/>
              <a:gd name="connsiteY233" fmla="*/ 2902009 h 3098304"/>
              <a:gd name="connsiteX234" fmla="*/ 9114675 w 10799257"/>
              <a:gd name="connsiteY234" fmla="*/ 2979747 h 3098304"/>
              <a:gd name="connsiteX235" fmla="*/ 9036939 w 10799257"/>
              <a:gd name="connsiteY235" fmla="*/ 3057483 h 3098304"/>
              <a:gd name="connsiteX236" fmla="*/ 8959202 w 10799257"/>
              <a:gd name="connsiteY236" fmla="*/ 2979747 h 3098304"/>
              <a:gd name="connsiteX237" fmla="*/ 9036939 w 10799257"/>
              <a:gd name="connsiteY237" fmla="*/ 2902009 h 3098304"/>
              <a:gd name="connsiteX238" fmla="*/ 8853421 w 10799257"/>
              <a:gd name="connsiteY238" fmla="*/ 2902009 h 3098304"/>
              <a:gd name="connsiteX239" fmla="*/ 8931158 w 10799257"/>
              <a:gd name="connsiteY239" fmla="*/ 2979747 h 3098304"/>
              <a:gd name="connsiteX240" fmla="*/ 8853421 w 10799257"/>
              <a:gd name="connsiteY240" fmla="*/ 3057483 h 3098304"/>
              <a:gd name="connsiteX241" fmla="*/ 8775685 w 10799257"/>
              <a:gd name="connsiteY241" fmla="*/ 2979747 h 3098304"/>
              <a:gd name="connsiteX242" fmla="*/ 8853421 w 10799257"/>
              <a:gd name="connsiteY242" fmla="*/ 2902009 h 3098304"/>
              <a:gd name="connsiteX243" fmla="*/ 8669908 w 10799257"/>
              <a:gd name="connsiteY243" fmla="*/ 2902009 h 3098304"/>
              <a:gd name="connsiteX244" fmla="*/ 8747645 w 10799257"/>
              <a:gd name="connsiteY244" fmla="*/ 2979747 h 3098304"/>
              <a:gd name="connsiteX245" fmla="*/ 8669908 w 10799257"/>
              <a:gd name="connsiteY245" fmla="*/ 3057483 h 3098304"/>
              <a:gd name="connsiteX246" fmla="*/ 8592171 w 10799257"/>
              <a:gd name="connsiteY246" fmla="*/ 2979747 h 3098304"/>
              <a:gd name="connsiteX247" fmla="*/ 8669908 w 10799257"/>
              <a:gd name="connsiteY247" fmla="*/ 2902009 h 3098304"/>
              <a:gd name="connsiteX248" fmla="*/ 8481684 w 10799257"/>
              <a:gd name="connsiteY248" fmla="*/ 2902009 h 3098304"/>
              <a:gd name="connsiteX249" fmla="*/ 8559421 w 10799257"/>
              <a:gd name="connsiteY249" fmla="*/ 2979747 h 3098304"/>
              <a:gd name="connsiteX250" fmla="*/ 8481684 w 10799257"/>
              <a:gd name="connsiteY250" fmla="*/ 3057483 h 3098304"/>
              <a:gd name="connsiteX251" fmla="*/ 8403948 w 10799257"/>
              <a:gd name="connsiteY251" fmla="*/ 2979747 h 3098304"/>
              <a:gd name="connsiteX252" fmla="*/ 8481684 w 10799257"/>
              <a:gd name="connsiteY252" fmla="*/ 2902009 h 3098304"/>
              <a:gd name="connsiteX253" fmla="*/ 8298167 w 10799257"/>
              <a:gd name="connsiteY253" fmla="*/ 2902009 h 3098304"/>
              <a:gd name="connsiteX254" fmla="*/ 8375904 w 10799257"/>
              <a:gd name="connsiteY254" fmla="*/ 2979747 h 3098304"/>
              <a:gd name="connsiteX255" fmla="*/ 8298167 w 10799257"/>
              <a:gd name="connsiteY255" fmla="*/ 3057483 h 3098304"/>
              <a:gd name="connsiteX256" fmla="*/ 8220430 w 10799257"/>
              <a:gd name="connsiteY256" fmla="*/ 2979747 h 3098304"/>
              <a:gd name="connsiteX257" fmla="*/ 8298167 w 10799257"/>
              <a:gd name="connsiteY257" fmla="*/ 2902009 h 3098304"/>
              <a:gd name="connsiteX258" fmla="*/ 8109949 w 10799257"/>
              <a:gd name="connsiteY258" fmla="*/ 2902009 h 3098304"/>
              <a:gd name="connsiteX259" fmla="*/ 8187686 w 10799257"/>
              <a:gd name="connsiteY259" fmla="*/ 2979747 h 3098304"/>
              <a:gd name="connsiteX260" fmla="*/ 8109949 w 10799257"/>
              <a:gd name="connsiteY260" fmla="*/ 3057483 h 3098304"/>
              <a:gd name="connsiteX261" fmla="*/ 8032212 w 10799257"/>
              <a:gd name="connsiteY261" fmla="*/ 2979747 h 3098304"/>
              <a:gd name="connsiteX262" fmla="*/ 8109949 w 10799257"/>
              <a:gd name="connsiteY262" fmla="*/ 2902009 h 3098304"/>
              <a:gd name="connsiteX263" fmla="*/ 7926434 w 10799257"/>
              <a:gd name="connsiteY263" fmla="*/ 2902009 h 3098304"/>
              <a:gd name="connsiteX264" fmla="*/ 8004171 w 10799257"/>
              <a:gd name="connsiteY264" fmla="*/ 2979747 h 3098304"/>
              <a:gd name="connsiteX265" fmla="*/ 7926434 w 10799257"/>
              <a:gd name="connsiteY265" fmla="*/ 3057483 h 3098304"/>
              <a:gd name="connsiteX266" fmla="*/ 7848697 w 10799257"/>
              <a:gd name="connsiteY266" fmla="*/ 2979747 h 3098304"/>
              <a:gd name="connsiteX267" fmla="*/ 7926434 w 10799257"/>
              <a:gd name="connsiteY267" fmla="*/ 2902009 h 3098304"/>
              <a:gd name="connsiteX268" fmla="*/ 7738213 w 10799257"/>
              <a:gd name="connsiteY268" fmla="*/ 2902009 h 3098304"/>
              <a:gd name="connsiteX269" fmla="*/ 7815950 w 10799257"/>
              <a:gd name="connsiteY269" fmla="*/ 2979747 h 3098304"/>
              <a:gd name="connsiteX270" fmla="*/ 7738213 w 10799257"/>
              <a:gd name="connsiteY270" fmla="*/ 3057483 h 3098304"/>
              <a:gd name="connsiteX271" fmla="*/ 7660476 w 10799257"/>
              <a:gd name="connsiteY271" fmla="*/ 2979747 h 3098304"/>
              <a:gd name="connsiteX272" fmla="*/ 7738213 w 10799257"/>
              <a:gd name="connsiteY272" fmla="*/ 2902009 h 3098304"/>
              <a:gd name="connsiteX273" fmla="*/ 7554696 w 10799257"/>
              <a:gd name="connsiteY273" fmla="*/ 2902009 h 3098304"/>
              <a:gd name="connsiteX274" fmla="*/ 7632433 w 10799257"/>
              <a:gd name="connsiteY274" fmla="*/ 2979747 h 3098304"/>
              <a:gd name="connsiteX275" fmla="*/ 7554696 w 10799257"/>
              <a:gd name="connsiteY275" fmla="*/ 3057483 h 3098304"/>
              <a:gd name="connsiteX276" fmla="*/ 7476959 w 10799257"/>
              <a:gd name="connsiteY276" fmla="*/ 2979747 h 3098304"/>
              <a:gd name="connsiteX277" fmla="*/ 7554696 w 10799257"/>
              <a:gd name="connsiteY277" fmla="*/ 2902009 h 3098304"/>
              <a:gd name="connsiteX278" fmla="*/ 7178251 w 10799257"/>
              <a:gd name="connsiteY278" fmla="*/ 2902009 h 3098304"/>
              <a:gd name="connsiteX279" fmla="*/ 7255988 w 10799257"/>
              <a:gd name="connsiteY279" fmla="*/ 2979747 h 3098304"/>
              <a:gd name="connsiteX280" fmla="*/ 7178251 w 10799257"/>
              <a:gd name="connsiteY280" fmla="*/ 3057483 h 3098304"/>
              <a:gd name="connsiteX281" fmla="*/ 7100514 w 10799257"/>
              <a:gd name="connsiteY281" fmla="*/ 2979747 h 3098304"/>
              <a:gd name="connsiteX282" fmla="*/ 7178251 w 10799257"/>
              <a:gd name="connsiteY282" fmla="*/ 2902009 h 3098304"/>
              <a:gd name="connsiteX283" fmla="*/ 6985327 w 10799257"/>
              <a:gd name="connsiteY283" fmla="*/ 2902009 h 3098304"/>
              <a:gd name="connsiteX284" fmla="*/ 7063064 w 10799257"/>
              <a:gd name="connsiteY284" fmla="*/ 2979747 h 3098304"/>
              <a:gd name="connsiteX285" fmla="*/ 6985327 w 10799257"/>
              <a:gd name="connsiteY285" fmla="*/ 3057483 h 3098304"/>
              <a:gd name="connsiteX286" fmla="*/ 6907590 w 10799257"/>
              <a:gd name="connsiteY286" fmla="*/ 2979747 h 3098304"/>
              <a:gd name="connsiteX287" fmla="*/ 6985327 w 10799257"/>
              <a:gd name="connsiteY287" fmla="*/ 2902009 h 3098304"/>
              <a:gd name="connsiteX288" fmla="*/ 6801810 w 10799257"/>
              <a:gd name="connsiteY288" fmla="*/ 2902009 h 3098304"/>
              <a:gd name="connsiteX289" fmla="*/ 6879546 w 10799257"/>
              <a:gd name="connsiteY289" fmla="*/ 2979747 h 3098304"/>
              <a:gd name="connsiteX290" fmla="*/ 6801810 w 10799257"/>
              <a:gd name="connsiteY290" fmla="*/ 3057483 h 3098304"/>
              <a:gd name="connsiteX291" fmla="*/ 6724073 w 10799257"/>
              <a:gd name="connsiteY291" fmla="*/ 2979747 h 3098304"/>
              <a:gd name="connsiteX292" fmla="*/ 6801810 w 10799257"/>
              <a:gd name="connsiteY292" fmla="*/ 2902009 h 3098304"/>
              <a:gd name="connsiteX293" fmla="*/ 6613588 w 10799257"/>
              <a:gd name="connsiteY293" fmla="*/ 2902009 h 3098304"/>
              <a:gd name="connsiteX294" fmla="*/ 6691325 w 10799257"/>
              <a:gd name="connsiteY294" fmla="*/ 2979747 h 3098304"/>
              <a:gd name="connsiteX295" fmla="*/ 6613588 w 10799257"/>
              <a:gd name="connsiteY295" fmla="*/ 3057483 h 3098304"/>
              <a:gd name="connsiteX296" fmla="*/ 6535852 w 10799257"/>
              <a:gd name="connsiteY296" fmla="*/ 2979747 h 3098304"/>
              <a:gd name="connsiteX297" fmla="*/ 6613588 w 10799257"/>
              <a:gd name="connsiteY297" fmla="*/ 2902009 h 3098304"/>
              <a:gd name="connsiteX298" fmla="*/ 6425367 w 10799257"/>
              <a:gd name="connsiteY298" fmla="*/ 2902009 h 3098304"/>
              <a:gd name="connsiteX299" fmla="*/ 6503104 w 10799257"/>
              <a:gd name="connsiteY299" fmla="*/ 2979747 h 3098304"/>
              <a:gd name="connsiteX300" fmla="*/ 6425367 w 10799257"/>
              <a:gd name="connsiteY300" fmla="*/ 3057483 h 3098304"/>
              <a:gd name="connsiteX301" fmla="*/ 6347631 w 10799257"/>
              <a:gd name="connsiteY301" fmla="*/ 2979747 h 3098304"/>
              <a:gd name="connsiteX302" fmla="*/ 6425367 w 10799257"/>
              <a:gd name="connsiteY302" fmla="*/ 2902009 h 3098304"/>
              <a:gd name="connsiteX303" fmla="*/ 6241850 w 10799257"/>
              <a:gd name="connsiteY303" fmla="*/ 2902009 h 3098304"/>
              <a:gd name="connsiteX304" fmla="*/ 6319587 w 10799257"/>
              <a:gd name="connsiteY304" fmla="*/ 2979747 h 3098304"/>
              <a:gd name="connsiteX305" fmla="*/ 6241850 w 10799257"/>
              <a:gd name="connsiteY305" fmla="*/ 3057483 h 3098304"/>
              <a:gd name="connsiteX306" fmla="*/ 6164113 w 10799257"/>
              <a:gd name="connsiteY306" fmla="*/ 2979747 h 3098304"/>
              <a:gd name="connsiteX307" fmla="*/ 6241850 w 10799257"/>
              <a:gd name="connsiteY307" fmla="*/ 2902009 h 3098304"/>
              <a:gd name="connsiteX308" fmla="*/ 5870113 w 10799257"/>
              <a:gd name="connsiteY308" fmla="*/ 2902009 h 3098304"/>
              <a:gd name="connsiteX309" fmla="*/ 5947850 w 10799257"/>
              <a:gd name="connsiteY309" fmla="*/ 2979747 h 3098304"/>
              <a:gd name="connsiteX310" fmla="*/ 5870113 w 10799257"/>
              <a:gd name="connsiteY310" fmla="*/ 3057483 h 3098304"/>
              <a:gd name="connsiteX311" fmla="*/ 5792376 w 10799257"/>
              <a:gd name="connsiteY311" fmla="*/ 2979747 h 3098304"/>
              <a:gd name="connsiteX312" fmla="*/ 5870113 w 10799257"/>
              <a:gd name="connsiteY312" fmla="*/ 2902009 h 3098304"/>
              <a:gd name="connsiteX313" fmla="*/ 5126655 w 10799257"/>
              <a:gd name="connsiteY313" fmla="*/ 2902009 h 3098304"/>
              <a:gd name="connsiteX314" fmla="*/ 5204389 w 10799257"/>
              <a:gd name="connsiteY314" fmla="*/ 2979747 h 3098304"/>
              <a:gd name="connsiteX315" fmla="*/ 5126655 w 10799257"/>
              <a:gd name="connsiteY315" fmla="*/ 3057483 h 3098304"/>
              <a:gd name="connsiteX316" fmla="*/ 5048921 w 10799257"/>
              <a:gd name="connsiteY316" fmla="*/ 2979747 h 3098304"/>
              <a:gd name="connsiteX317" fmla="*/ 5126655 w 10799257"/>
              <a:gd name="connsiteY317" fmla="*/ 2902009 h 3098304"/>
              <a:gd name="connsiteX318" fmla="*/ 4938438 w 10799257"/>
              <a:gd name="connsiteY318" fmla="*/ 2902009 h 3098304"/>
              <a:gd name="connsiteX319" fmla="*/ 5016170 w 10799257"/>
              <a:gd name="connsiteY319" fmla="*/ 2979747 h 3098304"/>
              <a:gd name="connsiteX320" fmla="*/ 4938438 w 10799257"/>
              <a:gd name="connsiteY320" fmla="*/ 3057483 h 3098304"/>
              <a:gd name="connsiteX321" fmla="*/ 4860700 w 10799257"/>
              <a:gd name="connsiteY321" fmla="*/ 2979747 h 3098304"/>
              <a:gd name="connsiteX322" fmla="*/ 4938438 w 10799257"/>
              <a:gd name="connsiteY322" fmla="*/ 2902009 h 3098304"/>
              <a:gd name="connsiteX323" fmla="*/ 2317516 w 10799257"/>
              <a:gd name="connsiteY323" fmla="*/ 2902009 h 3098304"/>
              <a:gd name="connsiteX324" fmla="*/ 2395256 w 10799257"/>
              <a:gd name="connsiteY324" fmla="*/ 2979747 h 3098304"/>
              <a:gd name="connsiteX325" fmla="*/ 2317516 w 10799257"/>
              <a:gd name="connsiteY325" fmla="*/ 3057483 h 3098304"/>
              <a:gd name="connsiteX326" fmla="*/ 2239787 w 10799257"/>
              <a:gd name="connsiteY326" fmla="*/ 2979747 h 3098304"/>
              <a:gd name="connsiteX327" fmla="*/ 2317516 w 10799257"/>
              <a:gd name="connsiteY327" fmla="*/ 2902009 h 3098304"/>
              <a:gd name="connsiteX328" fmla="*/ 2129311 w 10799257"/>
              <a:gd name="connsiteY328" fmla="*/ 2902009 h 3098304"/>
              <a:gd name="connsiteX329" fmla="*/ 2207040 w 10799257"/>
              <a:gd name="connsiteY329" fmla="*/ 2979747 h 3098304"/>
              <a:gd name="connsiteX330" fmla="*/ 2129311 w 10799257"/>
              <a:gd name="connsiteY330" fmla="*/ 3057483 h 3098304"/>
              <a:gd name="connsiteX331" fmla="*/ 2051581 w 10799257"/>
              <a:gd name="connsiteY331" fmla="*/ 2979747 h 3098304"/>
              <a:gd name="connsiteX332" fmla="*/ 2129311 w 10799257"/>
              <a:gd name="connsiteY332" fmla="*/ 2902009 h 3098304"/>
              <a:gd name="connsiteX333" fmla="*/ 1941108 w 10799257"/>
              <a:gd name="connsiteY333" fmla="*/ 2902009 h 3098304"/>
              <a:gd name="connsiteX334" fmla="*/ 2018839 w 10799257"/>
              <a:gd name="connsiteY334" fmla="*/ 2979747 h 3098304"/>
              <a:gd name="connsiteX335" fmla="*/ 1941108 w 10799257"/>
              <a:gd name="connsiteY335" fmla="*/ 3057483 h 3098304"/>
              <a:gd name="connsiteX336" fmla="*/ 1863379 w 10799257"/>
              <a:gd name="connsiteY336" fmla="*/ 2979747 h 3098304"/>
              <a:gd name="connsiteX337" fmla="*/ 1941108 w 10799257"/>
              <a:gd name="connsiteY337" fmla="*/ 2902009 h 3098304"/>
              <a:gd name="connsiteX338" fmla="*/ 1757610 w 10799257"/>
              <a:gd name="connsiteY338" fmla="*/ 2902009 h 3098304"/>
              <a:gd name="connsiteX339" fmla="*/ 1835341 w 10799257"/>
              <a:gd name="connsiteY339" fmla="*/ 2979747 h 3098304"/>
              <a:gd name="connsiteX340" fmla="*/ 1757610 w 10799257"/>
              <a:gd name="connsiteY340" fmla="*/ 3057483 h 3098304"/>
              <a:gd name="connsiteX341" fmla="*/ 1679879 w 10799257"/>
              <a:gd name="connsiteY341" fmla="*/ 2979747 h 3098304"/>
              <a:gd name="connsiteX342" fmla="*/ 1757610 w 10799257"/>
              <a:gd name="connsiteY342" fmla="*/ 2902009 h 3098304"/>
              <a:gd name="connsiteX343" fmla="*/ 1569376 w 10799257"/>
              <a:gd name="connsiteY343" fmla="*/ 2902009 h 3098304"/>
              <a:gd name="connsiteX344" fmla="*/ 1647137 w 10799257"/>
              <a:gd name="connsiteY344" fmla="*/ 2979747 h 3098304"/>
              <a:gd name="connsiteX345" fmla="*/ 1569376 w 10799257"/>
              <a:gd name="connsiteY345" fmla="*/ 3057483 h 3098304"/>
              <a:gd name="connsiteX346" fmla="*/ 1491657 w 10799257"/>
              <a:gd name="connsiteY346" fmla="*/ 2979747 h 3098304"/>
              <a:gd name="connsiteX347" fmla="*/ 1569376 w 10799257"/>
              <a:gd name="connsiteY347" fmla="*/ 2902009 h 3098304"/>
              <a:gd name="connsiteX348" fmla="*/ 1385857 w 10799257"/>
              <a:gd name="connsiteY348" fmla="*/ 2902009 h 3098304"/>
              <a:gd name="connsiteX349" fmla="*/ 1463610 w 10799257"/>
              <a:gd name="connsiteY349" fmla="*/ 2979747 h 3098304"/>
              <a:gd name="connsiteX350" fmla="*/ 1385857 w 10799257"/>
              <a:gd name="connsiteY350" fmla="*/ 3057483 h 3098304"/>
              <a:gd name="connsiteX351" fmla="*/ 1308106 w 10799257"/>
              <a:gd name="connsiteY351" fmla="*/ 2979747 h 3098304"/>
              <a:gd name="connsiteX352" fmla="*/ 1385857 w 10799257"/>
              <a:gd name="connsiteY352" fmla="*/ 2902009 h 3098304"/>
              <a:gd name="connsiteX353" fmla="*/ 1202320 w 10799257"/>
              <a:gd name="connsiteY353" fmla="*/ 2902009 h 3098304"/>
              <a:gd name="connsiteX354" fmla="*/ 1280058 w 10799257"/>
              <a:gd name="connsiteY354" fmla="*/ 2979747 h 3098304"/>
              <a:gd name="connsiteX355" fmla="*/ 1202320 w 10799257"/>
              <a:gd name="connsiteY355" fmla="*/ 3057483 h 3098304"/>
              <a:gd name="connsiteX356" fmla="*/ 1124603 w 10799257"/>
              <a:gd name="connsiteY356" fmla="*/ 2979747 h 3098304"/>
              <a:gd name="connsiteX357" fmla="*/ 1202320 w 10799257"/>
              <a:gd name="connsiteY357" fmla="*/ 2902009 h 3098304"/>
              <a:gd name="connsiteX358" fmla="*/ 1014100 w 10799257"/>
              <a:gd name="connsiteY358" fmla="*/ 2902009 h 3098304"/>
              <a:gd name="connsiteX359" fmla="*/ 1091847 w 10799257"/>
              <a:gd name="connsiteY359" fmla="*/ 2979747 h 3098304"/>
              <a:gd name="connsiteX360" fmla="*/ 1014100 w 10799257"/>
              <a:gd name="connsiteY360" fmla="*/ 3057483 h 3098304"/>
              <a:gd name="connsiteX361" fmla="*/ 936381 w 10799257"/>
              <a:gd name="connsiteY361" fmla="*/ 2979747 h 3098304"/>
              <a:gd name="connsiteX362" fmla="*/ 1014100 w 10799257"/>
              <a:gd name="connsiteY362" fmla="*/ 2902009 h 3098304"/>
              <a:gd name="connsiteX363" fmla="*/ 830585 w 10799257"/>
              <a:gd name="connsiteY363" fmla="*/ 2902009 h 3098304"/>
              <a:gd name="connsiteX364" fmla="*/ 908338 w 10799257"/>
              <a:gd name="connsiteY364" fmla="*/ 2979747 h 3098304"/>
              <a:gd name="connsiteX365" fmla="*/ 830585 w 10799257"/>
              <a:gd name="connsiteY365" fmla="*/ 3057483 h 3098304"/>
              <a:gd name="connsiteX366" fmla="*/ 752846 w 10799257"/>
              <a:gd name="connsiteY366" fmla="*/ 2979747 h 3098304"/>
              <a:gd name="connsiteX367" fmla="*/ 830585 w 10799257"/>
              <a:gd name="connsiteY367" fmla="*/ 2902009 h 3098304"/>
              <a:gd name="connsiteX368" fmla="*/ 642357 w 10799257"/>
              <a:gd name="connsiteY368" fmla="*/ 2902009 h 3098304"/>
              <a:gd name="connsiteX369" fmla="*/ 720097 w 10799257"/>
              <a:gd name="connsiteY369" fmla="*/ 2979747 h 3098304"/>
              <a:gd name="connsiteX370" fmla="*/ 642357 w 10799257"/>
              <a:gd name="connsiteY370" fmla="*/ 3057483 h 3098304"/>
              <a:gd name="connsiteX371" fmla="*/ 564622 w 10799257"/>
              <a:gd name="connsiteY371" fmla="*/ 2979747 h 3098304"/>
              <a:gd name="connsiteX372" fmla="*/ 642357 w 10799257"/>
              <a:gd name="connsiteY372" fmla="*/ 2902009 h 3098304"/>
              <a:gd name="connsiteX373" fmla="*/ 458842 w 10799257"/>
              <a:gd name="connsiteY373" fmla="*/ 2902009 h 3098304"/>
              <a:gd name="connsiteX374" fmla="*/ 536579 w 10799257"/>
              <a:gd name="connsiteY374" fmla="*/ 2979747 h 3098304"/>
              <a:gd name="connsiteX375" fmla="*/ 458842 w 10799257"/>
              <a:gd name="connsiteY375" fmla="*/ 3057483 h 3098304"/>
              <a:gd name="connsiteX376" fmla="*/ 381108 w 10799257"/>
              <a:gd name="connsiteY376" fmla="*/ 2979747 h 3098304"/>
              <a:gd name="connsiteX377" fmla="*/ 458842 w 10799257"/>
              <a:gd name="connsiteY377" fmla="*/ 2902009 h 3098304"/>
              <a:gd name="connsiteX378" fmla="*/ 458849 w 10799257"/>
              <a:gd name="connsiteY378" fmla="*/ 2727907 h 3098304"/>
              <a:gd name="connsiteX379" fmla="*/ 536586 w 10799257"/>
              <a:gd name="connsiteY379" fmla="*/ 2805643 h 3098304"/>
              <a:gd name="connsiteX380" fmla="*/ 458849 w 10799257"/>
              <a:gd name="connsiteY380" fmla="*/ 2883380 h 3098304"/>
              <a:gd name="connsiteX381" fmla="*/ 381115 w 10799257"/>
              <a:gd name="connsiteY381" fmla="*/ 2805643 h 3098304"/>
              <a:gd name="connsiteX382" fmla="*/ 458849 w 10799257"/>
              <a:gd name="connsiteY382" fmla="*/ 2727907 h 3098304"/>
              <a:gd name="connsiteX383" fmla="*/ 1202330 w 10799257"/>
              <a:gd name="connsiteY383" fmla="*/ 2727904 h 3098304"/>
              <a:gd name="connsiteX384" fmla="*/ 1280065 w 10799257"/>
              <a:gd name="connsiteY384" fmla="*/ 2805641 h 3098304"/>
              <a:gd name="connsiteX385" fmla="*/ 1202330 w 10799257"/>
              <a:gd name="connsiteY385" fmla="*/ 2883379 h 3098304"/>
              <a:gd name="connsiteX386" fmla="*/ 1124612 w 10799257"/>
              <a:gd name="connsiteY386" fmla="*/ 2805641 h 3098304"/>
              <a:gd name="connsiteX387" fmla="*/ 1202330 w 10799257"/>
              <a:gd name="connsiteY387" fmla="*/ 2727904 h 3098304"/>
              <a:gd name="connsiteX388" fmla="*/ 1014100 w 10799257"/>
              <a:gd name="connsiteY388" fmla="*/ 2727904 h 3098304"/>
              <a:gd name="connsiteX389" fmla="*/ 1091855 w 10799257"/>
              <a:gd name="connsiteY389" fmla="*/ 2805641 h 3098304"/>
              <a:gd name="connsiteX390" fmla="*/ 1014100 w 10799257"/>
              <a:gd name="connsiteY390" fmla="*/ 2883379 h 3098304"/>
              <a:gd name="connsiteX391" fmla="*/ 936391 w 10799257"/>
              <a:gd name="connsiteY391" fmla="*/ 2805641 h 3098304"/>
              <a:gd name="connsiteX392" fmla="*/ 1014100 w 10799257"/>
              <a:gd name="connsiteY392" fmla="*/ 2727904 h 3098304"/>
              <a:gd name="connsiteX393" fmla="*/ 830594 w 10799257"/>
              <a:gd name="connsiteY393" fmla="*/ 2727904 h 3098304"/>
              <a:gd name="connsiteX394" fmla="*/ 908346 w 10799257"/>
              <a:gd name="connsiteY394" fmla="*/ 2805641 h 3098304"/>
              <a:gd name="connsiteX395" fmla="*/ 830594 w 10799257"/>
              <a:gd name="connsiteY395" fmla="*/ 2883379 h 3098304"/>
              <a:gd name="connsiteX396" fmla="*/ 752853 w 10799257"/>
              <a:gd name="connsiteY396" fmla="*/ 2805641 h 3098304"/>
              <a:gd name="connsiteX397" fmla="*/ 830594 w 10799257"/>
              <a:gd name="connsiteY397" fmla="*/ 2727904 h 3098304"/>
              <a:gd name="connsiteX398" fmla="*/ 642364 w 10799257"/>
              <a:gd name="connsiteY398" fmla="*/ 2727904 h 3098304"/>
              <a:gd name="connsiteX399" fmla="*/ 720105 w 10799257"/>
              <a:gd name="connsiteY399" fmla="*/ 2805641 h 3098304"/>
              <a:gd name="connsiteX400" fmla="*/ 642364 w 10799257"/>
              <a:gd name="connsiteY400" fmla="*/ 2883379 h 3098304"/>
              <a:gd name="connsiteX401" fmla="*/ 564631 w 10799257"/>
              <a:gd name="connsiteY401" fmla="*/ 2805641 h 3098304"/>
              <a:gd name="connsiteX402" fmla="*/ 642364 w 10799257"/>
              <a:gd name="connsiteY402" fmla="*/ 2727904 h 3098304"/>
              <a:gd name="connsiteX403" fmla="*/ 10721520 w 10799257"/>
              <a:gd name="connsiteY403" fmla="*/ 2727902 h 3098304"/>
              <a:gd name="connsiteX404" fmla="*/ 10799257 w 10799257"/>
              <a:gd name="connsiteY404" fmla="*/ 2805639 h 3098304"/>
              <a:gd name="connsiteX405" fmla="*/ 10721520 w 10799257"/>
              <a:gd name="connsiteY405" fmla="*/ 2883377 h 3098304"/>
              <a:gd name="connsiteX406" fmla="*/ 10643783 w 10799257"/>
              <a:gd name="connsiteY406" fmla="*/ 2805639 h 3098304"/>
              <a:gd name="connsiteX407" fmla="*/ 10721520 w 10799257"/>
              <a:gd name="connsiteY407" fmla="*/ 2727902 h 3098304"/>
              <a:gd name="connsiteX408" fmla="*/ 10349782 w 10799257"/>
              <a:gd name="connsiteY408" fmla="*/ 2727902 h 3098304"/>
              <a:gd name="connsiteX409" fmla="*/ 10427519 w 10799257"/>
              <a:gd name="connsiteY409" fmla="*/ 2805639 h 3098304"/>
              <a:gd name="connsiteX410" fmla="*/ 10349782 w 10799257"/>
              <a:gd name="connsiteY410" fmla="*/ 2883377 h 3098304"/>
              <a:gd name="connsiteX411" fmla="*/ 10272045 w 10799257"/>
              <a:gd name="connsiteY411" fmla="*/ 2805639 h 3098304"/>
              <a:gd name="connsiteX412" fmla="*/ 10349782 w 10799257"/>
              <a:gd name="connsiteY412" fmla="*/ 2727902 h 3098304"/>
              <a:gd name="connsiteX413" fmla="*/ 10166265 w 10799257"/>
              <a:gd name="connsiteY413" fmla="*/ 2727902 h 3098304"/>
              <a:gd name="connsiteX414" fmla="*/ 10244002 w 10799257"/>
              <a:gd name="connsiteY414" fmla="*/ 2805639 h 3098304"/>
              <a:gd name="connsiteX415" fmla="*/ 10166265 w 10799257"/>
              <a:gd name="connsiteY415" fmla="*/ 2883377 h 3098304"/>
              <a:gd name="connsiteX416" fmla="*/ 10088528 w 10799257"/>
              <a:gd name="connsiteY416" fmla="*/ 2805639 h 3098304"/>
              <a:gd name="connsiteX417" fmla="*/ 10166265 w 10799257"/>
              <a:gd name="connsiteY417" fmla="*/ 2727902 h 3098304"/>
              <a:gd name="connsiteX418" fmla="*/ 9978044 w 10799257"/>
              <a:gd name="connsiteY418" fmla="*/ 2727902 h 3098304"/>
              <a:gd name="connsiteX419" fmla="*/ 10055781 w 10799257"/>
              <a:gd name="connsiteY419" fmla="*/ 2805639 h 3098304"/>
              <a:gd name="connsiteX420" fmla="*/ 9978044 w 10799257"/>
              <a:gd name="connsiteY420" fmla="*/ 2883377 h 3098304"/>
              <a:gd name="connsiteX421" fmla="*/ 9900307 w 10799257"/>
              <a:gd name="connsiteY421" fmla="*/ 2805639 h 3098304"/>
              <a:gd name="connsiteX422" fmla="*/ 9978044 w 10799257"/>
              <a:gd name="connsiteY422" fmla="*/ 2727902 h 3098304"/>
              <a:gd name="connsiteX423" fmla="*/ 9789823 w 10799257"/>
              <a:gd name="connsiteY423" fmla="*/ 2727902 h 3098304"/>
              <a:gd name="connsiteX424" fmla="*/ 9867560 w 10799257"/>
              <a:gd name="connsiteY424" fmla="*/ 2805639 h 3098304"/>
              <a:gd name="connsiteX425" fmla="*/ 9789823 w 10799257"/>
              <a:gd name="connsiteY425" fmla="*/ 2883377 h 3098304"/>
              <a:gd name="connsiteX426" fmla="*/ 9712086 w 10799257"/>
              <a:gd name="connsiteY426" fmla="*/ 2805639 h 3098304"/>
              <a:gd name="connsiteX427" fmla="*/ 9789823 w 10799257"/>
              <a:gd name="connsiteY427" fmla="*/ 2727902 h 3098304"/>
              <a:gd name="connsiteX428" fmla="*/ 9606308 w 10799257"/>
              <a:gd name="connsiteY428" fmla="*/ 2727902 h 3098304"/>
              <a:gd name="connsiteX429" fmla="*/ 9684045 w 10799257"/>
              <a:gd name="connsiteY429" fmla="*/ 2805639 h 3098304"/>
              <a:gd name="connsiteX430" fmla="*/ 9606308 w 10799257"/>
              <a:gd name="connsiteY430" fmla="*/ 2883377 h 3098304"/>
              <a:gd name="connsiteX431" fmla="*/ 9528571 w 10799257"/>
              <a:gd name="connsiteY431" fmla="*/ 2805639 h 3098304"/>
              <a:gd name="connsiteX432" fmla="*/ 9606308 w 10799257"/>
              <a:gd name="connsiteY432" fmla="*/ 2727902 h 3098304"/>
              <a:gd name="connsiteX433" fmla="*/ 9413381 w 10799257"/>
              <a:gd name="connsiteY433" fmla="*/ 2727902 h 3098304"/>
              <a:gd name="connsiteX434" fmla="*/ 9491118 w 10799257"/>
              <a:gd name="connsiteY434" fmla="*/ 2805639 h 3098304"/>
              <a:gd name="connsiteX435" fmla="*/ 9413381 w 10799257"/>
              <a:gd name="connsiteY435" fmla="*/ 2883377 h 3098304"/>
              <a:gd name="connsiteX436" fmla="*/ 9335644 w 10799257"/>
              <a:gd name="connsiteY436" fmla="*/ 2805639 h 3098304"/>
              <a:gd name="connsiteX437" fmla="*/ 9413381 w 10799257"/>
              <a:gd name="connsiteY437" fmla="*/ 2727902 h 3098304"/>
              <a:gd name="connsiteX438" fmla="*/ 9234570 w 10799257"/>
              <a:gd name="connsiteY438" fmla="*/ 2727902 h 3098304"/>
              <a:gd name="connsiteX439" fmla="*/ 9312307 w 10799257"/>
              <a:gd name="connsiteY439" fmla="*/ 2805639 h 3098304"/>
              <a:gd name="connsiteX440" fmla="*/ 9234570 w 10799257"/>
              <a:gd name="connsiteY440" fmla="*/ 2883377 h 3098304"/>
              <a:gd name="connsiteX441" fmla="*/ 9156833 w 10799257"/>
              <a:gd name="connsiteY441" fmla="*/ 2805639 h 3098304"/>
              <a:gd name="connsiteX442" fmla="*/ 9234570 w 10799257"/>
              <a:gd name="connsiteY442" fmla="*/ 2727902 h 3098304"/>
              <a:gd name="connsiteX443" fmla="*/ 9036939 w 10799257"/>
              <a:gd name="connsiteY443" fmla="*/ 2727902 h 3098304"/>
              <a:gd name="connsiteX444" fmla="*/ 9114675 w 10799257"/>
              <a:gd name="connsiteY444" fmla="*/ 2805639 h 3098304"/>
              <a:gd name="connsiteX445" fmla="*/ 9036939 w 10799257"/>
              <a:gd name="connsiteY445" fmla="*/ 2883377 h 3098304"/>
              <a:gd name="connsiteX446" fmla="*/ 8959202 w 10799257"/>
              <a:gd name="connsiteY446" fmla="*/ 2805639 h 3098304"/>
              <a:gd name="connsiteX447" fmla="*/ 9036939 w 10799257"/>
              <a:gd name="connsiteY447" fmla="*/ 2727902 h 3098304"/>
              <a:gd name="connsiteX448" fmla="*/ 8853421 w 10799257"/>
              <a:gd name="connsiteY448" fmla="*/ 2727902 h 3098304"/>
              <a:gd name="connsiteX449" fmla="*/ 8931158 w 10799257"/>
              <a:gd name="connsiteY449" fmla="*/ 2805639 h 3098304"/>
              <a:gd name="connsiteX450" fmla="*/ 8853421 w 10799257"/>
              <a:gd name="connsiteY450" fmla="*/ 2883377 h 3098304"/>
              <a:gd name="connsiteX451" fmla="*/ 8775685 w 10799257"/>
              <a:gd name="connsiteY451" fmla="*/ 2805639 h 3098304"/>
              <a:gd name="connsiteX452" fmla="*/ 8853421 w 10799257"/>
              <a:gd name="connsiteY452" fmla="*/ 2727902 h 3098304"/>
              <a:gd name="connsiteX453" fmla="*/ 8669908 w 10799257"/>
              <a:gd name="connsiteY453" fmla="*/ 2727902 h 3098304"/>
              <a:gd name="connsiteX454" fmla="*/ 8747645 w 10799257"/>
              <a:gd name="connsiteY454" fmla="*/ 2805639 h 3098304"/>
              <a:gd name="connsiteX455" fmla="*/ 8669908 w 10799257"/>
              <a:gd name="connsiteY455" fmla="*/ 2883377 h 3098304"/>
              <a:gd name="connsiteX456" fmla="*/ 8592171 w 10799257"/>
              <a:gd name="connsiteY456" fmla="*/ 2805639 h 3098304"/>
              <a:gd name="connsiteX457" fmla="*/ 8669908 w 10799257"/>
              <a:gd name="connsiteY457" fmla="*/ 2727902 h 3098304"/>
              <a:gd name="connsiteX458" fmla="*/ 8481684 w 10799257"/>
              <a:gd name="connsiteY458" fmla="*/ 2727902 h 3098304"/>
              <a:gd name="connsiteX459" fmla="*/ 8559421 w 10799257"/>
              <a:gd name="connsiteY459" fmla="*/ 2805639 h 3098304"/>
              <a:gd name="connsiteX460" fmla="*/ 8481684 w 10799257"/>
              <a:gd name="connsiteY460" fmla="*/ 2883377 h 3098304"/>
              <a:gd name="connsiteX461" fmla="*/ 8403948 w 10799257"/>
              <a:gd name="connsiteY461" fmla="*/ 2805639 h 3098304"/>
              <a:gd name="connsiteX462" fmla="*/ 8481684 w 10799257"/>
              <a:gd name="connsiteY462" fmla="*/ 2727902 h 3098304"/>
              <a:gd name="connsiteX463" fmla="*/ 8298167 w 10799257"/>
              <a:gd name="connsiteY463" fmla="*/ 2727902 h 3098304"/>
              <a:gd name="connsiteX464" fmla="*/ 8375904 w 10799257"/>
              <a:gd name="connsiteY464" fmla="*/ 2805639 h 3098304"/>
              <a:gd name="connsiteX465" fmla="*/ 8298167 w 10799257"/>
              <a:gd name="connsiteY465" fmla="*/ 2883377 h 3098304"/>
              <a:gd name="connsiteX466" fmla="*/ 8220430 w 10799257"/>
              <a:gd name="connsiteY466" fmla="*/ 2805639 h 3098304"/>
              <a:gd name="connsiteX467" fmla="*/ 8298167 w 10799257"/>
              <a:gd name="connsiteY467" fmla="*/ 2727902 h 3098304"/>
              <a:gd name="connsiteX468" fmla="*/ 8109949 w 10799257"/>
              <a:gd name="connsiteY468" fmla="*/ 2727902 h 3098304"/>
              <a:gd name="connsiteX469" fmla="*/ 8187686 w 10799257"/>
              <a:gd name="connsiteY469" fmla="*/ 2805639 h 3098304"/>
              <a:gd name="connsiteX470" fmla="*/ 8109949 w 10799257"/>
              <a:gd name="connsiteY470" fmla="*/ 2883377 h 3098304"/>
              <a:gd name="connsiteX471" fmla="*/ 8032212 w 10799257"/>
              <a:gd name="connsiteY471" fmla="*/ 2805639 h 3098304"/>
              <a:gd name="connsiteX472" fmla="*/ 8109949 w 10799257"/>
              <a:gd name="connsiteY472" fmla="*/ 2727902 h 3098304"/>
              <a:gd name="connsiteX473" fmla="*/ 7926434 w 10799257"/>
              <a:gd name="connsiteY473" fmla="*/ 2727902 h 3098304"/>
              <a:gd name="connsiteX474" fmla="*/ 8004171 w 10799257"/>
              <a:gd name="connsiteY474" fmla="*/ 2805639 h 3098304"/>
              <a:gd name="connsiteX475" fmla="*/ 7926434 w 10799257"/>
              <a:gd name="connsiteY475" fmla="*/ 2883377 h 3098304"/>
              <a:gd name="connsiteX476" fmla="*/ 7848697 w 10799257"/>
              <a:gd name="connsiteY476" fmla="*/ 2805639 h 3098304"/>
              <a:gd name="connsiteX477" fmla="*/ 7926434 w 10799257"/>
              <a:gd name="connsiteY477" fmla="*/ 2727902 h 3098304"/>
              <a:gd name="connsiteX478" fmla="*/ 7738213 w 10799257"/>
              <a:gd name="connsiteY478" fmla="*/ 2727902 h 3098304"/>
              <a:gd name="connsiteX479" fmla="*/ 7815950 w 10799257"/>
              <a:gd name="connsiteY479" fmla="*/ 2805639 h 3098304"/>
              <a:gd name="connsiteX480" fmla="*/ 7738213 w 10799257"/>
              <a:gd name="connsiteY480" fmla="*/ 2883377 h 3098304"/>
              <a:gd name="connsiteX481" fmla="*/ 7660476 w 10799257"/>
              <a:gd name="connsiteY481" fmla="*/ 2805639 h 3098304"/>
              <a:gd name="connsiteX482" fmla="*/ 7738213 w 10799257"/>
              <a:gd name="connsiteY482" fmla="*/ 2727902 h 3098304"/>
              <a:gd name="connsiteX483" fmla="*/ 7554696 w 10799257"/>
              <a:gd name="connsiteY483" fmla="*/ 2727902 h 3098304"/>
              <a:gd name="connsiteX484" fmla="*/ 7632433 w 10799257"/>
              <a:gd name="connsiteY484" fmla="*/ 2805639 h 3098304"/>
              <a:gd name="connsiteX485" fmla="*/ 7554696 w 10799257"/>
              <a:gd name="connsiteY485" fmla="*/ 2883377 h 3098304"/>
              <a:gd name="connsiteX486" fmla="*/ 7476959 w 10799257"/>
              <a:gd name="connsiteY486" fmla="*/ 2805639 h 3098304"/>
              <a:gd name="connsiteX487" fmla="*/ 7554696 w 10799257"/>
              <a:gd name="connsiteY487" fmla="*/ 2727902 h 3098304"/>
              <a:gd name="connsiteX488" fmla="*/ 7178251 w 10799257"/>
              <a:gd name="connsiteY488" fmla="*/ 2727902 h 3098304"/>
              <a:gd name="connsiteX489" fmla="*/ 7255988 w 10799257"/>
              <a:gd name="connsiteY489" fmla="*/ 2805639 h 3098304"/>
              <a:gd name="connsiteX490" fmla="*/ 7178251 w 10799257"/>
              <a:gd name="connsiteY490" fmla="*/ 2883377 h 3098304"/>
              <a:gd name="connsiteX491" fmla="*/ 7100514 w 10799257"/>
              <a:gd name="connsiteY491" fmla="*/ 2805639 h 3098304"/>
              <a:gd name="connsiteX492" fmla="*/ 7178251 w 10799257"/>
              <a:gd name="connsiteY492" fmla="*/ 2727902 h 3098304"/>
              <a:gd name="connsiteX493" fmla="*/ 6985327 w 10799257"/>
              <a:gd name="connsiteY493" fmla="*/ 2727902 h 3098304"/>
              <a:gd name="connsiteX494" fmla="*/ 7063064 w 10799257"/>
              <a:gd name="connsiteY494" fmla="*/ 2805639 h 3098304"/>
              <a:gd name="connsiteX495" fmla="*/ 6985327 w 10799257"/>
              <a:gd name="connsiteY495" fmla="*/ 2883377 h 3098304"/>
              <a:gd name="connsiteX496" fmla="*/ 6907590 w 10799257"/>
              <a:gd name="connsiteY496" fmla="*/ 2805639 h 3098304"/>
              <a:gd name="connsiteX497" fmla="*/ 6985327 w 10799257"/>
              <a:gd name="connsiteY497" fmla="*/ 2727902 h 3098304"/>
              <a:gd name="connsiteX498" fmla="*/ 6801810 w 10799257"/>
              <a:gd name="connsiteY498" fmla="*/ 2727902 h 3098304"/>
              <a:gd name="connsiteX499" fmla="*/ 6879546 w 10799257"/>
              <a:gd name="connsiteY499" fmla="*/ 2805639 h 3098304"/>
              <a:gd name="connsiteX500" fmla="*/ 6801810 w 10799257"/>
              <a:gd name="connsiteY500" fmla="*/ 2883377 h 3098304"/>
              <a:gd name="connsiteX501" fmla="*/ 6724073 w 10799257"/>
              <a:gd name="connsiteY501" fmla="*/ 2805639 h 3098304"/>
              <a:gd name="connsiteX502" fmla="*/ 6801810 w 10799257"/>
              <a:gd name="connsiteY502" fmla="*/ 2727902 h 3098304"/>
              <a:gd name="connsiteX503" fmla="*/ 6613588 w 10799257"/>
              <a:gd name="connsiteY503" fmla="*/ 2727902 h 3098304"/>
              <a:gd name="connsiteX504" fmla="*/ 6691325 w 10799257"/>
              <a:gd name="connsiteY504" fmla="*/ 2805639 h 3098304"/>
              <a:gd name="connsiteX505" fmla="*/ 6613588 w 10799257"/>
              <a:gd name="connsiteY505" fmla="*/ 2883377 h 3098304"/>
              <a:gd name="connsiteX506" fmla="*/ 6535852 w 10799257"/>
              <a:gd name="connsiteY506" fmla="*/ 2805639 h 3098304"/>
              <a:gd name="connsiteX507" fmla="*/ 6613588 w 10799257"/>
              <a:gd name="connsiteY507" fmla="*/ 2727902 h 3098304"/>
              <a:gd name="connsiteX508" fmla="*/ 6425367 w 10799257"/>
              <a:gd name="connsiteY508" fmla="*/ 2727902 h 3098304"/>
              <a:gd name="connsiteX509" fmla="*/ 6503104 w 10799257"/>
              <a:gd name="connsiteY509" fmla="*/ 2805639 h 3098304"/>
              <a:gd name="connsiteX510" fmla="*/ 6425367 w 10799257"/>
              <a:gd name="connsiteY510" fmla="*/ 2883377 h 3098304"/>
              <a:gd name="connsiteX511" fmla="*/ 6347631 w 10799257"/>
              <a:gd name="connsiteY511" fmla="*/ 2805639 h 3098304"/>
              <a:gd name="connsiteX512" fmla="*/ 6425367 w 10799257"/>
              <a:gd name="connsiteY512" fmla="*/ 2727902 h 3098304"/>
              <a:gd name="connsiteX513" fmla="*/ 6241850 w 10799257"/>
              <a:gd name="connsiteY513" fmla="*/ 2727902 h 3098304"/>
              <a:gd name="connsiteX514" fmla="*/ 6319587 w 10799257"/>
              <a:gd name="connsiteY514" fmla="*/ 2805639 h 3098304"/>
              <a:gd name="connsiteX515" fmla="*/ 6241850 w 10799257"/>
              <a:gd name="connsiteY515" fmla="*/ 2883377 h 3098304"/>
              <a:gd name="connsiteX516" fmla="*/ 6164113 w 10799257"/>
              <a:gd name="connsiteY516" fmla="*/ 2805639 h 3098304"/>
              <a:gd name="connsiteX517" fmla="*/ 6241850 w 10799257"/>
              <a:gd name="connsiteY517" fmla="*/ 2727902 h 3098304"/>
              <a:gd name="connsiteX518" fmla="*/ 6053630 w 10799257"/>
              <a:gd name="connsiteY518" fmla="*/ 2727902 h 3098304"/>
              <a:gd name="connsiteX519" fmla="*/ 6131367 w 10799257"/>
              <a:gd name="connsiteY519" fmla="*/ 2805639 h 3098304"/>
              <a:gd name="connsiteX520" fmla="*/ 6053630 w 10799257"/>
              <a:gd name="connsiteY520" fmla="*/ 2883377 h 3098304"/>
              <a:gd name="connsiteX521" fmla="*/ 5975894 w 10799257"/>
              <a:gd name="connsiteY521" fmla="*/ 2805639 h 3098304"/>
              <a:gd name="connsiteX522" fmla="*/ 6053630 w 10799257"/>
              <a:gd name="connsiteY522" fmla="*/ 2727902 h 3098304"/>
              <a:gd name="connsiteX523" fmla="*/ 5870113 w 10799257"/>
              <a:gd name="connsiteY523" fmla="*/ 2727902 h 3098304"/>
              <a:gd name="connsiteX524" fmla="*/ 5947850 w 10799257"/>
              <a:gd name="connsiteY524" fmla="*/ 2805639 h 3098304"/>
              <a:gd name="connsiteX525" fmla="*/ 5870113 w 10799257"/>
              <a:gd name="connsiteY525" fmla="*/ 2883377 h 3098304"/>
              <a:gd name="connsiteX526" fmla="*/ 5792376 w 10799257"/>
              <a:gd name="connsiteY526" fmla="*/ 2805639 h 3098304"/>
              <a:gd name="connsiteX527" fmla="*/ 5870113 w 10799257"/>
              <a:gd name="connsiteY527" fmla="*/ 2727902 h 3098304"/>
              <a:gd name="connsiteX528" fmla="*/ 5310163 w 10799257"/>
              <a:gd name="connsiteY528" fmla="*/ 2727902 h 3098304"/>
              <a:gd name="connsiteX529" fmla="*/ 5387896 w 10799257"/>
              <a:gd name="connsiteY529" fmla="*/ 2805639 h 3098304"/>
              <a:gd name="connsiteX530" fmla="*/ 5310163 w 10799257"/>
              <a:gd name="connsiteY530" fmla="*/ 2883377 h 3098304"/>
              <a:gd name="connsiteX531" fmla="*/ 5232434 w 10799257"/>
              <a:gd name="connsiteY531" fmla="*/ 2805639 h 3098304"/>
              <a:gd name="connsiteX532" fmla="*/ 5310163 w 10799257"/>
              <a:gd name="connsiteY532" fmla="*/ 2727902 h 3098304"/>
              <a:gd name="connsiteX533" fmla="*/ 5126655 w 10799257"/>
              <a:gd name="connsiteY533" fmla="*/ 2727902 h 3098304"/>
              <a:gd name="connsiteX534" fmla="*/ 5204391 w 10799257"/>
              <a:gd name="connsiteY534" fmla="*/ 2805639 h 3098304"/>
              <a:gd name="connsiteX535" fmla="*/ 5126655 w 10799257"/>
              <a:gd name="connsiteY535" fmla="*/ 2883377 h 3098304"/>
              <a:gd name="connsiteX536" fmla="*/ 5048924 w 10799257"/>
              <a:gd name="connsiteY536" fmla="*/ 2805639 h 3098304"/>
              <a:gd name="connsiteX537" fmla="*/ 5126655 w 10799257"/>
              <a:gd name="connsiteY537" fmla="*/ 2727902 h 3098304"/>
              <a:gd name="connsiteX538" fmla="*/ 4938438 w 10799257"/>
              <a:gd name="connsiteY538" fmla="*/ 2727902 h 3098304"/>
              <a:gd name="connsiteX539" fmla="*/ 5016170 w 10799257"/>
              <a:gd name="connsiteY539" fmla="*/ 2805639 h 3098304"/>
              <a:gd name="connsiteX540" fmla="*/ 4938438 w 10799257"/>
              <a:gd name="connsiteY540" fmla="*/ 2883377 h 3098304"/>
              <a:gd name="connsiteX541" fmla="*/ 4860701 w 10799257"/>
              <a:gd name="connsiteY541" fmla="*/ 2805639 h 3098304"/>
              <a:gd name="connsiteX542" fmla="*/ 4938438 w 10799257"/>
              <a:gd name="connsiteY542" fmla="*/ 2727902 h 3098304"/>
              <a:gd name="connsiteX543" fmla="*/ 2510472 w 10799257"/>
              <a:gd name="connsiteY543" fmla="*/ 2727902 h 3098304"/>
              <a:gd name="connsiteX544" fmla="*/ 2588214 w 10799257"/>
              <a:gd name="connsiteY544" fmla="*/ 2805639 h 3098304"/>
              <a:gd name="connsiteX545" fmla="*/ 2510472 w 10799257"/>
              <a:gd name="connsiteY545" fmla="*/ 2883377 h 3098304"/>
              <a:gd name="connsiteX546" fmla="*/ 2432721 w 10799257"/>
              <a:gd name="connsiteY546" fmla="*/ 2805639 h 3098304"/>
              <a:gd name="connsiteX547" fmla="*/ 2510472 w 10799257"/>
              <a:gd name="connsiteY547" fmla="*/ 2727902 h 3098304"/>
              <a:gd name="connsiteX548" fmla="*/ 2317522 w 10799257"/>
              <a:gd name="connsiteY548" fmla="*/ 2727902 h 3098304"/>
              <a:gd name="connsiteX549" fmla="*/ 2395263 w 10799257"/>
              <a:gd name="connsiteY549" fmla="*/ 2805639 h 3098304"/>
              <a:gd name="connsiteX550" fmla="*/ 2317522 w 10799257"/>
              <a:gd name="connsiteY550" fmla="*/ 2883377 h 3098304"/>
              <a:gd name="connsiteX551" fmla="*/ 2239793 w 10799257"/>
              <a:gd name="connsiteY551" fmla="*/ 2805639 h 3098304"/>
              <a:gd name="connsiteX552" fmla="*/ 2317522 w 10799257"/>
              <a:gd name="connsiteY552" fmla="*/ 2727902 h 3098304"/>
              <a:gd name="connsiteX553" fmla="*/ 2129319 w 10799257"/>
              <a:gd name="connsiteY553" fmla="*/ 2727902 h 3098304"/>
              <a:gd name="connsiteX554" fmla="*/ 2207048 w 10799257"/>
              <a:gd name="connsiteY554" fmla="*/ 2805639 h 3098304"/>
              <a:gd name="connsiteX555" fmla="*/ 2129319 w 10799257"/>
              <a:gd name="connsiteY555" fmla="*/ 2883377 h 3098304"/>
              <a:gd name="connsiteX556" fmla="*/ 2051590 w 10799257"/>
              <a:gd name="connsiteY556" fmla="*/ 2805639 h 3098304"/>
              <a:gd name="connsiteX557" fmla="*/ 2129319 w 10799257"/>
              <a:gd name="connsiteY557" fmla="*/ 2727902 h 3098304"/>
              <a:gd name="connsiteX558" fmla="*/ 1941117 w 10799257"/>
              <a:gd name="connsiteY558" fmla="*/ 2727902 h 3098304"/>
              <a:gd name="connsiteX559" fmla="*/ 2018846 w 10799257"/>
              <a:gd name="connsiteY559" fmla="*/ 2805639 h 3098304"/>
              <a:gd name="connsiteX560" fmla="*/ 1941117 w 10799257"/>
              <a:gd name="connsiteY560" fmla="*/ 2883377 h 3098304"/>
              <a:gd name="connsiteX561" fmla="*/ 1863389 w 10799257"/>
              <a:gd name="connsiteY561" fmla="*/ 2805639 h 3098304"/>
              <a:gd name="connsiteX562" fmla="*/ 1941117 w 10799257"/>
              <a:gd name="connsiteY562" fmla="*/ 2727902 h 3098304"/>
              <a:gd name="connsiteX563" fmla="*/ 1757621 w 10799257"/>
              <a:gd name="connsiteY563" fmla="*/ 2727902 h 3098304"/>
              <a:gd name="connsiteX564" fmla="*/ 1835350 w 10799257"/>
              <a:gd name="connsiteY564" fmla="*/ 2805639 h 3098304"/>
              <a:gd name="connsiteX565" fmla="*/ 1757621 w 10799257"/>
              <a:gd name="connsiteY565" fmla="*/ 2883377 h 3098304"/>
              <a:gd name="connsiteX566" fmla="*/ 1679891 w 10799257"/>
              <a:gd name="connsiteY566" fmla="*/ 2805639 h 3098304"/>
              <a:gd name="connsiteX567" fmla="*/ 1757621 w 10799257"/>
              <a:gd name="connsiteY567" fmla="*/ 2727902 h 3098304"/>
              <a:gd name="connsiteX568" fmla="*/ 1569401 w 10799257"/>
              <a:gd name="connsiteY568" fmla="*/ 2727902 h 3098304"/>
              <a:gd name="connsiteX569" fmla="*/ 1647145 w 10799257"/>
              <a:gd name="connsiteY569" fmla="*/ 2805639 h 3098304"/>
              <a:gd name="connsiteX570" fmla="*/ 1569401 w 10799257"/>
              <a:gd name="connsiteY570" fmla="*/ 2883377 h 3098304"/>
              <a:gd name="connsiteX571" fmla="*/ 1491668 w 10799257"/>
              <a:gd name="connsiteY571" fmla="*/ 2805639 h 3098304"/>
              <a:gd name="connsiteX572" fmla="*/ 1569401 w 10799257"/>
              <a:gd name="connsiteY572" fmla="*/ 2727902 h 3098304"/>
              <a:gd name="connsiteX573" fmla="*/ 1385867 w 10799257"/>
              <a:gd name="connsiteY573" fmla="*/ 2727902 h 3098304"/>
              <a:gd name="connsiteX574" fmla="*/ 1463620 w 10799257"/>
              <a:gd name="connsiteY574" fmla="*/ 2805639 h 3098304"/>
              <a:gd name="connsiteX575" fmla="*/ 1385867 w 10799257"/>
              <a:gd name="connsiteY575" fmla="*/ 2883377 h 3098304"/>
              <a:gd name="connsiteX576" fmla="*/ 1308114 w 10799257"/>
              <a:gd name="connsiteY576" fmla="*/ 2805639 h 3098304"/>
              <a:gd name="connsiteX577" fmla="*/ 1385867 w 10799257"/>
              <a:gd name="connsiteY577" fmla="*/ 2727902 h 3098304"/>
              <a:gd name="connsiteX578" fmla="*/ 10538005 w 10799257"/>
              <a:gd name="connsiteY578" fmla="*/ 2558507 h 3098304"/>
              <a:gd name="connsiteX579" fmla="*/ 10615742 w 10799257"/>
              <a:gd name="connsiteY579" fmla="*/ 2636244 h 3098304"/>
              <a:gd name="connsiteX580" fmla="*/ 10538005 w 10799257"/>
              <a:gd name="connsiteY580" fmla="*/ 2713981 h 3098304"/>
              <a:gd name="connsiteX581" fmla="*/ 10460268 w 10799257"/>
              <a:gd name="connsiteY581" fmla="*/ 2636244 h 3098304"/>
              <a:gd name="connsiteX582" fmla="*/ 10538005 w 10799257"/>
              <a:gd name="connsiteY582" fmla="*/ 2558507 h 3098304"/>
              <a:gd name="connsiteX583" fmla="*/ 10349782 w 10799257"/>
              <a:gd name="connsiteY583" fmla="*/ 2558507 h 3098304"/>
              <a:gd name="connsiteX584" fmla="*/ 10427519 w 10799257"/>
              <a:gd name="connsiteY584" fmla="*/ 2636244 h 3098304"/>
              <a:gd name="connsiteX585" fmla="*/ 10349782 w 10799257"/>
              <a:gd name="connsiteY585" fmla="*/ 2713981 h 3098304"/>
              <a:gd name="connsiteX586" fmla="*/ 10272045 w 10799257"/>
              <a:gd name="connsiteY586" fmla="*/ 2636244 h 3098304"/>
              <a:gd name="connsiteX587" fmla="*/ 10349782 w 10799257"/>
              <a:gd name="connsiteY587" fmla="*/ 2558507 h 3098304"/>
              <a:gd name="connsiteX588" fmla="*/ 10166265 w 10799257"/>
              <a:gd name="connsiteY588" fmla="*/ 2558507 h 3098304"/>
              <a:gd name="connsiteX589" fmla="*/ 10244002 w 10799257"/>
              <a:gd name="connsiteY589" fmla="*/ 2636244 h 3098304"/>
              <a:gd name="connsiteX590" fmla="*/ 10166265 w 10799257"/>
              <a:gd name="connsiteY590" fmla="*/ 2713981 h 3098304"/>
              <a:gd name="connsiteX591" fmla="*/ 10088528 w 10799257"/>
              <a:gd name="connsiteY591" fmla="*/ 2636244 h 3098304"/>
              <a:gd name="connsiteX592" fmla="*/ 10166265 w 10799257"/>
              <a:gd name="connsiteY592" fmla="*/ 2558507 h 3098304"/>
              <a:gd name="connsiteX593" fmla="*/ 9978044 w 10799257"/>
              <a:gd name="connsiteY593" fmla="*/ 2558507 h 3098304"/>
              <a:gd name="connsiteX594" fmla="*/ 10055781 w 10799257"/>
              <a:gd name="connsiteY594" fmla="*/ 2636244 h 3098304"/>
              <a:gd name="connsiteX595" fmla="*/ 9978044 w 10799257"/>
              <a:gd name="connsiteY595" fmla="*/ 2713981 h 3098304"/>
              <a:gd name="connsiteX596" fmla="*/ 9900307 w 10799257"/>
              <a:gd name="connsiteY596" fmla="*/ 2636244 h 3098304"/>
              <a:gd name="connsiteX597" fmla="*/ 9978044 w 10799257"/>
              <a:gd name="connsiteY597" fmla="*/ 2558507 h 3098304"/>
              <a:gd name="connsiteX598" fmla="*/ 9789823 w 10799257"/>
              <a:gd name="connsiteY598" fmla="*/ 2558507 h 3098304"/>
              <a:gd name="connsiteX599" fmla="*/ 9867560 w 10799257"/>
              <a:gd name="connsiteY599" fmla="*/ 2636244 h 3098304"/>
              <a:gd name="connsiteX600" fmla="*/ 9789823 w 10799257"/>
              <a:gd name="connsiteY600" fmla="*/ 2713981 h 3098304"/>
              <a:gd name="connsiteX601" fmla="*/ 9712086 w 10799257"/>
              <a:gd name="connsiteY601" fmla="*/ 2636244 h 3098304"/>
              <a:gd name="connsiteX602" fmla="*/ 9789823 w 10799257"/>
              <a:gd name="connsiteY602" fmla="*/ 2558507 h 3098304"/>
              <a:gd name="connsiteX603" fmla="*/ 9606308 w 10799257"/>
              <a:gd name="connsiteY603" fmla="*/ 2558507 h 3098304"/>
              <a:gd name="connsiteX604" fmla="*/ 9684045 w 10799257"/>
              <a:gd name="connsiteY604" fmla="*/ 2636244 h 3098304"/>
              <a:gd name="connsiteX605" fmla="*/ 9606308 w 10799257"/>
              <a:gd name="connsiteY605" fmla="*/ 2713981 h 3098304"/>
              <a:gd name="connsiteX606" fmla="*/ 9528571 w 10799257"/>
              <a:gd name="connsiteY606" fmla="*/ 2636244 h 3098304"/>
              <a:gd name="connsiteX607" fmla="*/ 9606308 w 10799257"/>
              <a:gd name="connsiteY607" fmla="*/ 2558507 h 3098304"/>
              <a:gd name="connsiteX608" fmla="*/ 9413381 w 10799257"/>
              <a:gd name="connsiteY608" fmla="*/ 2558507 h 3098304"/>
              <a:gd name="connsiteX609" fmla="*/ 9491118 w 10799257"/>
              <a:gd name="connsiteY609" fmla="*/ 2636244 h 3098304"/>
              <a:gd name="connsiteX610" fmla="*/ 9413381 w 10799257"/>
              <a:gd name="connsiteY610" fmla="*/ 2713981 h 3098304"/>
              <a:gd name="connsiteX611" fmla="*/ 9335644 w 10799257"/>
              <a:gd name="connsiteY611" fmla="*/ 2636244 h 3098304"/>
              <a:gd name="connsiteX612" fmla="*/ 9413381 w 10799257"/>
              <a:gd name="connsiteY612" fmla="*/ 2558507 h 3098304"/>
              <a:gd name="connsiteX613" fmla="*/ 9234570 w 10799257"/>
              <a:gd name="connsiteY613" fmla="*/ 2558507 h 3098304"/>
              <a:gd name="connsiteX614" fmla="*/ 9312307 w 10799257"/>
              <a:gd name="connsiteY614" fmla="*/ 2636244 h 3098304"/>
              <a:gd name="connsiteX615" fmla="*/ 9234570 w 10799257"/>
              <a:gd name="connsiteY615" fmla="*/ 2713981 h 3098304"/>
              <a:gd name="connsiteX616" fmla="*/ 9156833 w 10799257"/>
              <a:gd name="connsiteY616" fmla="*/ 2636244 h 3098304"/>
              <a:gd name="connsiteX617" fmla="*/ 9234570 w 10799257"/>
              <a:gd name="connsiteY617" fmla="*/ 2558507 h 3098304"/>
              <a:gd name="connsiteX618" fmla="*/ 9036939 w 10799257"/>
              <a:gd name="connsiteY618" fmla="*/ 2558507 h 3098304"/>
              <a:gd name="connsiteX619" fmla="*/ 9114675 w 10799257"/>
              <a:gd name="connsiteY619" fmla="*/ 2636244 h 3098304"/>
              <a:gd name="connsiteX620" fmla="*/ 9036939 w 10799257"/>
              <a:gd name="connsiteY620" fmla="*/ 2713981 h 3098304"/>
              <a:gd name="connsiteX621" fmla="*/ 8959202 w 10799257"/>
              <a:gd name="connsiteY621" fmla="*/ 2636244 h 3098304"/>
              <a:gd name="connsiteX622" fmla="*/ 9036939 w 10799257"/>
              <a:gd name="connsiteY622" fmla="*/ 2558507 h 3098304"/>
              <a:gd name="connsiteX623" fmla="*/ 8853421 w 10799257"/>
              <a:gd name="connsiteY623" fmla="*/ 2558507 h 3098304"/>
              <a:gd name="connsiteX624" fmla="*/ 8931158 w 10799257"/>
              <a:gd name="connsiteY624" fmla="*/ 2636244 h 3098304"/>
              <a:gd name="connsiteX625" fmla="*/ 8853421 w 10799257"/>
              <a:gd name="connsiteY625" fmla="*/ 2713981 h 3098304"/>
              <a:gd name="connsiteX626" fmla="*/ 8775685 w 10799257"/>
              <a:gd name="connsiteY626" fmla="*/ 2636244 h 3098304"/>
              <a:gd name="connsiteX627" fmla="*/ 8853421 w 10799257"/>
              <a:gd name="connsiteY627" fmla="*/ 2558507 h 3098304"/>
              <a:gd name="connsiteX628" fmla="*/ 8669908 w 10799257"/>
              <a:gd name="connsiteY628" fmla="*/ 2558507 h 3098304"/>
              <a:gd name="connsiteX629" fmla="*/ 8747645 w 10799257"/>
              <a:gd name="connsiteY629" fmla="*/ 2636244 h 3098304"/>
              <a:gd name="connsiteX630" fmla="*/ 8669908 w 10799257"/>
              <a:gd name="connsiteY630" fmla="*/ 2713981 h 3098304"/>
              <a:gd name="connsiteX631" fmla="*/ 8592171 w 10799257"/>
              <a:gd name="connsiteY631" fmla="*/ 2636244 h 3098304"/>
              <a:gd name="connsiteX632" fmla="*/ 8669908 w 10799257"/>
              <a:gd name="connsiteY632" fmla="*/ 2558507 h 3098304"/>
              <a:gd name="connsiteX633" fmla="*/ 8481684 w 10799257"/>
              <a:gd name="connsiteY633" fmla="*/ 2558507 h 3098304"/>
              <a:gd name="connsiteX634" fmla="*/ 8559421 w 10799257"/>
              <a:gd name="connsiteY634" fmla="*/ 2636244 h 3098304"/>
              <a:gd name="connsiteX635" fmla="*/ 8481684 w 10799257"/>
              <a:gd name="connsiteY635" fmla="*/ 2713981 h 3098304"/>
              <a:gd name="connsiteX636" fmla="*/ 8403948 w 10799257"/>
              <a:gd name="connsiteY636" fmla="*/ 2636244 h 3098304"/>
              <a:gd name="connsiteX637" fmla="*/ 8481684 w 10799257"/>
              <a:gd name="connsiteY637" fmla="*/ 2558507 h 3098304"/>
              <a:gd name="connsiteX638" fmla="*/ 8298167 w 10799257"/>
              <a:gd name="connsiteY638" fmla="*/ 2558507 h 3098304"/>
              <a:gd name="connsiteX639" fmla="*/ 8375904 w 10799257"/>
              <a:gd name="connsiteY639" fmla="*/ 2636244 h 3098304"/>
              <a:gd name="connsiteX640" fmla="*/ 8298167 w 10799257"/>
              <a:gd name="connsiteY640" fmla="*/ 2713981 h 3098304"/>
              <a:gd name="connsiteX641" fmla="*/ 8220430 w 10799257"/>
              <a:gd name="connsiteY641" fmla="*/ 2636244 h 3098304"/>
              <a:gd name="connsiteX642" fmla="*/ 8298167 w 10799257"/>
              <a:gd name="connsiteY642" fmla="*/ 2558507 h 3098304"/>
              <a:gd name="connsiteX643" fmla="*/ 8109949 w 10799257"/>
              <a:gd name="connsiteY643" fmla="*/ 2558507 h 3098304"/>
              <a:gd name="connsiteX644" fmla="*/ 8187686 w 10799257"/>
              <a:gd name="connsiteY644" fmla="*/ 2636244 h 3098304"/>
              <a:gd name="connsiteX645" fmla="*/ 8109949 w 10799257"/>
              <a:gd name="connsiteY645" fmla="*/ 2713981 h 3098304"/>
              <a:gd name="connsiteX646" fmla="*/ 8032212 w 10799257"/>
              <a:gd name="connsiteY646" fmla="*/ 2636244 h 3098304"/>
              <a:gd name="connsiteX647" fmla="*/ 8109949 w 10799257"/>
              <a:gd name="connsiteY647" fmla="*/ 2558507 h 3098304"/>
              <a:gd name="connsiteX648" fmla="*/ 7926434 w 10799257"/>
              <a:gd name="connsiteY648" fmla="*/ 2558507 h 3098304"/>
              <a:gd name="connsiteX649" fmla="*/ 8004171 w 10799257"/>
              <a:gd name="connsiteY649" fmla="*/ 2636244 h 3098304"/>
              <a:gd name="connsiteX650" fmla="*/ 7926434 w 10799257"/>
              <a:gd name="connsiteY650" fmla="*/ 2713981 h 3098304"/>
              <a:gd name="connsiteX651" fmla="*/ 7848697 w 10799257"/>
              <a:gd name="connsiteY651" fmla="*/ 2636244 h 3098304"/>
              <a:gd name="connsiteX652" fmla="*/ 7926434 w 10799257"/>
              <a:gd name="connsiteY652" fmla="*/ 2558507 h 3098304"/>
              <a:gd name="connsiteX653" fmla="*/ 7554693 w 10799257"/>
              <a:gd name="connsiteY653" fmla="*/ 2558507 h 3098304"/>
              <a:gd name="connsiteX654" fmla="*/ 7632430 w 10799257"/>
              <a:gd name="connsiteY654" fmla="*/ 2636244 h 3098304"/>
              <a:gd name="connsiteX655" fmla="*/ 7554693 w 10799257"/>
              <a:gd name="connsiteY655" fmla="*/ 2713981 h 3098304"/>
              <a:gd name="connsiteX656" fmla="*/ 7476957 w 10799257"/>
              <a:gd name="connsiteY656" fmla="*/ 2636244 h 3098304"/>
              <a:gd name="connsiteX657" fmla="*/ 7554693 w 10799257"/>
              <a:gd name="connsiteY657" fmla="*/ 2558507 h 3098304"/>
              <a:gd name="connsiteX658" fmla="*/ 7366472 w 10799257"/>
              <a:gd name="connsiteY658" fmla="*/ 2558507 h 3098304"/>
              <a:gd name="connsiteX659" fmla="*/ 7444209 w 10799257"/>
              <a:gd name="connsiteY659" fmla="*/ 2636244 h 3098304"/>
              <a:gd name="connsiteX660" fmla="*/ 7366472 w 10799257"/>
              <a:gd name="connsiteY660" fmla="*/ 2713981 h 3098304"/>
              <a:gd name="connsiteX661" fmla="*/ 7288736 w 10799257"/>
              <a:gd name="connsiteY661" fmla="*/ 2636244 h 3098304"/>
              <a:gd name="connsiteX662" fmla="*/ 7366472 w 10799257"/>
              <a:gd name="connsiteY662" fmla="*/ 2558507 h 3098304"/>
              <a:gd name="connsiteX663" fmla="*/ 7178251 w 10799257"/>
              <a:gd name="connsiteY663" fmla="*/ 2558507 h 3098304"/>
              <a:gd name="connsiteX664" fmla="*/ 7255988 w 10799257"/>
              <a:gd name="connsiteY664" fmla="*/ 2636244 h 3098304"/>
              <a:gd name="connsiteX665" fmla="*/ 7178251 w 10799257"/>
              <a:gd name="connsiteY665" fmla="*/ 2713981 h 3098304"/>
              <a:gd name="connsiteX666" fmla="*/ 7100514 w 10799257"/>
              <a:gd name="connsiteY666" fmla="*/ 2636244 h 3098304"/>
              <a:gd name="connsiteX667" fmla="*/ 7178251 w 10799257"/>
              <a:gd name="connsiteY667" fmla="*/ 2558507 h 3098304"/>
              <a:gd name="connsiteX668" fmla="*/ 6985327 w 10799257"/>
              <a:gd name="connsiteY668" fmla="*/ 2558507 h 3098304"/>
              <a:gd name="connsiteX669" fmla="*/ 7063064 w 10799257"/>
              <a:gd name="connsiteY669" fmla="*/ 2636244 h 3098304"/>
              <a:gd name="connsiteX670" fmla="*/ 6985327 w 10799257"/>
              <a:gd name="connsiteY670" fmla="*/ 2713981 h 3098304"/>
              <a:gd name="connsiteX671" fmla="*/ 6907590 w 10799257"/>
              <a:gd name="connsiteY671" fmla="*/ 2636244 h 3098304"/>
              <a:gd name="connsiteX672" fmla="*/ 6985327 w 10799257"/>
              <a:gd name="connsiteY672" fmla="*/ 2558507 h 3098304"/>
              <a:gd name="connsiteX673" fmla="*/ 6801810 w 10799257"/>
              <a:gd name="connsiteY673" fmla="*/ 2558507 h 3098304"/>
              <a:gd name="connsiteX674" fmla="*/ 6879546 w 10799257"/>
              <a:gd name="connsiteY674" fmla="*/ 2636244 h 3098304"/>
              <a:gd name="connsiteX675" fmla="*/ 6801810 w 10799257"/>
              <a:gd name="connsiteY675" fmla="*/ 2713981 h 3098304"/>
              <a:gd name="connsiteX676" fmla="*/ 6724073 w 10799257"/>
              <a:gd name="connsiteY676" fmla="*/ 2636244 h 3098304"/>
              <a:gd name="connsiteX677" fmla="*/ 6801810 w 10799257"/>
              <a:gd name="connsiteY677" fmla="*/ 2558507 h 3098304"/>
              <a:gd name="connsiteX678" fmla="*/ 6425367 w 10799257"/>
              <a:gd name="connsiteY678" fmla="*/ 2558507 h 3098304"/>
              <a:gd name="connsiteX679" fmla="*/ 6503104 w 10799257"/>
              <a:gd name="connsiteY679" fmla="*/ 2636244 h 3098304"/>
              <a:gd name="connsiteX680" fmla="*/ 6425367 w 10799257"/>
              <a:gd name="connsiteY680" fmla="*/ 2713981 h 3098304"/>
              <a:gd name="connsiteX681" fmla="*/ 6347631 w 10799257"/>
              <a:gd name="connsiteY681" fmla="*/ 2636244 h 3098304"/>
              <a:gd name="connsiteX682" fmla="*/ 6425367 w 10799257"/>
              <a:gd name="connsiteY682" fmla="*/ 2558507 h 3098304"/>
              <a:gd name="connsiteX683" fmla="*/ 6241850 w 10799257"/>
              <a:gd name="connsiteY683" fmla="*/ 2558507 h 3098304"/>
              <a:gd name="connsiteX684" fmla="*/ 6319587 w 10799257"/>
              <a:gd name="connsiteY684" fmla="*/ 2636244 h 3098304"/>
              <a:gd name="connsiteX685" fmla="*/ 6241850 w 10799257"/>
              <a:gd name="connsiteY685" fmla="*/ 2713981 h 3098304"/>
              <a:gd name="connsiteX686" fmla="*/ 6164113 w 10799257"/>
              <a:gd name="connsiteY686" fmla="*/ 2636244 h 3098304"/>
              <a:gd name="connsiteX687" fmla="*/ 6241850 w 10799257"/>
              <a:gd name="connsiteY687" fmla="*/ 2558507 h 3098304"/>
              <a:gd name="connsiteX688" fmla="*/ 6053630 w 10799257"/>
              <a:gd name="connsiteY688" fmla="*/ 2558507 h 3098304"/>
              <a:gd name="connsiteX689" fmla="*/ 6131367 w 10799257"/>
              <a:gd name="connsiteY689" fmla="*/ 2636244 h 3098304"/>
              <a:gd name="connsiteX690" fmla="*/ 6053630 w 10799257"/>
              <a:gd name="connsiteY690" fmla="*/ 2713981 h 3098304"/>
              <a:gd name="connsiteX691" fmla="*/ 5975894 w 10799257"/>
              <a:gd name="connsiteY691" fmla="*/ 2636244 h 3098304"/>
              <a:gd name="connsiteX692" fmla="*/ 6053630 w 10799257"/>
              <a:gd name="connsiteY692" fmla="*/ 2558507 h 3098304"/>
              <a:gd name="connsiteX693" fmla="*/ 5870113 w 10799257"/>
              <a:gd name="connsiteY693" fmla="*/ 2558507 h 3098304"/>
              <a:gd name="connsiteX694" fmla="*/ 5947850 w 10799257"/>
              <a:gd name="connsiteY694" fmla="*/ 2636244 h 3098304"/>
              <a:gd name="connsiteX695" fmla="*/ 5870113 w 10799257"/>
              <a:gd name="connsiteY695" fmla="*/ 2713981 h 3098304"/>
              <a:gd name="connsiteX696" fmla="*/ 5792376 w 10799257"/>
              <a:gd name="connsiteY696" fmla="*/ 2636244 h 3098304"/>
              <a:gd name="connsiteX697" fmla="*/ 5870113 w 10799257"/>
              <a:gd name="connsiteY697" fmla="*/ 2558507 h 3098304"/>
              <a:gd name="connsiteX698" fmla="*/ 5681926 w 10799257"/>
              <a:gd name="connsiteY698" fmla="*/ 2558507 h 3098304"/>
              <a:gd name="connsiteX699" fmla="*/ 5759629 w 10799257"/>
              <a:gd name="connsiteY699" fmla="*/ 2636244 h 3098304"/>
              <a:gd name="connsiteX700" fmla="*/ 5681926 w 10799257"/>
              <a:gd name="connsiteY700" fmla="*/ 2713981 h 3098304"/>
              <a:gd name="connsiteX701" fmla="*/ 5604173 w 10799257"/>
              <a:gd name="connsiteY701" fmla="*/ 2636244 h 3098304"/>
              <a:gd name="connsiteX702" fmla="*/ 5681926 w 10799257"/>
              <a:gd name="connsiteY702" fmla="*/ 2558507 h 3098304"/>
              <a:gd name="connsiteX703" fmla="*/ 5498378 w 10799257"/>
              <a:gd name="connsiteY703" fmla="*/ 2558507 h 3098304"/>
              <a:gd name="connsiteX704" fmla="*/ 5576123 w 10799257"/>
              <a:gd name="connsiteY704" fmla="*/ 2636244 h 3098304"/>
              <a:gd name="connsiteX705" fmla="*/ 5498378 w 10799257"/>
              <a:gd name="connsiteY705" fmla="*/ 2713981 h 3098304"/>
              <a:gd name="connsiteX706" fmla="*/ 5420640 w 10799257"/>
              <a:gd name="connsiteY706" fmla="*/ 2636244 h 3098304"/>
              <a:gd name="connsiteX707" fmla="*/ 5498378 w 10799257"/>
              <a:gd name="connsiteY707" fmla="*/ 2558507 h 3098304"/>
              <a:gd name="connsiteX708" fmla="*/ 5310163 w 10799257"/>
              <a:gd name="connsiteY708" fmla="*/ 2558507 h 3098304"/>
              <a:gd name="connsiteX709" fmla="*/ 5387897 w 10799257"/>
              <a:gd name="connsiteY709" fmla="*/ 2636244 h 3098304"/>
              <a:gd name="connsiteX710" fmla="*/ 5310163 w 10799257"/>
              <a:gd name="connsiteY710" fmla="*/ 2713981 h 3098304"/>
              <a:gd name="connsiteX711" fmla="*/ 5232437 w 10799257"/>
              <a:gd name="connsiteY711" fmla="*/ 2636244 h 3098304"/>
              <a:gd name="connsiteX712" fmla="*/ 5310163 w 10799257"/>
              <a:gd name="connsiteY712" fmla="*/ 2558507 h 3098304"/>
              <a:gd name="connsiteX713" fmla="*/ 2689303 w 10799257"/>
              <a:gd name="connsiteY713" fmla="*/ 2558507 h 3098304"/>
              <a:gd name="connsiteX714" fmla="*/ 2767023 w 10799257"/>
              <a:gd name="connsiteY714" fmla="*/ 2636244 h 3098304"/>
              <a:gd name="connsiteX715" fmla="*/ 2689303 w 10799257"/>
              <a:gd name="connsiteY715" fmla="*/ 2713981 h 3098304"/>
              <a:gd name="connsiteX716" fmla="*/ 2611568 w 10799257"/>
              <a:gd name="connsiteY716" fmla="*/ 2636244 h 3098304"/>
              <a:gd name="connsiteX717" fmla="*/ 2689303 w 10799257"/>
              <a:gd name="connsiteY717" fmla="*/ 2558507 h 3098304"/>
              <a:gd name="connsiteX718" fmla="*/ 2510482 w 10799257"/>
              <a:gd name="connsiteY718" fmla="*/ 2558507 h 3098304"/>
              <a:gd name="connsiteX719" fmla="*/ 2588226 w 10799257"/>
              <a:gd name="connsiteY719" fmla="*/ 2636244 h 3098304"/>
              <a:gd name="connsiteX720" fmla="*/ 2510482 w 10799257"/>
              <a:gd name="connsiteY720" fmla="*/ 2713981 h 3098304"/>
              <a:gd name="connsiteX721" fmla="*/ 2432727 w 10799257"/>
              <a:gd name="connsiteY721" fmla="*/ 2636244 h 3098304"/>
              <a:gd name="connsiteX722" fmla="*/ 2510482 w 10799257"/>
              <a:gd name="connsiteY722" fmla="*/ 2558507 h 3098304"/>
              <a:gd name="connsiteX723" fmla="*/ 2317528 w 10799257"/>
              <a:gd name="connsiteY723" fmla="*/ 2558507 h 3098304"/>
              <a:gd name="connsiteX724" fmla="*/ 2395269 w 10799257"/>
              <a:gd name="connsiteY724" fmla="*/ 2636244 h 3098304"/>
              <a:gd name="connsiteX725" fmla="*/ 2317528 w 10799257"/>
              <a:gd name="connsiteY725" fmla="*/ 2713981 h 3098304"/>
              <a:gd name="connsiteX726" fmla="*/ 2239801 w 10799257"/>
              <a:gd name="connsiteY726" fmla="*/ 2636244 h 3098304"/>
              <a:gd name="connsiteX727" fmla="*/ 2317528 w 10799257"/>
              <a:gd name="connsiteY727" fmla="*/ 2558507 h 3098304"/>
              <a:gd name="connsiteX728" fmla="*/ 2129326 w 10799257"/>
              <a:gd name="connsiteY728" fmla="*/ 2558507 h 3098304"/>
              <a:gd name="connsiteX729" fmla="*/ 2207055 w 10799257"/>
              <a:gd name="connsiteY729" fmla="*/ 2636244 h 3098304"/>
              <a:gd name="connsiteX730" fmla="*/ 2129326 w 10799257"/>
              <a:gd name="connsiteY730" fmla="*/ 2713981 h 3098304"/>
              <a:gd name="connsiteX731" fmla="*/ 2051598 w 10799257"/>
              <a:gd name="connsiteY731" fmla="*/ 2636244 h 3098304"/>
              <a:gd name="connsiteX732" fmla="*/ 2129326 w 10799257"/>
              <a:gd name="connsiteY732" fmla="*/ 2558507 h 3098304"/>
              <a:gd name="connsiteX733" fmla="*/ 1941126 w 10799257"/>
              <a:gd name="connsiteY733" fmla="*/ 2558507 h 3098304"/>
              <a:gd name="connsiteX734" fmla="*/ 2018854 w 10799257"/>
              <a:gd name="connsiteY734" fmla="*/ 2636244 h 3098304"/>
              <a:gd name="connsiteX735" fmla="*/ 1941126 w 10799257"/>
              <a:gd name="connsiteY735" fmla="*/ 2713981 h 3098304"/>
              <a:gd name="connsiteX736" fmla="*/ 1863399 w 10799257"/>
              <a:gd name="connsiteY736" fmla="*/ 2636244 h 3098304"/>
              <a:gd name="connsiteX737" fmla="*/ 1941126 w 10799257"/>
              <a:gd name="connsiteY737" fmla="*/ 2558507 h 3098304"/>
              <a:gd name="connsiteX738" fmla="*/ 1757630 w 10799257"/>
              <a:gd name="connsiteY738" fmla="*/ 2558507 h 3098304"/>
              <a:gd name="connsiteX739" fmla="*/ 1835361 w 10799257"/>
              <a:gd name="connsiteY739" fmla="*/ 2636244 h 3098304"/>
              <a:gd name="connsiteX740" fmla="*/ 1757630 w 10799257"/>
              <a:gd name="connsiteY740" fmla="*/ 2713981 h 3098304"/>
              <a:gd name="connsiteX741" fmla="*/ 1679901 w 10799257"/>
              <a:gd name="connsiteY741" fmla="*/ 2636244 h 3098304"/>
              <a:gd name="connsiteX742" fmla="*/ 1757630 w 10799257"/>
              <a:gd name="connsiteY742" fmla="*/ 2558507 h 3098304"/>
              <a:gd name="connsiteX743" fmla="*/ 1569401 w 10799257"/>
              <a:gd name="connsiteY743" fmla="*/ 2558507 h 3098304"/>
              <a:gd name="connsiteX744" fmla="*/ 1647158 w 10799257"/>
              <a:gd name="connsiteY744" fmla="*/ 2636244 h 3098304"/>
              <a:gd name="connsiteX745" fmla="*/ 1569401 w 10799257"/>
              <a:gd name="connsiteY745" fmla="*/ 2713981 h 3098304"/>
              <a:gd name="connsiteX746" fmla="*/ 1491678 w 10799257"/>
              <a:gd name="connsiteY746" fmla="*/ 2636244 h 3098304"/>
              <a:gd name="connsiteX747" fmla="*/ 1569401 w 10799257"/>
              <a:gd name="connsiteY747" fmla="*/ 2558507 h 3098304"/>
              <a:gd name="connsiteX748" fmla="*/ 1385875 w 10799257"/>
              <a:gd name="connsiteY748" fmla="*/ 2558507 h 3098304"/>
              <a:gd name="connsiteX749" fmla="*/ 1463629 w 10799257"/>
              <a:gd name="connsiteY749" fmla="*/ 2636244 h 3098304"/>
              <a:gd name="connsiteX750" fmla="*/ 1385875 w 10799257"/>
              <a:gd name="connsiteY750" fmla="*/ 2713981 h 3098304"/>
              <a:gd name="connsiteX751" fmla="*/ 1308122 w 10799257"/>
              <a:gd name="connsiteY751" fmla="*/ 2636244 h 3098304"/>
              <a:gd name="connsiteX752" fmla="*/ 1385875 w 10799257"/>
              <a:gd name="connsiteY752" fmla="*/ 2558507 h 3098304"/>
              <a:gd name="connsiteX753" fmla="*/ 1202337 w 10799257"/>
              <a:gd name="connsiteY753" fmla="*/ 2558507 h 3098304"/>
              <a:gd name="connsiteX754" fmla="*/ 1280074 w 10799257"/>
              <a:gd name="connsiteY754" fmla="*/ 2636244 h 3098304"/>
              <a:gd name="connsiteX755" fmla="*/ 1202337 w 10799257"/>
              <a:gd name="connsiteY755" fmla="*/ 2713981 h 3098304"/>
              <a:gd name="connsiteX756" fmla="*/ 1124620 w 10799257"/>
              <a:gd name="connsiteY756" fmla="*/ 2636244 h 3098304"/>
              <a:gd name="connsiteX757" fmla="*/ 1202337 w 10799257"/>
              <a:gd name="connsiteY757" fmla="*/ 2558507 h 3098304"/>
              <a:gd name="connsiteX758" fmla="*/ 1014100 w 10799257"/>
              <a:gd name="connsiteY758" fmla="*/ 2558507 h 3098304"/>
              <a:gd name="connsiteX759" fmla="*/ 1091865 w 10799257"/>
              <a:gd name="connsiteY759" fmla="*/ 2636244 h 3098304"/>
              <a:gd name="connsiteX760" fmla="*/ 1014100 w 10799257"/>
              <a:gd name="connsiteY760" fmla="*/ 2713981 h 3098304"/>
              <a:gd name="connsiteX761" fmla="*/ 936398 w 10799257"/>
              <a:gd name="connsiteY761" fmla="*/ 2636244 h 3098304"/>
              <a:gd name="connsiteX762" fmla="*/ 1014100 w 10799257"/>
              <a:gd name="connsiteY762" fmla="*/ 2558507 h 3098304"/>
              <a:gd name="connsiteX763" fmla="*/ 830602 w 10799257"/>
              <a:gd name="connsiteY763" fmla="*/ 2558507 h 3098304"/>
              <a:gd name="connsiteX764" fmla="*/ 908355 w 10799257"/>
              <a:gd name="connsiteY764" fmla="*/ 2636244 h 3098304"/>
              <a:gd name="connsiteX765" fmla="*/ 830602 w 10799257"/>
              <a:gd name="connsiteY765" fmla="*/ 2713981 h 3098304"/>
              <a:gd name="connsiteX766" fmla="*/ 752860 w 10799257"/>
              <a:gd name="connsiteY766" fmla="*/ 2636244 h 3098304"/>
              <a:gd name="connsiteX767" fmla="*/ 830602 w 10799257"/>
              <a:gd name="connsiteY767" fmla="*/ 2558507 h 3098304"/>
              <a:gd name="connsiteX768" fmla="*/ 642371 w 10799257"/>
              <a:gd name="connsiteY768" fmla="*/ 2558507 h 3098304"/>
              <a:gd name="connsiteX769" fmla="*/ 720112 w 10799257"/>
              <a:gd name="connsiteY769" fmla="*/ 2636244 h 3098304"/>
              <a:gd name="connsiteX770" fmla="*/ 642371 w 10799257"/>
              <a:gd name="connsiteY770" fmla="*/ 2713981 h 3098304"/>
              <a:gd name="connsiteX771" fmla="*/ 564637 w 10799257"/>
              <a:gd name="connsiteY771" fmla="*/ 2636244 h 3098304"/>
              <a:gd name="connsiteX772" fmla="*/ 642371 w 10799257"/>
              <a:gd name="connsiteY772" fmla="*/ 2558507 h 3098304"/>
              <a:gd name="connsiteX773" fmla="*/ 458857 w 10799257"/>
              <a:gd name="connsiteY773" fmla="*/ 2558507 h 3098304"/>
              <a:gd name="connsiteX774" fmla="*/ 536594 w 10799257"/>
              <a:gd name="connsiteY774" fmla="*/ 2636244 h 3098304"/>
              <a:gd name="connsiteX775" fmla="*/ 458857 w 10799257"/>
              <a:gd name="connsiteY775" fmla="*/ 2713981 h 3098304"/>
              <a:gd name="connsiteX776" fmla="*/ 381122 w 10799257"/>
              <a:gd name="connsiteY776" fmla="*/ 2636244 h 3098304"/>
              <a:gd name="connsiteX777" fmla="*/ 458857 w 10799257"/>
              <a:gd name="connsiteY777" fmla="*/ 2558507 h 3098304"/>
              <a:gd name="connsiteX778" fmla="*/ 5126663 w 10799257"/>
              <a:gd name="connsiteY778" fmla="*/ 2558503 h 3098304"/>
              <a:gd name="connsiteX779" fmla="*/ 5204402 w 10799257"/>
              <a:gd name="connsiteY779" fmla="*/ 2636239 h 3098304"/>
              <a:gd name="connsiteX780" fmla="*/ 5126663 w 10799257"/>
              <a:gd name="connsiteY780" fmla="*/ 2713978 h 3098304"/>
              <a:gd name="connsiteX781" fmla="*/ 5048937 w 10799257"/>
              <a:gd name="connsiteY781" fmla="*/ 2636239 h 3098304"/>
              <a:gd name="connsiteX782" fmla="*/ 5126663 w 10799257"/>
              <a:gd name="connsiteY782" fmla="*/ 2558503 h 3098304"/>
              <a:gd name="connsiteX783" fmla="*/ 4938418 w 10799257"/>
              <a:gd name="connsiteY783" fmla="*/ 2558503 h 3098304"/>
              <a:gd name="connsiteX784" fmla="*/ 5016155 w 10799257"/>
              <a:gd name="connsiteY784" fmla="*/ 2636239 h 3098304"/>
              <a:gd name="connsiteX785" fmla="*/ 4938418 w 10799257"/>
              <a:gd name="connsiteY785" fmla="*/ 2713976 h 3098304"/>
              <a:gd name="connsiteX786" fmla="*/ 4860682 w 10799257"/>
              <a:gd name="connsiteY786" fmla="*/ 2636239 h 3098304"/>
              <a:gd name="connsiteX787" fmla="*/ 4938418 w 10799257"/>
              <a:gd name="connsiteY787" fmla="*/ 2558503 h 3098304"/>
              <a:gd name="connsiteX788" fmla="*/ 10721520 w 10799257"/>
              <a:gd name="connsiteY788" fmla="*/ 2393812 h 3098304"/>
              <a:gd name="connsiteX789" fmla="*/ 10731545 w 10799257"/>
              <a:gd name="connsiteY789" fmla="*/ 2395836 h 3098304"/>
              <a:gd name="connsiteX790" fmla="*/ 10799249 w 10799257"/>
              <a:gd name="connsiteY790" fmla="*/ 2471590 h 3098304"/>
              <a:gd name="connsiteX791" fmla="*/ 10793148 w 10799257"/>
              <a:gd name="connsiteY791" fmla="*/ 2501808 h 3098304"/>
              <a:gd name="connsiteX792" fmla="*/ 10721520 w 10799257"/>
              <a:gd name="connsiteY792" fmla="*/ 2549287 h 3098304"/>
              <a:gd name="connsiteX793" fmla="*/ 10643783 w 10799257"/>
              <a:gd name="connsiteY793" fmla="*/ 2471549 h 3098304"/>
              <a:gd name="connsiteX794" fmla="*/ 10721520 w 10799257"/>
              <a:gd name="connsiteY794" fmla="*/ 2393812 h 3098304"/>
              <a:gd name="connsiteX795" fmla="*/ 10538005 w 10799257"/>
              <a:gd name="connsiteY795" fmla="*/ 2393812 h 3098304"/>
              <a:gd name="connsiteX796" fmla="*/ 10615742 w 10799257"/>
              <a:gd name="connsiteY796" fmla="*/ 2471549 h 3098304"/>
              <a:gd name="connsiteX797" fmla="*/ 10538005 w 10799257"/>
              <a:gd name="connsiteY797" fmla="*/ 2549287 h 3098304"/>
              <a:gd name="connsiteX798" fmla="*/ 10460268 w 10799257"/>
              <a:gd name="connsiteY798" fmla="*/ 2471549 h 3098304"/>
              <a:gd name="connsiteX799" fmla="*/ 10538005 w 10799257"/>
              <a:gd name="connsiteY799" fmla="*/ 2393812 h 3098304"/>
              <a:gd name="connsiteX800" fmla="*/ 10349782 w 10799257"/>
              <a:gd name="connsiteY800" fmla="*/ 2393812 h 3098304"/>
              <a:gd name="connsiteX801" fmla="*/ 10427519 w 10799257"/>
              <a:gd name="connsiteY801" fmla="*/ 2471549 h 3098304"/>
              <a:gd name="connsiteX802" fmla="*/ 10349782 w 10799257"/>
              <a:gd name="connsiteY802" fmla="*/ 2549287 h 3098304"/>
              <a:gd name="connsiteX803" fmla="*/ 10272045 w 10799257"/>
              <a:gd name="connsiteY803" fmla="*/ 2471549 h 3098304"/>
              <a:gd name="connsiteX804" fmla="*/ 10349782 w 10799257"/>
              <a:gd name="connsiteY804" fmla="*/ 2393812 h 3098304"/>
              <a:gd name="connsiteX805" fmla="*/ 10166265 w 10799257"/>
              <a:gd name="connsiteY805" fmla="*/ 2393812 h 3098304"/>
              <a:gd name="connsiteX806" fmla="*/ 10244002 w 10799257"/>
              <a:gd name="connsiteY806" fmla="*/ 2471549 h 3098304"/>
              <a:gd name="connsiteX807" fmla="*/ 10166265 w 10799257"/>
              <a:gd name="connsiteY807" fmla="*/ 2549287 h 3098304"/>
              <a:gd name="connsiteX808" fmla="*/ 10088528 w 10799257"/>
              <a:gd name="connsiteY808" fmla="*/ 2471549 h 3098304"/>
              <a:gd name="connsiteX809" fmla="*/ 10166265 w 10799257"/>
              <a:gd name="connsiteY809" fmla="*/ 2393812 h 3098304"/>
              <a:gd name="connsiteX810" fmla="*/ 9978044 w 10799257"/>
              <a:gd name="connsiteY810" fmla="*/ 2393812 h 3098304"/>
              <a:gd name="connsiteX811" fmla="*/ 10055781 w 10799257"/>
              <a:gd name="connsiteY811" fmla="*/ 2471549 h 3098304"/>
              <a:gd name="connsiteX812" fmla="*/ 9978044 w 10799257"/>
              <a:gd name="connsiteY812" fmla="*/ 2549287 h 3098304"/>
              <a:gd name="connsiteX813" fmla="*/ 9900307 w 10799257"/>
              <a:gd name="connsiteY813" fmla="*/ 2471549 h 3098304"/>
              <a:gd name="connsiteX814" fmla="*/ 9978044 w 10799257"/>
              <a:gd name="connsiteY814" fmla="*/ 2393812 h 3098304"/>
              <a:gd name="connsiteX815" fmla="*/ 9789823 w 10799257"/>
              <a:gd name="connsiteY815" fmla="*/ 2393812 h 3098304"/>
              <a:gd name="connsiteX816" fmla="*/ 9867560 w 10799257"/>
              <a:gd name="connsiteY816" fmla="*/ 2471549 h 3098304"/>
              <a:gd name="connsiteX817" fmla="*/ 9789823 w 10799257"/>
              <a:gd name="connsiteY817" fmla="*/ 2549287 h 3098304"/>
              <a:gd name="connsiteX818" fmla="*/ 9712086 w 10799257"/>
              <a:gd name="connsiteY818" fmla="*/ 2471549 h 3098304"/>
              <a:gd name="connsiteX819" fmla="*/ 9789823 w 10799257"/>
              <a:gd name="connsiteY819" fmla="*/ 2393812 h 3098304"/>
              <a:gd name="connsiteX820" fmla="*/ 9606308 w 10799257"/>
              <a:gd name="connsiteY820" fmla="*/ 2393812 h 3098304"/>
              <a:gd name="connsiteX821" fmla="*/ 9684045 w 10799257"/>
              <a:gd name="connsiteY821" fmla="*/ 2471549 h 3098304"/>
              <a:gd name="connsiteX822" fmla="*/ 9606308 w 10799257"/>
              <a:gd name="connsiteY822" fmla="*/ 2549287 h 3098304"/>
              <a:gd name="connsiteX823" fmla="*/ 9528571 w 10799257"/>
              <a:gd name="connsiteY823" fmla="*/ 2471549 h 3098304"/>
              <a:gd name="connsiteX824" fmla="*/ 9606308 w 10799257"/>
              <a:gd name="connsiteY824" fmla="*/ 2393812 h 3098304"/>
              <a:gd name="connsiteX825" fmla="*/ 9413381 w 10799257"/>
              <a:gd name="connsiteY825" fmla="*/ 2393812 h 3098304"/>
              <a:gd name="connsiteX826" fmla="*/ 9491118 w 10799257"/>
              <a:gd name="connsiteY826" fmla="*/ 2471549 h 3098304"/>
              <a:gd name="connsiteX827" fmla="*/ 9413381 w 10799257"/>
              <a:gd name="connsiteY827" fmla="*/ 2549287 h 3098304"/>
              <a:gd name="connsiteX828" fmla="*/ 9335644 w 10799257"/>
              <a:gd name="connsiteY828" fmla="*/ 2471549 h 3098304"/>
              <a:gd name="connsiteX829" fmla="*/ 9413381 w 10799257"/>
              <a:gd name="connsiteY829" fmla="*/ 2393812 h 3098304"/>
              <a:gd name="connsiteX830" fmla="*/ 9234570 w 10799257"/>
              <a:gd name="connsiteY830" fmla="*/ 2393812 h 3098304"/>
              <a:gd name="connsiteX831" fmla="*/ 9312307 w 10799257"/>
              <a:gd name="connsiteY831" fmla="*/ 2471549 h 3098304"/>
              <a:gd name="connsiteX832" fmla="*/ 9234570 w 10799257"/>
              <a:gd name="connsiteY832" fmla="*/ 2549287 h 3098304"/>
              <a:gd name="connsiteX833" fmla="*/ 9156833 w 10799257"/>
              <a:gd name="connsiteY833" fmla="*/ 2471549 h 3098304"/>
              <a:gd name="connsiteX834" fmla="*/ 9234570 w 10799257"/>
              <a:gd name="connsiteY834" fmla="*/ 2393812 h 3098304"/>
              <a:gd name="connsiteX835" fmla="*/ 9036939 w 10799257"/>
              <a:gd name="connsiteY835" fmla="*/ 2393812 h 3098304"/>
              <a:gd name="connsiteX836" fmla="*/ 9114675 w 10799257"/>
              <a:gd name="connsiteY836" fmla="*/ 2471549 h 3098304"/>
              <a:gd name="connsiteX837" fmla="*/ 9036939 w 10799257"/>
              <a:gd name="connsiteY837" fmla="*/ 2549287 h 3098304"/>
              <a:gd name="connsiteX838" fmla="*/ 8959202 w 10799257"/>
              <a:gd name="connsiteY838" fmla="*/ 2471549 h 3098304"/>
              <a:gd name="connsiteX839" fmla="*/ 9036939 w 10799257"/>
              <a:gd name="connsiteY839" fmla="*/ 2393812 h 3098304"/>
              <a:gd name="connsiteX840" fmla="*/ 8853421 w 10799257"/>
              <a:gd name="connsiteY840" fmla="*/ 2393812 h 3098304"/>
              <a:gd name="connsiteX841" fmla="*/ 8931158 w 10799257"/>
              <a:gd name="connsiteY841" fmla="*/ 2471549 h 3098304"/>
              <a:gd name="connsiteX842" fmla="*/ 8853421 w 10799257"/>
              <a:gd name="connsiteY842" fmla="*/ 2549287 h 3098304"/>
              <a:gd name="connsiteX843" fmla="*/ 8775685 w 10799257"/>
              <a:gd name="connsiteY843" fmla="*/ 2471549 h 3098304"/>
              <a:gd name="connsiteX844" fmla="*/ 8853421 w 10799257"/>
              <a:gd name="connsiteY844" fmla="*/ 2393812 h 3098304"/>
              <a:gd name="connsiteX845" fmla="*/ 8669908 w 10799257"/>
              <a:gd name="connsiteY845" fmla="*/ 2393812 h 3098304"/>
              <a:gd name="connsiteX846" fmla="*/ 8747645 w 10799257"/>
              <a:gd name="connsiteY846" fmla="*/ 2471549 h 3098304"/>
              <a:gd name="connsiteX847" fmla="*/ 8669908 w 10799257"/>
              <a:gd name="connsiteY847" fmla="*/ 2549287 h 3098304"/>
              <a:gd name="connsiteX848" fmla="*/ 8592171 w 10799257"/>
              <a:gd name="connsiteY848" fmla="*/ 2471549 h 3098304"/>
              <a:gd name="connsiteX849" fmla="*/ 8669908 w 10799257"/>
              <a:gd name="connsiteY849" fmla="*/ 2393812 h 3098304"/>
              <a:gd name="connsiteX850" fmla="*/ 8481684 w 10799257"/>
              <a:gd name="connsiteY850" fmla="*/ 2393812 h 3098304"/>
              <a:gd name="connsiteX851" fmla="*/ 8559421 w 10799257"/>
              <a:gd name="connsiteY851" fmla="*/ 2471549 h 3098304"/>
              <a:gd name="connsiteX852" fmla="*/ 8481684 w 10799257"/>
              <a:gd name="connsiteY852" fmla="*/ 2549287 h 3098304"/>
              <a:gd name="connsiteX853" fmla="*/ 8403948 w 10799257"/>
              <a:gd name="connsiteY853" fmla="*/ 2471549 h 3098304"/>
              <a:gd name="connsiteX854" fmla="*/ 8481684 w 10799257"/>
              <a:gd name="connsiteY854" fmla="*/ 2393812 h 3098304"/>
              <a:gd name="connsiteX855" fmla="*/ 8298167 w 10799257"/>
              <a:gd name="connsiteY855" fmla="*/ 2393812 h 3098304"/>
              <a:gd name="connsiteX856" fmla="*/ 8375904 w 10799257"/>
              <a:gd name="connsiteY856" fmla="*/ 2471549 h 3098304"/>
              <a:gd name="connsiteX857" fmla="*/ 8298167 w 10799257"/>
              <a:gd name="connsiteY857" fmla="*/ 2549287 h 3098304"/>
              <a:gd name="connsiteX858" fmla="*/ 8220430 w 10799257"/>
              <a:gd name="connsiteY858" fmla="*/ 2471549 h 3098304"/>
              <a:gd name="connsiteX859" fmla="*/ 8298167 w 10799257"/>
              <a:gd name="connsiteY859" fmla="*/ 2393812 h 3098304"/>
              <a:gd name="connsiteX860" fmla="*/ 8109949 w 10799257"/>
              <a:gd name="connsiteY860" fmla="*/ 2393812 h 3098304"/>
              <a:gd name="connsiteX861" fmla="*/ 8187686 w 10799257"/>
              <a:gd name="connsiteY861" fmla="*/ 2471549 h 3098304"/>
              <a:gd name="connsiteX862" fmla="*/ 8109949 w 10799257"/>
              <a:gd name="connsiteY862" fmla="*/ 2549287 h 3098304"/>
              <a:gd name="connsiteX863" fmla="*/ 8032212 w 10799257"/>
              <a:gd name="connsiteY863" fmla="*/ 2471549 h 3098304"/>
              <a:gd name="connsiteX864" fmla="*/ 8109949 w 10799257"/>
              <a:gd name="connsiteY864" fmla="*/ 2393812 h 3098304"/>
              <a:gd name="connsiteX865" fmla="*/ 7926434 w 10799257"/>
              <a:gd name="connsiteY865" fmla="*/ 2393812 h 3098304"/>
              <a:gd name="connsiteX866" fmla="*/ 8004171 w 10799257"/>
              <a:gd name="connsiteY866" fmla="*/ 2471549 h 3098304"/>
              <a:gd name="connsiteX867" fmla="*/ 7926434 w 10799257"/>
              <a:gd name="connsiteY867" fmla="*/ 2549287 h 3098304"/>
              <a:gd name="connsiteX868" fmla="*/ 7848697 w 10799257"/>
              <a:gd name="connsiteY868" fmla="*/ 2471549 h 3098304"/>
              <a:gd name="connsiteX869" fmla="*/ 7926434 w 10799257"/>
              <a:gd name="connsiteY869" fmla="*/ 2393812 h 3098304"/>
              <a:gd name="connsiteX870" fmla="*/ 7738213 w 10799257"/>
              <a:gd name="connsiteY870" fmla="*/ 2393812 h 3098304"/>
              <a:gd name="connsiteX871" fmla="*/ 7815950 w 10799257"/>
              <a:gd name="connsiteY871" fmla="*/ 2471549 h 3098304"/>
              <a:gd name="connsiteX872" fmla="*/ 7738213 w 10799257"/>
              <a:gd name="connsiteY872" fmla="*/ 2549287 h 3098304"/>
              <a:gd name="connsiteX873" fmla="*/ 7660476 w 10799257"/>
              <a:gd name="connsiteY873" fmla="*/ 2471549 h 3098304"/>
              <a:gd name="connsiteX874" fmla="*/ 7738213 w 10799257"/>
              <a:gd name="connsiteY874" fmla="*/ 2393812 h 3098304"/>
              <a:gd name="connsiteX875" fmla="*/ 7554693 w 10799257"/>
              <a:gd name="connsiteY875" fmla="*/ 2393812 h 3098304"/>
              <a:gd name="connsiteX876" fmla="*/ 7632430 w 10799257"/>
              <a:gd name="connsiteY876" fmla="*/ 2471549 h 3098304"/>
              <a:gd name="connsiteX877" fmla="*/ 7554693 w 10799257"/>
              <a:gd name="connsiteY877" fmla="*/ 2549287 h 3098304"/>
              <a:gd name="connsiteX878" fmla="*/ 7476957 w 10799257"/>
              <a:gd name="connsiteY878" fmla="*/ 2471549 h 3098304"/>
              <a:gd name="connsiteX879" fmla="*/ 7554693 w 10799257"/>
              <a:gd name="connsiteY879" fmla="*/ 2393812 h 3098304"/>
              <a:gd name="connsiteX880" fmla="*/ 7366472 w 10799257"/>
              <a:gd name="connsiteY880" fmla="*/ 2393812 h 3098304"/>
              <a:gd name="connsiteX881" fmla="*/ 7444209 w 10799257"/>
              <a:gd name="connsiteY881" fmla="*/ 2471549 h 3098304"/>
              <a:gd name="connsiteX882" fmla="*/ 7366472 w 10799257"/>
              <a:gd name="connsiteY882" fmla="*/ 2549287 h 3098304"/>
              <a:gd name="connsiteX883" fmla="*/ 7288736 w 10799257"/>
              <a:gd name="connsiteY883" fmla="*/ 2471549 h 3098304"/>
              <a:gd name="connsiteX884" fmla="*/ 7366472 w 10799257"/>
              <a:gd name="connsiteY884" fmla="*/ 2393812 h 3098304"/>
              <a:gd name="connsiteX885" fmla="*/ 7178251 w 10799257"/>
              <a:gd name="connsiteY885" fmla="*/ 2393812 h 3098304"/>
              <a:gd name="connsiteX886" fmla="*/ 7255988 w 10799257"/>
              <a:gd name="connsiteY886" fmla="*/ 2471549 h 3098304"/>
              <a:gd name="connsiteX887" fmla="*/ 7178251 w 10799257"/>
              <a:gd name="connsiteY887" fmla="*/ 2549287 h 3098304"/>
              <a:gd name="connsiteX888" fmla="*/ 7100514 w 10799257"/>
              <a:gd name="connsiteY888" fmla="*/ 2471549 h 3098304"/>
              <a:gd name="connsiteX889" fmla="*/ 7178251 w 10799257"/>
              <a:gd name="connsiteY889" fmla="*/ 2393812 h 3098304"/>
              <a:gd name="connsiteX890" fmla="*/ 6985327 w 10799257"/>
              <a:gd name="connsiteY890" fmla="*/ 2393812 h 3098304"/>
              <a:gd name="connsiteX891" fmla="*/ 7063064 w 10799257"/>
              <a:gd name="connsiteY891" fmla="*/ 2471549 h 3098304"/>
              <a:gd name="connsiteX892" fmla="*/ 6985327 w 10799257"/>
              <a:gd name="connsiteY892" fmla="*/ 2549287 h 3098304"/>
              <a:gd name="connsiteX893" fmla="*/ 6907590 w 10799257"/>
              <a:gd name="connsiteY893" fmla="*/ 2471549 h 3098304"/>
              <a:gd name="connsiteX894" fmla="*/ 6985327 w 10799257"/>
              <a:gd name="connsiteY894" fmla="*/ 2393812 h 3098304"/>
              <a:gd name="connsiteX895" fmla="*/ 6801810 w 10799257"/>
              <a:gd name="connsiteY895" fmla="*/ 2393812 h 3098304"/>
              <a:gd name="connsiteX896" fmla="*/ 6879546 w 10799257"/>
              <a:gd name="connsiteY896" fmla="*/ 2471549 h 3098304"/>
              <a:gd name="connsiteX897" fmla="*/ 6801810 w 10799257"/>
              <a:gd name="connsiteY897" fmla="*/ 2549287 h 3098304"/>
              <a:gd name="connsiteX898" fmla="*/ 6724073 w 10799257"/>
              <a:gd name="connsiteY898" fmla="*/ 2471549 h 3098304"/>
              <a:gd name="connsiteX899" fmla="*/ 6801810 w 10799257"/>
              <a:gd name="connsiteY899" fmla="*/ 2393812 h 3098304"/>
              <a:gd name="connsiteX900" fmla="*/ 6613588 w 10799257"/>
              <a:gd name="connsiteY900" fmla="*/ 2393812 h 3098304"/>
              <a:gd name="connsiteX901" fmla="*/ 6691325 w 10799257"/>
              <a:gd name="connsiteY901" fmla="*/ 2471549 h 3098304"/>
              <a:gd name="connsiteX902" fmla="*/ 6613588 w 10799257"/>
              <a:gd name="connsiteY902" fmla="*/ 2549287 h 3098304"/>
              <a:gd name="connsiteX903" fmla="*/ 6535852 w 10799257"/>
              <a:gd name="connsiteY903" fmla="*/ 2471549 h 3098304"/>
              <a:gd name="connsiteX904" fmla="*/ 6613588 w 10799257"/>
              <a:gd name="connsiteY904" fmla="*/ 2393812 h 3098304"/>
              <a:gd name="connsiteX905" fmla="*/ 6425367 w 10799257"/>
              <a:gd name="connsiteY905" fmla="*/ 2393812 h 3098304"/>
              <a:gd name="connsiteX906" fmla="*/ 6503104 w 10799257"/>
              <a:gd name="connsiteY906" fmla="*/ 2471549 h 3098304"/>
              <a:gd name="connsiteX907" fmla="*/ 6425367 w 10799257"/>
              <a:gd name="connsiteY907" fmla="*/ 2549287 h 3098304"/>
              <a:gd name="connsiteX908" fmla="*/ 6347631 w 10799257"/>
              <a:gd name="connsiteY908" fmla="*/ 2471549 h 3098304"/>
              <a:gd name="connsiteX909" fmla="*/ 6425367 w 10799257"/>
              <a:gd name="connsiteY909" fmla="*/ 2393812 h 3098304"/>
              <a:gd name="connsiteX910" fmla="*/ 6241850 w 10799257"/>
              <a:gd name="connsiteY910" fmla="*/ 2393812 h 3098304"/>
              <a:gd name="connsiteX911" fmla="*/ 6319587 w 10799257"/>
              <a:gd name="connsiteY911" fmla="*/ 2471549 h 3098304"/>
              <a:gd name="connsiteX912" fmla="*/ 6241850 w 10799257"/>
              <a:gd name="connsiteY912" fmla="*/ 2549287 h 3098304"/>
              <a:gd name="connsiteX913" fmla="*/ 6164113 w 10799257"/>
              <a:gd name="connsiteY913" fmla="*/ 2471549 h 3098304"/>
              <a:gd name="connsiteX914" fmla="*/ 6241850 w 10799257"/>
              <a:gd name="connsiteY914" fmla="*/ 2393812 h 3098304"/>
              <a:gd name="connsiteX915" fmla="*/ 6053630 w 10799257"/>
              <a:gd name="connsiteY915" fmla="*/ 2393812 h 3098304"/>
              <a:gd name="connsiteX916" fmla="*/ 6131367 w 10799257"/>
              <a:gd name="connsiteY916" fmla="*/ 2471549 h 3098304"/>
              <a:gd name="connsiteX917" fmla="*/ 6053630 w 10799257"/>
              <a:gd name="connsiteY917" fmla="*/ 2549287 h 3098304"/>
              <a:gd name="connsiteX918" fmla="*/ 5975894 w 10799257"/>
              <a:gd name="connsiteY918" fmla="*/ 2471549 h 3098304"/>
              <a:gd name="connsiteX919" fmla="*/ 6053630 w 10799257"/>
              <a:gd name="connsiteY919" fmla="*/ 2393812 h 3098304"/>
              <a:gd name="connsiteX920" fmla="*/ 5870113 w 10799257"/>
              <a:gd name="connsiteY920" fmla="*/ 2393812 h 3098304"/>
              <a:gd name="connsiteX921" fmla="*/ 5947850 w 10799257"/>
              <a:gd name="connsiteY921" fmla="*/ 2471549 h 3098304"/>
              <a:gd name="connsiteX922" fmla="*/ 5870113 w 10799257"/>
              <a:gd name="connsiteY922" fmla="*/ 2549287 h 3098304"/>
              <a:gd name="connsiteX923" fmla="*/ 5792376 w 10799257"/>
              <a:gd name="connsiteY923" fmla="*/ 2471549 h 3098304"/>
              <a:gd name="connsiteX924" fmla="*/ 5870113 w 10799257"/>
              <a:gd name="connsiteY924" fmla="*/ 2393812 h 3098304"/>
              <a:gd name="connsiteX925" fmla="*/ 5681928 w 10799257"/>
              <a:gd name="connsiteY925" fmla="*/ 2393812 h 3098304"/>
              <a:gd name="connsiteX926" fmla="*/ 5759629 w 10799257"/>
              <a:gd name="connsiteY926" fmla="*/ 2471549 h 3098304"/>
              <a:gd name="connsiteX927" fmla="*/ 5681928 w 10799257"/>
              <a:gd name="connsiteY927" fmla="*/ 2549287 h 3098304"/>
              <a:gd name="connsiteX928" fmla="*/ 5604173 w 10799257"/>
              <a:gd name="connsiteY928" fmla="*/ 2471549 h 3098304"/>
              <a:gd name="connsiteX929" fmla="*/ 5681928 w 10799257"/>
              <a:gd name="connsiteY929" fmla="*/ 2393812 h 3098304"/>
              <a:gd name="connsiteX930" fmla="*/ 5498381 w 10799257"/>
              <a:gd name="connsiteY930" fmla="*/ 2393812 h 3098304"/>
              <a:gd name="connsiteX931" fmla="*/ 5576126 w 10799257"/>
              <a:gd name="connsiteY931" fmla="*/ 2471549 h 3098304"/>
              <a:gd name="connsiteX932" fmla="*/ 5498381 w 10799257"/>
              <a:gd name="connsiteY932" fmla="*/ 2549287 h 3098304"/>
              <a:gd name="connsiteX933" fmla="*/ 5420642 w 10799257"/>
              <a:gd name="connsiteY933" fmla="*/ 2471549 h 3098304"/>
              <a:gd name="connsiteX934" fmla="*/ 5498381 w 10799257"/>
              <a:gd name="connsiteY934" fmla="*/ 2393812 h 3098304"/>
              <a:gd name="connsiteX935" fmla="*/ 5310166 w 10799257"/>
              <a:gd name="connsiteY935" fmla="*/ 2393812 h 3098304"/>
              <a:gd name="connsiteX936" fmla="*/ 5387897 w 10799257"/>
              <a:gd name="connsiteY936" fmla="*/ 2471549 h 3098304"/>
              <a:gd name="connsiteX937" fmla="*/ 5310166 w 10799257"/>
              <a:gd name="connsiteY937" fmla="*/ 2549287 h 3098304"/>
              <a:gd name="connsiteX938" fmla="*/ 5232438 w 10799257"/>
              <a:gd name="connsiteY938" fmla="*/ 2471549 h 3098304"/>
              <a:gd name="connsiteX939" fmla="*/ 5310166 w 10799257"/>
              <a:gd name="connsiteY939" fmla="*/ 2393812 h 3098304"/>
              <a:gd name="connsiteX940" fmla="*/ 3061035 w 10799257"/>
              <a:gd name="connsiteY940" fmla="*/ 2393812 h 3098304"/>
              <a:gd name="connsiteX941" fmla="*/ 3138771 w 10799257"/>
              <a:gd name="connsiteY941" fmla="*/ 2471549 h 3098304"/>
              <a:gd name="connsiteX942" fmla="*/ 3061035 w 10799257"/>
              <a:gd name="connsiteY942" fmla="*/ 2549287 h 3098304"/>
              <a:gd name="connsiteX943" fmla="*/ 2983286 w 10799257"/>
              <a:gd name="connsiteY943" fmla="*/ 2471549 h 3098304"/>
              <a:gd name="connsiteX944" fmla="*/ 3061035 w 10799257"/>
              <a:gd name="connsiteY944" fmla="*/ 2393812 h 3098304"/>
              <a:gd name="connsiteX945" fmla="*/ 2882217 w 10799257"/>
              <a:gd name="connsiteY945" fmla="*/ 2393812 h 3098304"/>
              <a:gd name="connsiteX946" fmla="*/ 2959955 w 10799257"/>
              <a:gd name="connsiteY946" fmla="*/ 2471549 h 3098304"/>
              <a:gd name="connsiteX947" fmla="*/ 2882217 w 10799257"/>
              <a:gd name="connsiteY947" fmla="*/ 2549287 h 3098304"/>
              <a:gd name="connsiteX948" fmla="*/ 2804490 w 10799257"/>
              <a:gd name="connsiteY948" fmla="*/ 2471549 h 3098304"/>
              <a:gd name="connsiteX949" fmla="*/ 2882217 w 10799257"/>
              <a:gd name="connsiteY949" fmla="*/ 2393812 h 3098304"/>
              <a:gd name="connsiteX950" fmla="*/ 2689313 w 10799257"/>
              <a:gd name="connsiteY950" fmla="*/ 2393812 h 3098304"/>
              <a:gd name="connsiteX951" fmla="*/ 2767029 w 10799257"/>
              <a:gd name="connsiteY951" fmla="*/ 2471549 h 3098304"/>
              <a:gd name="connsiteX952" fmla="*/ 2689313 w 10799257"/>
              <a:gd name="connsiteY952" fmla="*/ 2549287 h 3098304"/>
              <a:gd name="connsiteX953" fmla="*/ 2611576 w 10799257"/>
              <a:gd name="connsiteY953" fmla="*/ 2471549 h 3098304"/>
              <a:gd name="connsiteX954" fmla="*/ 2689313 w 10799257"/>
              <a:gd name="connsiteY954" fmla="*/ 2393812 h 3098304"/>
              <a:gd name="connsiteX955" fmla="*/ 2510490 w 10799257"/>
              <a:gd name="connsiteY955" fmla="*/ 2393812 h 3098304"/>
              <a:gd name="connsiteX956" fmla="*/ 2588235 w 10799257"/>
              <a:gd name="connsiteY956" fmla="*/ 2471549 h 3098304"/>
              <a:gd name="connsiteX957" fmla="*/ 2510490 w 10799257"/>
              <a:gd name="connsiteY957" fmla="*/ 2549287 h 3098304"/>
              <a:gd name="connsiteX958" fmla="*/ 2432737 w 10799257"/>
              <a:gd name="connsiteY958" fmla="*/ 2471549 h 3098304"/>
              <a:gd name="connsiteX959" fmla="*/ 2510490 w 10799257"/>
              <a:gd name="connsiteY959" fmla="*/ 2393812 h 3098304"/>
              <a:gd name="connsiteX960" fmla="*/ 2317537 w 10799257"/>
              <a:gd name="connsiteY960" fmla="*/ 2393812 h 3098304"/>
              <a:gd name="connsiteX961" fmla="*/ 2395277 w 10799257"/>
              <a:gd name="connsiteY961" fmla="*/ 2471549 h 3098304"/>
              <a:gd name="connsiteX962" fmla="*/ 2317537 w 10799257"/>
              <a:gd name="connsiteY962" fmla="*/ 2549287 h 3098304"/>
              <a:gd name="connsiteX963" fmla="*/ 2239808 w 10799257"/>
              <a:gd name="connsiteY963" fmla="*/ 2471549 h 3098304"/>
              <a:gd name="connsiteX964" fmla="*/ 2317537 w 10799257"/>
              <a:gd name="connsiteY964" fmla="*/ 2393812 h 3098304"/>
              <a:gd name="connsiteX965" fmla="*/ 2129335 w 10799257"/>
              <a:gd name="connsiteY965" fmla="*/ 2393812 h 3098304"/>
              <a:gd name="connsiteX966" fmla="*/ 2207063 w 10799257"/>
              <a:gd name="connsiteY966" fmla="*/ 2471549 h 3098304"/>
              <a:gd name="connsiteX967" fmla="*/ 2129335 w 10799257"/>
              <a:gd name="connsiteY967" fmla="*/ 2549287 h 3098304"/>
              <a:gd name="connsiteX968" fmla="*/ 2051608 w 10799257"/>
              <a:gd name="connsiteY968" fmla="*/ 2471549 h 3098304"/>
              <a:gd name="connsiteX969" fmla="*/ 2129335 w 10799257"/>
              <a:gd name="connsiteY969" fmla="*/ 2393812 h 3098304"/>
              <a:gd name="connsiteX970" fmla="*/ 1941137 w 10799257"/>
              <a:gd name="connsiteY970" fmla="*/ 2393812 h 3098304"/>
              <a:gd name="connsiteX971" fmla="*/ 2018865 w 10799257"/>
              <a:gd name="connsiteY971" fmla="*/ 2471549 h 3098304"/>
              <a:gd name="connsiteX972" fmla="*/ 1941137 w 10799257"/>
              <a:gd name="connsiteY972" fmla="*/ 2549287 h 3098304"/>
              <a:gd name="connsiteX973" fmla="*/ 1863409 w 10799257"/>
              <a:gd name="connsiteY973" fmla="*/ 2471549 h 3098304"/>
              <a:gd name="connsiteX974" fmla="*/ 1941137 w 10799257"/>
              <a:gd name="connsiteY974" fmla="*/ 2393812 h 3098304"/>
              <a:gd name="connsiteX975" fmla="*/ 1757643 w 10799257"/>
              <a:gd name="connsiteY975" fmla="*/ 2393812 h 3098304"/>
              <a:gd name="connsiteX976" fmla="*/ 1835373 w 10799257"/>
              <a:gd name="connsiteY976" fmla="*/ 2471549 h 3098304"/>
              <a:gd name="connsiteX977" fmla="*/ 1757643 w 10799257"/>
              <a:gd name="connsiteY977" fmla="*/ 2549287 h 3098304"/>
              <a:gd name="connsiteX978" fmla="*/ 1679914 w 10799257"/>
              <a:gd name="connsiteY978" fmla="*/ 2471549 h 3098304"/>
              <a:gd name="connsiteX979" fmla="*/ 1757643 w 10799257"/>
              <a:gd name="connsiteY979" fmla="*/ 2393812 h 3098304"/>
              <a:gd name="connsiteX980" fmla="*/ 1569401 w 10799257"/>
              <a:gd name="connsiteY980" fmla="*/ 2393812 h 3098304"/>
              <a:gd name="connsiteX981" fmla="*/ 1647173 w 10799257"/>
              <a:gd name="connsiteY981" fmla="*/ 2471549 h 3098304"/>
              <a:gd name="connsiteX982" fmla="*/ 1569401 w 10799257"/>
              <a:gd name="connsiteY982" fmla="*/ 2549287 h 3098304"/>
              <a:gd name="connsiteX983" fmla="*/ 1491692 w 10799257"/>
              <a:gd name="connsiteY983" fmla="*/ 2471549 h 3098304"/>
              <a:gd name="connsiteX984" fmla="*/ 1569401 w 10799257"/>
              <a:gd name="connsiteY984" fmla="*/ 2393812 h 3098304"/>
              <a:gd name="connsiteX985" fmla="*/ 1385887 w 10799257"/>
              <a:gd name="connsiteY985" fmla="*/ 2393812 h 3098304"/>
              <a:gd name="connsiteX986" fmla="*/ 1463642 w 10799257"/>
              <a:gd name="connsiteY986" fmla="*/ 2471549 h 3098304"/>
              <a:gd name="connsiteX987" fmla="*/ 1385887 w 10799257"/>
              <a:gd name="connsiteY987" fmla="*/ 2549287 h 3098304"/>
              <a:gd name="connsiteX988" fmla="*/ 1308132 w 10799257"/>
              <a:gd name="connsiteY988" fmla="*/ 2471549 h 3098304"/>
              <a:gd name="connsiteX989" fmla="*/ 1385887 w 10799257"/>
              <a:gd name="connsiteY989" fmla="*/ 2393812 h 3098304"/>
              <a:gd name="connsiteX990" fmla="*/ 1202350 w 10799257"/>
              <a:gd name="connsiteY990" fmla="*/ 2393812 h 3098304"/>
              <a:gd name="connsiteX991" fmla="*/ 1280082 w 10799257"/>
              <a:gd name="connsiteY991" fmla="*/ 2471549 h 3098304"/>
              <a:gd name="connsiteX992" fmla="*/ 1202350 w 10799257"/>
              <a:gd name="connsiteY992" fmla="*/ 2549287 h 3098304"/>
              <a:gd name="connsiteX993" fmla="*/ 1124636 w 10799257"/>
              <a:gd name="connsiteY993" fmla="*/ 2471549 h 3098304"/>
              <a:gd name="connsiteX994" fmla="*/ 1202350 w 10799257"/>
              <a:gd name="connsiteY994" fmla="*/ 2393812 h 3098304"/>
              <a:gd name="connsiteX995" fmla="*/ 1014115 w 10799257"/>
              <a:gd name="connsiteY995" fmla="*/ 2393812 h 3098304"/>
              <a:gd name="connsiteX996" fmla="*/ 1091874 w 10799257"/>
              <a:gd name="connsiteY996" fmla="*/ 2471549 h 3098304"/>
              <a:gd name="connsiteX997" fmla="*/ 1014115 w 10799257"/>
              <a:gd name="connsiteY997" fmla="*/ 2549287 h 3098304"/>
              <a:gd name="connsiteX998" fmla="*/ 936408 w 10799257"/>
              <a:gd name="connsiteY998" fmla="*/ 2471549 h 3098304"/>
              <a:gd name="connsiteX999" fmla="*/ 1014115 w 10799257"/>
              <a:gd name="connsiteY999" fmla="*/ 2393812 h 3098304"/>
              <a:gd name="connsiteX1000" fmla="*/ 830610 w 10799257"/>
              <a:gd name="connsiteY1000" fmla="*/ 2393812 h 3098304"/>
              <a:gd name="connsiteX1001" fmla="*/ 908364 w 10799257"/>
              <a:gd name="connsiteY1001" fmla="*/ 2471549 h 3098304"/>
              <a:gd name="connsiteX1002" fmla="*/ 830610 w 10799257"/>
              <a:gd name="connsiteY1002" fmla="*/ 2549287 h 3098304"/>
              <a:gd name="connsiteX1003" fmla="*/ 752869 w 10799257"/>
              <a:gd name="connsiteY1003" fmla="*/ 2471549 h 3098304"/>
              <a:gd name="connsiteX1004" fmla="*/ 830610 w 10799257"/>
              <a:gd name="connsiteY1004" fmla="*/ 2393812 h 3098304"/>
              <a:gd name="connsiteX1005" fmla="*/ 642380 w 10799257"/>
              <a:gd name="connsiteY1005" fmla="*/ 2393812 h 3098304"/>
              <a:gd name="connsiteX1006" fmla="*/ 720120 w 10799257"/>
              <a:gd name="connsiteY1006" fmla="*/ 2471549 h 3098304"/>
              <a:gd name="connsiteX1007" fmla="*/ 642380 w 10799257"/>
              <a:gd name="connsiteY1007" fmla="*/ 2549287 h 3098304"/>
              <a:gd name="connsiteX1008" fmla="*/ 564646 w 10799257"/>
              <a:gd name="connsiteY1008" fmla="*/ 2471549 h 3098304"/>
              <a:gd name="connsiteX1009" fmla="*/ 642380 w 10799257"/>
              <a:gd name="connsiteY1009" fmla="*/ 2393812 h 3098304"/>
              <a:gd name="connsiteX1010" fmla="*/ 458865 w 10799257"/>
              <a:gd name="connsiteY1010" fmla="*/ 2393812 h 3098304"/>
              <a:gd name="connsiteX1011" fmla="*/ 536602 w 10799257"/>
              <a:gd name="connsiteY1011" fmla="*/ 2471549 h 3098304"/>
              <a:gd name="connsiteX1012" fmla="*/ 458865 w 10799257"/>
              <a:gd name="connsiteY1012" fmla="*/ 2549287 h 3098304"/>
              <a:gd name="connsiteX1013" fmla="*/ 381131 w 10799257"/>
              <a:gd name="connsiteY1013" fmla="*/ 2471549 h 3098304"/>
              <a:gd name="connsiteX1014" fmla="*/ 458865 w 10799257"/>
              <a:gd name="connsiteY1014" fmla="*/ 2393812 h 3098304"/>
              <a:gd name="connsiteX1015" fmla="*/ 10645056 w 10799257"/>
              <a:gd name="connsiteY1015" fmla="*/ 2299063 h 3098304"/>
              <a:gd name="connsiteX1016" fmla="*/ 10706096 w 10799257"/>
              <a:gd name="connsiteY1016" fmla="*/ 2367361 h 3098304"/>
              <a:gd name="connsiteX1017" fmla="*/ 10691261 w 10799257"/>
              <a:gd name="connsiteY1017" fmla="*/ 2364368 h 3098304"/>
              <a:gd name="connsiteX1018" fmla="*/ 10649892 w 10799257"/>
              <a:gd name="connsiteY1018" fmla="*/ 2323015 h 3098304"/>
              <a:gd name="connsiteX1019" fmla="*/ 1385897 w 10799257"/>
              <a:gd name="connsiteY1019" fmla="*/ 2215028 h 3098304"/>
              <a:gd name="connsiteX1020" fmla="*/ 1463653 w 10799257"/>
              <a:gd name="connsiteY1020" fmla="*/ 2292764 h 3098304"/>
              <a:gd name="connsiteX1021" fmla="*/ 1385897 w 10799257"/>
              <a:gd name="connsiteY1021" fmla="*/ 2370478 h 3098304"/>
              <a:gd name="connsiteX1022" fmla="*/ 1308140 w 10799257"/>
              <a:gd name="connsiteY1022" fmla="*/ 2292764 h 3098304"/>
              <a:gd name="connsiteX1023" fmla="*/ 1385897 w 10799257"/>
              <a:gd name="connsiteY1023" fmla="*/ 2215028 h 3098304"/>
              <a:gd name="connsiteX1024" fmla="*/ 1202355 w 10799257"/>
              <a:gd name="connsiteY1024" fmla="*/ 2215028 h 3098304"/>
              <a:gd name="connsiteX1025" fmla="*/ 1280090 w 10799257"/>
              <a:gd name="connsiteY1025" fmla="*/ 2292764 h 3098304"/>
              <a:gd name="connsiteX1026" fmla="*/ 1202355 w 10799257"/>
              <a:gd name="connsiteY1026" fmla="*/ 2370478 h 3098304"/>
              <a:gd name="connsiteX1027" fmla="*/ 1124647 w 10799257"/>
              <a:gd name="connsiteY1027" fmla="*/ 2292764 h 3098304"/>
              <a:gd name="connsiteX1028" fmla="*/ 1202355 w 10799257"/>
              <a:gd name="connsiteY1028" fmla="*/ 2215028 h 3098304"/>
              <a:gd name="connsiteX1029" fmla="*/ 1014115 w 10799257"/>
              <a:gd name="connsiteY1029" fmla="*/ 2215028 h 3098304"/>
              <a:gd name="connsiteX1030" fmla="*/ 1091884 w 10799257"/>
              <a:gd name="connsiteY1030" fmla="*/ 2292764 h 3098304"/>
              <a:gd name="connsiteX1031" fmla="*/ 1014115 w 10799257"/>
              <a:gd name="connsiteY1031" fmla="*/ 2370478 h 3098304"/>
              <a:gd name="connsiteX1032" fmla="*/ 936418 w 10799257"/>
              <a:gd name="connsiteY1032" fmla="*/ 2292764 h 3098304"/>
              <a:gd name="connsiteX1033" fmla="*/ 1014115 w 10799257"/>
              <a:gd name="connsiteY1033" fmla="*/ 2215028 h 3098304"/>
              <a:gd name="connsiteX1034" fmla="*/ 830617 w 10799257"/>
              <a:gd name="connsiteY1034" fmla="*/ 2215028 h 3098304"/>
              <a:gd name="connsiteX1035" fmla="*/ 908371 w 10799257"/>
              <a:gd name="connsiteY1035" fmla="*/ 2292764 h 3098304"/>
              <a:gd name="connsiteX1036" fmla="*/ 830617 w 10799257"/>
              <a:gd name="connsiteY1036" fmla="*/ 2370478 h 3098304"/>
              <a:gd name="connsiteX1037" fmla="*/ 752876 w 10799257"/>
              <a:gd name="connsiteY1037" fmla="*/ 2292764 h 3098304"/>
              <a:gd name="connsiteX1038" fmla="*/ 830617 w 10799257"/>
              <a:gd name="connsiteY1038" fmla="*/ 2215028 h 3098304"/>
              <a:gd name="connsiteX1039" fmla="*/ 642384 w 10799257"/>
              <a:gd name="connsiteY1039" fmla="*/ 2215028 h 3098304"/>
              <a:gd name="connsiteX1040" fmla="*/ 720128 w 10799257"/>
              <a:gd name="connsiteY1040" fmla="*/ 2292764 h 3098304"/>
              <a:gd name="connsiteX1041" fmla="*/ 642384 w 10799257"/>
              <a:gd name="connsiteY1041" fmla="*/ 2370478 h 3098304"/>
              <a:gd name="connsiteX1042" fmla="*/ 564651 w 10799257"/>
              <a:gd name="connsiteY1042" fmla="*/ 2292764 h 3098304"/>
              <a:gd name="connsiteX1043" fmla="*/ 642384 w 10799257"/>
              <a:gd name="connsiteY1043" fmla="*/ 2215028 h 3098304"/>
              <a:gd name="connsiteX1044" fmla="*/ 10538005 w 10799257"/>
              <a:gd name="connsiteY1044" fmla="*/ 2215026 h 3098304"/>
              <a:gd name="connsiteX1045" fmla="*/ 10568264 w 10799257"/>
              <a:gd name="connsiteY1045" fmla="*/ 2221134 h 3098304"/>
              <a:gd name="connsiteX1046" fmla="*/ 10574001 w 10799257"/>
              <a:gd name="connsiteY1046" fmla="*/ 2225002 h 3098304"/>
              <a:gd name="connsiteX1047" fmla="*/ 10605231 w 10799257"/>
              <a:gd name="connsiteY1047" fmla="*/ 2255973 h 3098304"/>
              <a:gd name="connsiteX1048" fmla="*/ 10609633 w 10799257"/>
              <a:gd name="connsiteY1048" fmla="*/ 2262502 h 3098304"/>
              <a:gd name="connsiteX1049" fmla="*/ 10615742 w 10799257"/>
              <a:gd name="connsiteY1049" fmla="*/ 2292760 h 3098304"/>
              <a:gd name="connsiteX1050" fmla="*/ 10538005 w 10799257"/>
              <a:gd name="connsiteY1050" fmla="*/ 2370473 h 3098304"/>
              <a:gd name="connsiteX1051" fmla="*/ 10460268 w 10799257"/>
              <a:gd name="connsiteY1051" fmla="*/ 2292760 h 3098304"/>
              <a:gd name="connsiteX1052" fmla="*/ 10538005 w 10799257"/>
              <a:gd name="connsiteY1052" fmla="*/ 2215026 h 3098304"/>
              <a:gd name="connsiteX1053" fmla="*/ 10349782 w 10799257"/>
              <a:gd name="connsiteY1053" fmla="*/ 2215026 h 3098304"/>
              <a:gd name="connsiteX1054" fmla="*/ 10427519 w 10799257"/>
              <a:gd name="connsiteY1054" fmla="*/ 2292760 h 3098304"/>
              <a:gd name="connsiteX1055" fmla="*/ 10349782 w 10799257"/>
              <a:gd name="connsiteY1055" fmla="*/ 2370473 h 3098304"/>
              <a:gd name="connsiteX1056" fmla="*/ 10272045 w 10799257"/>
              <a:gd name="connsiteY1056" fmla="*/ 2292760 h 3098304"/>
              <a:gd name="connsiteX1057" fmla="*/ 10349782 w 10799257"/>
              <a:gd name="connsiteY1057" fmla="*/ 2215026 h 3098304"/>
              <a:gd name="connsiteX1058" fmla="*/ 10166265 w 10799257"/>
              <a:gd name="connsiteY1058" fmla="*/ 2215026 h 3098304"/>
              <a:gd name="connsiteX1059" fmla="*/ 10244002 w 10799257"/>
              <a:gd name="connsiteY1059" fmla="*/ 2292760 h 3098304"/>
              <a:gd name="connsiteX1060" fmla="*/ 10166265 w 10799257"/>
              <a:gd name="connsiteY1060" fmla="*/ 2370473 h 3098304"/>
              <a:gd name="connsiteX1061" fmla="*/ 10088528 w 10799257"/>
              <a:gd name="connsiteY1061" fmla="*/ 2292760 h 3098304"/>
              <a:gd name="connsiteX1062" fmla="*/ 10166265 w 10799257"/>
              <a:gd name="connsiteY1062" fmla="*/ 2215026 h 3098304"/>
              <a:gd name="connsiteX1063" fmla="*/ 9978044 w 10799257"/>
              <a:gd name="connsiteY1063" fmla="*/ 2215026 h 3098304"/>
              <a:gd name="connsiteX1064" fmla="*/ 10055781 w 10799257"/>
              <a:gd name="connsiteY1064" fmla="*/ 2292760 h 3098304"/>
              <a:gd name="connsiteX1065" fmla="*/ 9978044 w 10799257"/>
              <a:gd name="connsiteY1065" fmla="*/ 2370473 h 3098304"/>
              <a:gd name="connsiteX1066" fmla="*/ 9900307 w 10799257"/>
              <a:gd name="connsiteY1066" fmla="*/ 2292760 h 3098304"/>
              <a:gd name="connsiteX1067" fmla="*/ 9978044 w 10799257"/>
              <a:gd name="connsiteY1067" fmla="*/ 2215026 h 3098304"/>
              <a:gd name="connsiteX1068" fmla="*/ 9789823 w 10799257"/>
              <a:gd name="connsiteY1068" fmla="*/ 2215026 h 3098304"/>
              <a:gd name="connsiteX1069" fmla="*/ 9867560 w 10799257"/>
              <a:gd name="connsiteY1069" fmla="*/ 2292760 h 3098304"/>
              <a:gd name="connsiteX1070" fmla="*/ 9789823 w 10799257"/>
              <a:gd name="connsiteY1070" fmla="*/ 2370473 h 3098304"/>
              <a:gd name="connsiteX1071" fmla="*/ 9712086 w 10799257"/>
              <a:gd name="connsiteY1071" fmla="*/ 2292760 h 3098304"/>
              <a:gd name="connsiteX1072" fmla="*/ 9789823 w 10799257"/>
              <a:gd name="connsiteY1072" fmla="*/ 2215026 h 3098304"/>
              <a:gd name="connsiteX1073" fmla="*/ 9606308 w 10799257"/>
              <a:gd name="connsiteY1073" fmla="*/ 2215026 h 3098304"/>
              <a:gd name="connsiteX1074" fmla="*/ 9684045 w 10799257"/>
              <a:gd name="connsiteY1074" fmla="*/ 2292760 h 3098304"/>
              <a:gd name="connsiteX1075" fmla="*/ 9606308 w 10799257"/>
              <a:gd name="connsiteY1075" fmla="*/ 2370473 h 3098304"/>
              <a:gd name="connsiteX1076" fmla="*/ 9528571 w 10799257"/>
              <a:gd name="connsiteY1076" fmla="*/ 2292760 h 3098304"/>
              <a:gd name="connsiteX1077" fmla="*/ 9606308 w 10799257"/>
              <a:gd name="connsiteY1077" fmla="*/ 2215026 h 3098304"/>
              <a:gd name="connsiteX1078" fmla="*/ 9413381 w 10799257"/>
              <a:gd name="connsiteY1078" fmla="*/ 2215026 h 3098304"/>
              <a:gd name="connsiteX1079" fmla="*/ 9491118 w 10799257"/>
              <a:gd name="connsiteY1079" fmla="*/ 2292760 h 3098304"/>
              <a:gd name="connsiteX1080" fmla="*/ 9413381 w 10799257"/>
              <a:gd name="connsiteY1080" fmla="*/ 2370473 h 3098304"/>
              <a:gd name="connsiteX1081" fmla="*/ 9335644 w 10799257"/>
              <a:gd name="connsiteY1081" fmla="*/ 2292760 h 3098304"/>
              <a:gd name="connsiteX1082" fmla="*/ 9413381 w 10799257"/>
              <a:gd name="connsiteY1082" fmla="*/ 2215026 h 3098304"/>
              <a:gd name="connsiteX1083" fmla="*/ 9234570 w 10799257"/>
              <a:gd name="connsiteY1083" fmla="*/ 2215026 h 3098304"/>
              <a:gd name="connsiteX1084" fmla="*/ 9312307 w 10799257"/>
              <a:gd name="connsiteY1084" fmla="*/ 2292760 h 3098304"/>
              <a:gd name="connsiteX1085" fmla="*/ 9234570 w 10799257"/>
              <a:gd name="connsiteY1085" fmla="*/ 2370473 h 3098304"/>
              <a:gd name="connsiteX1086" fmla="*/ 9156833 w 10799257"/>
              <a:gd name="connsiteY1086" fmla="*/ 2292760 h 3098304"/>
              <a:gd name="connsiteX1087" fmla="*/ 9234570 w 10799257"/>
              <a:gd name="connsiteY1087" fmla="*/ 2215026 h 3098304"/>
              <a:gd name="connsiteX1088" fmla="*/ 9036939 w 10799257"/>
              <a:gd name="connsiteY1088" fmla="*/ 2215026 h 3098304"/>
              <a:gd name="connsiteX1089" fmla="*/ 9114675 w 10799257"/>
              <a:gd name="connsiteY1089" fmla="*/ 2292760 h 3098304"/>
              <a:gd name="connsiteX1090" fmla="*/ 9036939 w 10799257"/>
              <a:gd name="connsiteY1090" fmla="*/ 2370473 h 3098304"/>
              <a:gd name="connsiteX1091" fmla="*/ 8959202 w 10799257"/>
              <a:gd name="connsiteY1091" fmla="*/ 2292760 h 3098304"/>
              <a:gd name="connsiteX1092" fmla="*/ 9036939 w 10799257"/>
              <a:gd name="connsiteY1092" fmla="*/ 2215026 h 3098304"/>
              <a:gd name="connsiteX1093" fmla="*/ 8853421 w 10799257"/>
              <a:gd name="connsiteY1093" fmla="*/ 2215026 h 3098304"/>
              <a:gd name="connsiteX1094" fmla="*/ 8931158 w 10799257"/>
              <a:gd name="connsiteY1094" fmla="*/ 2292760 h 3098304"/>
              <a:gd name="connsiteX1095" fmla="*/ 8853421 w 10799257"/>
              <a:gd name="connsiteY1095" fmla="*/ 2370473 h 3098304"/>
              <a:gd name="connsiteX1096" fmla="*/ 8775685 w 10799257"/>
              <a:gd name="connsiteY1096" fmla="*/ 2292760 h 3098304"/>
              <a:gd name="connsiteX1097" fmla="*/ 8853421 w 10799257"/>
              <a:gd name="connsiteY1097" fmla="*/ 2215026 h 3098304"/>
              <a:gd name="connsiteX1098" fmla="*/ 8669908 w 10799257"/>
              <a:gd name="connsiteY1098" fmla="*/ 2215026 h 3098304"/>
              <a:gd name="connsiteX1099" fmla="*/ 8747645 w 10799257"/>
              <a:gd name="connsiteY1099" fmla="*/ 2292760 h 3098304"/>
              <a:gd name="connsiteX1100" fmla="*/ 8669908 w 10799257"/>
              <a:gd name="connsiteY1100" fmla="*/ 2370473 h 3098304"/>
              <a:gd name="connsiteX1101" fmla="*/ 8592171 w 10799257"/>
              <a:gd name="connsiteY1101" fmla="*/ 2292760 h 3098304"/>
              <a:gd name="connsiteX1102" fmla="*/ 8669908 w 10799257"/>
              <a:gd name="connsiteY1102" fmla="*/ 2215026 h 3098304"/>
              <a:gd name="connsiteX1103" fmla="*/ 8481684 w 10799257"/>
              <a:gd name="connsiteY1103" fmla="*/ 2215026 h 3098304"/>
              <a:gd name="connsiteX1104" fmla="*/ 8559421 w 10799257"/>
              <a:gd name="connsiteY1104" fmla="*/ 2292760 h 3098304"/>
              <a:gd name="connsiteX1105" fmla="*/ 8481684 w 10799257"/>
              <a:gd name="connsiteY1105" fmla="*/ 2370473 h 3098304"/>
              <a:gd name="connsiteX1106" fmla="*/ 8403948 w 10799257"/>
              <a:gd name="connsiteY1106" fmla="*/ 2292760 h 3098304"/>
              <a:gd name="connsiteX1107" fmla="*/ 8481684 w 10799257"/>
              <a:gd name="connsiteY1107" fmla="*/ 2215026 h 3098304"/>
              <a:gd name="connsiteX1108" fmla="*/ 8298167 w 10799257"/>
              <a:gd name="connsiteY1108" fmla="*/ 2215026 h 3098304"/>
              <a:gd name="connsiteX1109" fmla="*/ 8375904 w 10799257"/>
              <a:gd name="connsiteY1109" fmla="*/ 2292760 h 3098304"/>
              <a:gd name="connsiteX1110" fmla="*/ 8298167 w 10799257"/>
              <a:gd name="connsiteY1110" fmla="*/ 2370473 h 3098304"/>
              <a:gd name="connsiteX1111" fmla="*/ 8220430 w 10799257"/>
              <a:gd name="connsiteY1111" fmla="*/ 2292760 h 3098304"/>
              <a:gd name="connsiteX1112" fmla="*/ 8298167 w 10799257"/>
              <a:gd name="connsiteY1112" fmla="*/ 2215026 h 3098304"/>
              <a:gd name="connsiteX1113" fmla="*/ 8109949 w 10799257"/>
              <a:gd name="connsiteY1113" fmla="*/ 2215026 h 3098304"/>
              <a:gd name="connsiteX1114" fmla="*/ 8187686 w 10799257"/>
              <a:gd name="connsiteY1114" fmla="*/ 2292760 h 3098304"/>
              <a:gd name="connsiteX1115" fmla="*/ 8109949 w 10799257"/>
              <a:gd name="connsiteY1115" fmla="*/ 2370473 h 3098304"/>
              <a:gd name="connsiteX1116" fmla="*/ 8032212 w 10799257"/>
              <a:gd name="connsiteY1116" fmla="*/ 2292760 h 3098304"/>
              <a:gd name="connsiteX1117" fmla="*/ 8109949 w 10799257"/>
              <a:gd name="connsiteY1117" fmla="*/ 2215026 h 3098304"/>
              <a:gd name="connsiteX1118" fmla="*/ 7926434 w 10799257"/>
              <a:gd name="connsiteY1118" fmla="*/ 2215026 h 3098304"/>
              <a:gd name="connsiteX1119" fmla="*/ 8004171 w 10799257"/>
              <a:gd name="connsiteY1119" fmla="*/ 2292760 h 3098304"/>
              <a:gd name="connsiteX1120" fmla="*/ 7926434 w 10799257"/>
              <a:gd name="connsiteY1120" fmla="*/ 2370473 h 3098304"/>
              <a:gd name="connsiteX1121" fmla="*/ 7848697 w 10799257"/>
              <a:gd name="connsiteY1121" fmla="*/ 2292760 h 3098304"/>
              <a:gd name="connsiteX1122" fmla="*/ 7926434 w 10799257"/>
              <a:gd name="connsiteY1122" fmla="*/ 2215026 h 3098304"/>
              <a:gd name="connsiteX1123" fmla="*/ 7738213 w 10799257"/>
              <a:gd name="connsiteY1123" fmla="*/ 2215026 h 3098304"/>
              <a:gd name="connsiteX1124" fmla="*/ 7815950 w 10799257"/>
              <a:gd name="connsiteY1124" fmla="*/ 2292760 h 3098304"/>
              <a:gd name="connsiteX1125" fmla="*/ 7738213 w 10799257"/>
              <a:gd name="connsiteY1125" fmla="*/ 2370473 h 3098304"/>
              <a:gd name="connsiteX1126" fmla="*/ 7660476 w 10799257"/>
              <a:gd name="connsiteY1126" fmla="*/ 2292760 h 3098304"/>
              <a:gd name="connsiteX1127" fmla="*/ 7738213 w 10799257"/>
              <a:gd name="connsiteY1127" fmla="*/ 2215026 h 3098304"/>
              <a:gd name="connsiteX1128" fmla="*/ 7554696 w 10799257"/>
              <a:gd name="connsiteY1128" fmla="*/ 2215026 h 3098304"/>
              <a:gd name="connsiteX1129" fmla="*/ 7632433 w 10799257"/>
              <a:gd name="connsiteY1129" fmla="*/ 2292760 h 3098304"/>
              <a:gd name="connsiteX1130" fmla="*/ 7554696 w 10799257"/>
              <a:gd name="connsiteY1130" fmla="*/ 2370473 h 3098304"/>
              <a:gd name="connsiteX1131" fmla="*/ 7476959 w 10799257"/>
              <a:gd name="connsiteY1131" fmla="*/ 2292760 h 3098304"/>
              <a:gd name="connsiteX1132" fmla="*/ 7554696 w 10799257"/>
              <a:gd name="connsiteY1132" fmla="*/ 2215026 h 3098304"/>
              <a:gd name="connsiteX1133" fmla="*/ 7366472 w 10799257"/>
              <a:gd name="connsiteY1133" fmla="*/ 2215026 h 3098304"/>
              <a:gd name="connsiteX1134" fmla="*/ 7444209 w 10799257"/>
              <a:gd name="connsiteY1134" fmla="*/ 2292760 h 3098304"/>
              <a:gd name="connsiteX1135" fmla="*/ 7366472 w 10799257"/>
              <a:gd name="connsiteY1135" fmla="*/ 2370473 h 3098304"/>
              <a:gd name="connsiteX1136" fmla="*/ 7288736 w 10799257"/>
              <a:gd name="connsiteY1136" fmla="*/ 2292760 h 3098304"/>
              <a:gd name="connsiteX1137" fmla="*/ 7366472 w 10799257"/>
              <a:gd name="connsiteY1137" fmla="*/ 2215026 h 3098304"/>
              <a:gd name="connsiteX1138" fmla="*/ 7178251 w 10799257"/>
              <a:gd name="connsiteY1138" fmla="*/ 2215026 h 3098304"/>
              <a:gd name="connsiteX1139" fmla="*/ 7255988 w 10799257"/>
              <a:gd name="connsiteY1139" fmla="*/ 2292760 h 3098304"/>
              <a:gd name="connsiteX1140" fmla="*/ 7178251 w 10799257"/>
              <a:gd name="connsiteY1140" fmla="*/ 2370473 h 3098304"/>
              <a:gd name="connsiteX1141" fmla="*/ 7100514 w 10799257"/>
              <a:gd name="connsiteY1141" fmla="*/ 2292760 h 3098304"/>
              <a:gd name="connsiteX1142" fmla="*/ 7178251 w 10799257"/>
              <a:gd name="connsiteY1142" fmla="*/ 2215026 h 3098304"/>
              <a:gd name="connsiteX1143" fmla="*/ 6985327 w 10799257"/>
              <a:gd name="connsiteY1143" fmla="*/ 2215026 h 3098304"/>
              <a:gd name="connsiteX1144" fmla="*/ 7063064 w 10799257"/>
              <a:gd name="connsiteY1144" fmla="*/ 2292760 h 3098304"/>
              <a:gd name="connsiteX1145" fmla="*/ 6985327 w 10799257"/>
              <a:gd name="connsiteY1145" fmla="*/ 2370473 h 3098304"/>
              <a:gd name="connsiteX1146" fmla="*/ 6907590 w 10799257"/>
              <a:gd name="connsiteY1146" fmla="*/ 2292760 h 3098304"/>
              <a:gd name="connsiteX1147" fmla="*/ 6985327 w 10799257"/>
              <a:gd name="connsiteY1147" fmla="*/ 2215026 h 3098304"/>
              <a:gd name="connsiteX1148" fmla="*/ 6801810 w 10799257"/>
              <a:gd name="connsiteY1148" fmla="*/ 2215026 h 3098304"/>
              <a:gd name="connsiteX1149" fmla="*/ 6879546 w 10799257"/>
              <a:gd name="connsiteY1149" fmla="*/ 2292760 h 3098304"/>
              <a:gd name="connsiteX1150" fmla="*/ 6801810 w 10799257"/>
              <a:gd name="connsiteY1150" fmla="*/ 2370473 h 3098304"/>
              <a:gd name="connsiteX1151" fmla="*/ 6724073 w 10799257"/>
              <a:gd name="connsiteY1151" fmla="*/ 2292760 h 3098304"/>
              <a:gd name="connsiteX1152" fmla="*/ 6801810 w 10799257"/>
              <a:gd name="connsiteY1152" fmla="*/ 2215026 h 3098304"/>
              <a:gd name="connsiteX1153" fmla="*/ 6613588 w 10799257"/>
              <a:gd name="connsiteY1153" fmla="*/ 2215026 h 3098304"/>
              <a:gd name="connsiteX1154" fmla="*/ 6691325 w 10799257"/>
              <a:gd name="connsiteY1154" fmla="*/ 2292760 h 3098304"/>
              <a:gd name="connsiteX1155" fmla="*/ 6613588 w 10799257"/>
              <a:gd name="connsiteY1155" fmla="*/ 2370473 h 3098304"/>
              <a:gd name="connsiteX1156" fmla="*/ 6535852 w 10799257"/>
              <a:gd name="connsiteY1156" fmla="*/ 2292760 h 3098304"/>
              <a:gd name="connsiteX1157" fmla="*/ 6613588 w 10799257"/>
              <a:gd name="connsiteY1157" fmla="*/ 2215026 h 3098304"/>
              <a:gd name="connsiteX1158" fmla="*/ 6241850 w 10799257"/>
              <a:gd name="connsiteY1158" fmla="*/ 2215026 h 3098304"/>
              <a:gd name="connsiteX1159" fmla="*/ 6319587 w 10799257"/>
              <a:gd name="connsiteY1159" fmla="*/ 2292760 h 3098304"/>
              <a:gd name="connsiteX1160" fmla="*/ 6241850 w 10799257"/>
              <a:gd name="connsiteY1160" fmla="*/ 2370473 h 3098304"/>
              <a:gd name="connsiteX1161" fmla="*/ 6164113 w 10799257"/>
              <a:gd name="connsiteY1161" fmla="*/ 2292760 h 3098304"/>
              <a:gd name="connsiteX1162" fmla="*/ 6241850 w 10799257"/>
              <a:gd name="connsiteY1162" fmla="*/ 2215026 h 3098304"/>
              <a:gd name="connsiteX1163" fmla="*/ 6053630 w 10799257"/>
              <a:gd name="connsiteY1163" fmla="*/ 2215026 h 3098304"/>
              <a:gd name="connsiteX1164" fmla="*/ 6131367 w 10799257"/>
              <a:gd name="connsiteY1164" fmla="*/ 2292760 h 3098304"/>
              <a:gd name="connsiteX1165" fmla="*/ 6053630 w 10799257"/>
              <a:gd name="connsiteY1165" fmla="*/ 2370473 h 3098304"/>
              <a:gd name="connsiteX1166" fmla="*/ 5975894 w 10799257"/>
              <a:gd name="connsiteY1166" fmla="*/ 2292760 h 3098304"/>
              <a:gd name="connsiteX1167" fmla="*/ 6053630 w 10799257"/>
              <a:gd name="connsiteY1167" fmla="*/ 2215026 h 3098304"/>
              <a:gd name="connsiteX1168" fmla="*/ 5870113 w 10799257"/>
              <a:gd name="connsiteY1168" fmla="*/ 2215026 h 3098304"/>
              <a:gd name="connsiteX1169" fmla="*/ 5947850 w 10799257"/>
              <a:gd name="connsiteY1169" fmla="*/ 2292760 h 3098304"/>
              <a:gd name="connsiteX1170" fmla="*/ 5870113 w 10799257"/>
              <a:gd name="connsiteY1170" fmla="*/ 2370473 h 3098304"/>
              <a:gd name="connsiteX1171" fmla="*/ 5792376 w 10799257"/>
              <a:gd name="connsiteY1171" fmla="*/ 2292760 h 3098304"/>
              <a:gd name="connsiteX1172" fmla="*/ 5870113 w 10799257"/>
              <a:gd name="connsiteY1172" fmla="*/ 2215026 h 3098304"/>
              <a:gd name="connsiteX1173" fmla="*/ 5681931 w 10799257"/>
              <a:gd name="connsiteY1173" fmla="*/ 2215026 h 3098304"/>
              <a:gd name="connsiteX1174" fmla="*/ 5759629 w 10799257"/>
              <a:gd name="connsiteY1174" fmla="*/ 2292760 h 3098304"/>
              <a:gd name="connsiteX1175" fmla="*/ 5681931 w 10799257"/>
              <a:gd name="connsiteY1175" fmla="*/ 2370473 h 3098304"/>
              <a:gd name="connsiteX1176" fmla="*/ 5604176 w 10799257"/>
              <a:gd name="connsiteY1176" fmla="*/ 2292760 h 3098304"/>
              <a:gd name="connsiteX1177" fmla="*/ 5681931 w 10799257"/>
              <a:gd name="connsiteY1177" fmla="*/ 2215026 h 3098304"/>
              <a:gd name="connsiteX1178" fmla="*/ 5498381 w 10799257"/>
              <a:gd name="connsiteY1178" fmla="*/ 2215026 h 3098304"/>
              <a:gd name="connsiteX1179" fmla="*/ 5576126 w 10799257"/>
              <a:gd name="connsiteY1179" fmla="*/ 2292760 h 3098304"/>
              <a:gd name="connsiteX1180" fmla="*/ 5498381 w 10799257"/>
              <a:gd name="connsiteY1180" fmla="*/ 2370473 h 3098304"/>
              <a:gd name="connsiteX1181" fmla="*/ 5420642 w 10799257"/>
              <a:gd name="connsiteY1181" fmla="*/ 2292760 h 3098304"/>
              <a:gd name="connsiteX1182" fmla="*/ 5498381 w 10799257"/>
              <a:gd name="connsiteY1182" fmla="*/ 2215026 h 3098304"/>
              <a:gd name="connsiteX1183" fmla="*/ 5310166 w 10799257"/>
              <a:gd name="connsiteY1183" fmla="*/ 2215026 h 3098304"/>
              <a:gd name="connsiteX1184" fmla="*/ 5387897 w 10799257"/>
              <a:gd name="connsiteY1184" fmla="*/ 2292760 h 3098304"/>
              <a:gd name="connsiteX1185" fmla="*/ 5310166 w 10799257"/>
              <a:gd name="connsiteY1185" fmla="*/ 2370473 h 3098304"/>
              <a:gd name="connsiteX1186" fmla="*/ 5232439 w 10799257"/>
              <a:gd name="connsiteY1186" fmla="*/ 2292760 h 3098304"/>
              <a:gd name="connsiteX1187" fmla="*/ 5310166 w 10799257"/>
              <a:gd name="connsiteY1187" fmla="*/ 2215026 h 3098304"/>
              <a:gd name="connsiteX1188" fmla="*/ 5126655 w 10799257"/>
              <a:gd name="connsiteY1188" fmla="*/ 2215026 h 3098304"/>
              <a:gd name="connsiteX1189" fmla="*/ 5204392 w 10799257"/>
              <a:gd name="connsiteY1189" fmla="*/ 2292760 h 3098304"/>
              <a:gd name="connsiteX1190" fmla="*/ 5126655 w 10799257"/>
              <a:gd name="connsiteY1190" fmla="*/ 2370473 h 3098304"/>
              <a:gd name="connsiteX1191" fmla="*/ 5048928 w 10799257"/>
              <a:gd name="connsiteY1191" fmla="*/ 2292760 h 3098304"/>
              <a:gd name="connsiteX1192" fmla="*/ 5126655 w 10799257"/>
              <a:gd name="connsiteY1192" fmla="*/ 2215026 h 3098304"/>
              <a:gd name="connsiteX1193" fmla="*/ 3061043 w 10799257"/>
              <a:gd name="connsiteY1193" fmla="*/ 2215026 h 3098304"/>
              <a:gd name="connsiteX1194" fmla="*/ 3138780 w 10799257"/>
              <a:gd name="connsiteY1194" fmla="*/ 2292760 h 3098304"/>
              <a:gd name="connsiteX1195" fmla="*/ 3061043 w 10799257"/>
              <a:gd name="connsiteY1195" fmla="*/ 2370473 h 3098304"/>
              <a:gd name="connsiteX1196" fmla="*/ 2983293 w 10799257"/>
              <a:gd name="connsiteY1196" fmla="*/ 2292760 h 3098304"/>
              <a:gd name="connsiteX1197" fmla="*/ 3061043 w 10799257"/>
              <a:gd name="connsiteY1197" fmla="*/ 2215026 h 3098304"/>
              <a:gd name="connsiteX1198" fmla="*/ 2882225 w 10799257"/>
              <a:gd name="connsiteY1198" fmla="*/ 2215026 h 3098304"/>
              <a:gd name="connsiteX1199" fmla="*/ 2959965 w 10799257"/>
              <a:gd name="connsiteY1199" fmla="*/ 2292760 h 3098304"/>
              <a:gd name="connsiteX1200" fmla="*/ 2882225 w 10799257"/>
              <a:gd name="connsiteY1200" fmla="*/ 2370473 h 3098304"/>
              <a:gd name="connsiteX1201" fmla="*/ 2804499 w 10799257"/>
              <a:gd name="connsiteY1201" fmla="*/ 2292760 h 3098304"/>
              <a:gd name="connsiteX1202" fmla="*/ 2882225 w 10799257"/>
              <a:gd name="connsiteY1202" fmla="*/ 2215026 h 3098304"/>
              <a:gd name="connsiteX1203" fmla="*/ 2689321 w 10799257"/>
              <a:gd name="connsiteY1203" fmla="*/ 2215026 h 3098304"/>
              <a:gd name="connsiteX1204" fmla="*/ 2767032 w 10799257"/>
              <a:gd name="connsiteY1204" fmla="*/ 2292760 h 3098304"/>
              <a:gd name="connsiteX1205" fmla="*/ 2689321 w 10799257"/>
              <a:gd name="connsiteY1205" fmla="*/ 2370473 h 3098304"/>
              <a:gd name="connsiteX1206" fmla="*/ 2611585 w 10799257"/>
              <a:gd name="connsiteY1206" fmla="*/ 2292760 h 3098304"/>
              <a:gd name="connsiteX1207" fmla="*/ 2689321 w 10799257"/>
              <a:gd name="connsiteY1207" fmla="*/ 2215026 h 3098304"/>
              <a:gd name="connsiteX1208" fmla="*/ 2510500 w 10799257"/>
              <a:gd name="connsiteY1208" fmla="*/ 2215026 h 3098304"/>
              <a:gd name="connsiteX1209" fmla="*/ 2588245 w 10799257"/>
              <a:gd name="connsiteY1209" fmla="*/ 2292760 h 3098304"/>
              <a:gd name="connsiteX1210" fmla="*/ 2510500 w 10799257"/>
              <a:gd name="connsiteY1210" fmla="*/ 2370473 h 3098304"/>
              <a:gd name="connsiteX1211" fmla="*/ 2432745 w 10799257"/>
              <a:gd name="connsiteY1211" fmla="*/ 2292760 h 3098304"/>
              <a:gd name="connsiteX1212" fmla="*/ 2510500 w 10799257"/>
              <a:gd name="connsiteY1212" fmla="*/ 2215026 h 3098304"/>
              <a:gd name="connsiteX1213" fmla="*/ 2317543 w 10799257"/>
              <a:gd name="connsiteY1213" fmla="*/ 2215026 h 3098304"/>
              <a:gd name="connsiteX1214" fmla="*/ 2395284 w 10799257"/>
              <a:gd name="connsiteY1214" fmla="*/ 2292760 h 3098304"/>
              <a:gd name="connsiteX1215" fmla="*/ 2317543 w 10799257"/>
              <a:gd name="connsiteY1215" fmla="*/ 2370473 h 3098304"/>
              <a:gd name="connsiteX1216" fmla="*/ 2239817 w 10799257"/>
              <a:gd name="connsiteY1216" fmla="*/ 2292760 h 3098304"/>
              <a:gd name="connsiteX1217" fmla="*/ 2317543 w 10799257"/>
              <a:gd name="connsiteY1217" fmla="*/ 2215026 h 3098304"/>
              <a:gd name="connsiteX1218" fmla="*/ 2129344 w 10799257"/>
              <a:gd name="connsiteY1218" fmla="*/ 2215026 h 3098304"/>
              <a:gd name="connsiteX1219" fmla="*/ 2207072 w 10799257"/>
              <a:gd name="connsiteY1219" fmla="*/ 2292760 h 3098304"/>
              <a:gd name="connsiteX1220" fmla="*/ 2129344 w 10799257"/>
              <a:gd name="connsiteY1220" fmla="*/ 2370473 h 3098304"/>
              <a:gd name="connsiteX1221" fmla="*/ 2051618 w 10799257"/>
              <a:gd name="connsiteY1221" fmla="*/ 2292760 h 3098304"/>
              <a:gd name="connsiteX1222" fmla="*/ 2129344 w 10799257"/>
              <a:gd name="connsiteY1222" fmla="*/ 2215026 h 3098304"/>
              <a:gd name="connsiteX1223" fmla="*/ 1941149 w 10799257"/>
              <a:gd name="connsiteY1223" fmla="*/ 2215026 h 3098304"/>
              <a:gd name="connsiteX1224" fmla="*/ 2018875 w 10799257"/>
              <a:gd name="connsiteY1224" fmla="*/ 2292760 h 3098304"/>
              <a:gd name="connsiteX1225" fmla="*/ 1941149 w 10799257"/>
              <a:gd name="connsiteY1225" fmla="*/ 2370473 h 3098304"/>
              <a:gd name="connsiteX1226" fmla="*/ 1863421 w 10799257"/>
              <a:gd name="connsiteY1226" fmla="*/ 2292760 h 3098304"/>
              <a:gd name="connsiteX1227" fmla="*/ 1941149 w 10799257"/>
              <a:gd name="connsiteY1227" fmla="*/ 2215026 h 3098304"/>
              <a:gd name="connsiteX1228" fmla="*/ 1757654 w 10799257"/>
              <a:gd name="connsiteY1228" fmla="*/ 2215026 h 3098304"/>
              <a:gd name="connsiteX1229" fmla="*/ 1835384 w 10799257"/>
              <a:gd name="connsiteY1229" fmla="*/ 2292760 h 3098304"/>
              <a:gd name="connsiteX1230" fmla="*/ 1757654 w 10799257"/>
              <a:gd name="connsiteY1230" fmla="*/ 2370473 h 3098304"/>
              <a:gd name="connsiteX1231" fmla="*/ 1679928 w 10799257"/>
              <a:gd name="connsiteY1231" fmla="*/ 2292760 h 3098304"/>
              <a:gd name="connsiteX1232" fmla="*/ 1757654 w 10799257"/>
              <a:gd name="connsiteY1232" fmla="*/ 2215026 h 3098304"/>
              <a:gd name="connsiteX1233" fmla="*/ 1569426 w 10799257"/>
              <a:gd name="connsiteY1233" fmla="*/ 2215026 h 3098304"/>
              <a:gd name="connsiteX1234" fmla="*/ 1647186 w 10799257"/>
              <a:gd name="connsiteY1234" fmla="*/ 2292760 h 3098304"/>
              <a:gd name="connsiteX1235" fmla="*/ 1569426 w 10799257"/>
              <a:gd name="connsiteY1235" fmla="*/ 2370473 h 3098304"/>
              <a:gd name="connsiteX1236" fmla="*/ 1491704 w 10799257"/>
              <a:gd name="connsiteY1236" fmla="*/ 2292760 h 3098304"/>
              <a:gd name="connsiteX1237" fmla="*/ 1569426 w 10799257"/>
              <a:gd name="connsiteY1237" fmla="*/ 2215026 h 3098304"/>
              <a:gd name="connsiteX1238" fmla="*/ 458872 w 10799257"/>
              <a:gd name="connsiteY1238" fmla="*/ 2215026 h 3098304"/>
              <a:gd name="connsiteX1239" fmla="*/ 536609 w 10799257"/>
              <a:gd name="connsiteY1239" fmla="*/ 2292761 h 3098304"/>
              <a:gd name="connsiteX1240" fmla="*/ 458872 w 10799257"/>
              <a:gd name="connsiteY1240" fmla="*/ 2370474 h 3098304"/>
              <a:gd name="connsiteX1241" fmla="*/ 381138 w 10799257"/>
              <a:gd name="connsiteY1241" fmla="*/ 2292761 h 3098304"/>
              <a:gd name="connsiteX1242" fmla="*/ 458872 w 10799257"/>
              <a:gd name="connsiteY1242" fmla="*/ 2215026 h 3098304"/>
              <a:gd name="connsiteX1243" fmla="*/ 10462142 w 10799257"/>
              <a:gd name="connsiteY1243" fmla="*/ 2114072 h 3098304"/>
              <a:gd name="connsiteX1244" fmla="*/ 10547886 w 10799257"/>
              <a:gd name="connsiteY1244" fmla="*/ 2199104 h 3098304"/>
              <a:gd name="connsiteX1245" fmla="*/ 10538003 w 10799257"/>
              <a:gd name="connsiteY1245" fmla="*/ 2201099 h 3098304"/>
              <a:gd name="connsiteX1246" fmla="*/ 10460266 w 10799257"/>
              <a:gd name="connsiteY1246" fmla="*/ 2123364 h 3098304"/>
              <a:gd name="connsiteX1247" fmla="*/ 10349781 w 10799257"/>
              <a:gd name="connsiteY1247" fmla="*/ 2045628 h 3098304"/>
              <a:gd name="connsiteX1248" fmla="*/ 10427518 w 10799257"/>
              <a:gd name="connsiteY1248" fmla="*/ 2123364 h 3098304"/>
              <a:gd name="connsiteX1249" fmla="*/ 10349781 w 10799257"/>
              <a:gd name="connsiteY1249" fmla="*/ 2201099 h 3098304"/>
              <a:gd name="connsiteX1250" fmla="*/ 10272044 w 10799257"/>
              <a:gd name="connsiteY1250" fmla="*/ 2123364 h 3098304"/>
              <a:gd name="connsiteX1251" fmla="*/ 10349781 w 10799257"/>
              <a:gd name="connsiteY1251" fmla="*/ 2045628 h 3098304"/>
              <a:gd name="connsiteX1252" fmla="*/ 10166265 w 10799257"/>
              <a:gd name="connsiteY1252" fmla="*/ 2045628 h 3098304"/>
              <a:gd name="connsiteX1253" fmla="*/ 10244002 w 10799257"/>
              <a:gd name="connsiteY1253" fmla="*/ 2123364 h 3098304"/>
              <a:gd name="connsiteX1254" fmla="*/ 10166265 w 10799257"/>
              <a:gd name="connsiteY1254" fmla="*/ 2201099 h 3098304"/>
              <a:gd name="connsiteX1255" fmla="*/ 10088528 w 10799257"/>
              <a:gd name="connsiteY1255" fmla="*/ 2123364 h 3098304"/>
              <a:gd name="connsiteX1256" fmla="*/ 10166265 w 10799257"/>
              <a:gd name="connsiteY1256" fmla="*/ 2045628 h 3098304"/>
              <a:gd name="connsiteX1257" fmla="*/ 9978044 w 10799257"/>
              <a:gd name="connsiteY1257" fmla="*/ 2045628 h 3098304"/>
              <a:gd name="connsiteX1258" fmla="*/ 10055781 w 10799257"/>
              <a:gd name="connsiteY1258" fmla="*/ 2123364 h 3098304"/>
              <a:gd name="connsiteX1259" fmla="*/ 9978044 w 10799257"/>
              <a:gd name="connsiteY1259" fmla="*/ 2201099 h 3098304"/>
              <a:gd name="connsiteX1260" fmla="*/ 9900307 w 10799257"/>
              <a:gd name="connsiteY1260" fmla="*/ 2123364 h 3098304"/>
              <a:gd name="connsiteX1261" fmla="*/ 9978044 w 10799257"/>
              <a:gd name="connsiteY1261" fmla="*/ 2045628 h 3098304"/>
              <a:gd name="connsiteX1262" fmla="*/ 9789823 w 10799257"/>
              <a:gd name="connsiteY1262" fmla="*/ 2045628 h 3098304"/>
              <a:gd name="connsiteX1263" fmla="*/ 9867560 w 10799257"/>
              <a:gd name="connsiteY1263" fmla="*/ 2123364 h 3098304"/>
              <a:gd name="connsiteX1264" fmla="*/ 9789823 w 10799257"/>
              <a:gd name="connsiteY1264" fmla="*/ 2201099 h 3098304"/>
              <a:gd name="connsiteX1265" fmla="*/ 9712086 w 10799257"/>
              <a:gd name="connsiteY1265" fmla="*/ 2123364 h 3098304"/>
              <a:gd name="connsiteX1266" fmla="*/ 9789823 w 10799257"/>
              <a:gd name="connsiteY1266" fmla="*/ 2045628 h 3098304"/>
              <a:gd name="connsiteX1267" fmla="*/ 9606306 w 10799257"/>
              <a:gd name="connsiteY1267" fmla="*/ 2045628 h 3098304"/>
              <a:gd name="connsiteX1268" fmla="*/ 9684043 w 10799257"/>
              <a:gd name="connsiteY1268" fmla="*/ 2123364 h 3098304"/>
              <a:gd name="connsiteX1269" fmla="*/ 9606306 w 10799257"/>
              <a:gd name="connsiteY1269" fmla="*/ 2201099 h 3098304"/>
              <a:gd name="connsiteX1270" fmla="*/ 9528569 w 10799257"/>
              <a:gd name="connsiteY1270" fmla="*/ 2123364 h 3098304"/>
              <a:gd name="connsiteX1271" fmla="*/ 9606306 w 10799257"/>
              <a:gd name="connsiteY1271" fmla="*/ 2045628 h 3098304"/>
              <a:gd name="connsiteX1272" fmla="*/ 9413378 w 10799257"/>
              <a:gd name="connsiteY1272" fmla="*/ 2045628 h 3098304"/>
              <a:gd name="connsiteX1273" fmla="*/ 9491115 w 10799257"/>
              <a:gd name="connsiteY1273" fmla="*/ 2123364 h 3098304"/>
              <a:gd name="connsiteX1274" fmla="*/ 9413378 w 10799257"/>
              <a:gd name="connsiteY1274" fmla="*/ 2201099 h 3098304"/>
              <a:gd name="connsiteX1275" fmla="*/ 9335641 w 10799257"/>
              <a:gd name="connsiteY1275" fmla="*/ 2123364 h 3098304"/>
              <a:gd name="connsiteX1276" fmla="*/ 9413378 w 10799257"/>
              <a:gd name="connsiteY1276" fmla="*/ 2045628 h 3098304"/>
              <a:gd name="connsiteX1277" fmla="*/ 9234570 w 10799257"/>
              <a:gd name="connsiteY1277" fmla="*/ 2045628 h 3098304"/>
              <a:gd name="connsiteX1278" fmla="*/ 9312307 w 10799257"/>
              <a:gd name="connsiteY1278" fmla="*/ 2123364 h 3098304"/>
              <a:gd name="connsiteX1279" fmla="*/ 9234570 w 10799257"/>
              <a:gd name="connsiteY1279" fmla="*/ 2201099 h 3098304"/>
              <a:gd name="connsiteX1280" fmla="*/ 9156833 w 10799257"/>
              <a:gd name="connsiteY1280" fmla="*/ 2123364 h 3098304"/>
              <a:gd name="connsiteX1281" fmla="*/ 9234570 w 10799257"/>
              <a:gd name="connsiteY1281" fmla="*/ 2045628 h 3098304"/>
              <a:gd name="connsiteX1282" fmla="*/ 9036936 w 10799257"/>
              <a:gd name="connsiteY1282" fmla="*/ 2045628 h 3098304"/>
              <a:gd name="connsiteX1283" fmla="*/ 9114673 w 10799257"/>
              <a:gd name="connsiteY1283" fmla="*/ 2123364 h 3098304"/>
              <a:gd name="connsiteX1284" fmla="*/ 9036936 w 10799257"/>
              <a:gd name="connsiteY1284" fmla="*/ 2201099 h 3098304"/>
              <a:gd name="connsiteX1285" fmla="*/ 8959199 w 10799257"/>
              <a:gd name="connsiteY1285" fmla="*/ 2123364 h 3098304"/>
              <a:gd name="connsiteX1286" fmla="*/ 9036936 w 10799257"/>
              <a:gd name="connsiteY1286" fmla="*/ 2045628 h 3098304"/>
              <a:gd name="connsiteX1287" fmla="*/ 8853421 w 10799257"/>
              <a:gd name="connsiteY1287" fmla="*/ 2045628 h 3098304"/>
              <a:gd name="connsiteX1288" fmla="*/ 8931158 w 10799257"/>
              <a:gd name="connsiteY1288" fmla="*/ 2123364 h 3098304"/>
              <a:gd name="connsiteX1289" fmla="*/ 8853421 w 10799257"/>
              <a:gd name="connsiteY1289" fmla="*/ 2201099 h 3098304"/>
              <a:gd name="connsiteX1290" fmla="*/ 8775685 w 10799257"/>
              <a:gd name="connsiteY1290" fmla="*/ 2123364 h 3098304"/>
              <a:gd name="connsiteX1291" fmla="*/ 8853421 w 10799257"/>
              <a:gd name="connsiteY1291" fmla="*/ 2045628 h 3098304"/>
              <a:gd name="connsiteX1292" fmla="*/ 8669907 w 10799257"/>
              <a:gd name="connsiteY1292" fmla="*/ 2045628 h 3098304"/>
              <a:gd name="connsiteX1293" fmla="*/ 8747644 w 10799257"/>
              <a:gd name="connsiteY1293" fmla="*/ 2123364 h 3098304"/>
              <a:gd name="connsiteX1294" fmla="*/ 8669907 w 10799257"/>
              <a:gd name="connsiteY1294" fmla="*/ 2201099 h 3098304"/>
              <a:gd name="connsiteX1295" fmla="*/ 8592170 w 10799257"/>
              <a:gd name="connsiteY1295" fmla="*/ 2123364 h 3098304"/>
              <a:gd name="connsiteX1296" fmla="*/ 8669907 w 10799257"/>
              <a:gd name="connsiteY1296" fmla="*/ 2045628 h 3098304"/>
              <a:gd name="connsiteX1297" fmla="*/ 8481683 w 10799257"/>
              <a:gd name="connsiteY1297" fmla="*/ 2045628 h 3098304"/>
              <a:gd name="connsiteX1298" fmla="*/ 8559420 w 10799257"/>
              <a:gd name="connsiteY1298" fmla="*/ 2123364 h 3098304"/>
              <a:gd name="connsiteX1299" fmla="*/ 8481683 w 10799257"/>
              <a:gd name="connsiteY1299" fmla="*/ 2201099 h 3098304"/>
              <a:gd name="connsiteX1300" fmla="*/ 8403946 w 10799257"/>
              <a:gd name="connsiteY1300" fmla="*/ 2123364 h 3098304"/>
              <a:gd name="connsiteX1301" fmla="*/ 8481683 w 10799257"/>
              <a:gd name="connsiteY1301" fmla="*/ 2045628 h 3098304"/>
              <a:gd name="connsiteX1302" fmla="*/ 8298167 w 10799257"/>
              <a:gd name="connsiteY1302" fmla="*/ 2045628 h 3098304"/>
              <a:gd name="connsiteX1303" fmla="*/ 8375904 w 10799257"/>
              <a:gd name="connsiteY1303" fmla="*/ 2123364 h 3098304"/>
              <a:gd name="connsiteX1304" fmla="*/ 8298167 w 10799257"/>
              <a:gd name="connsiteY1304" fmla="*/ 2201099 h 3098304"/>
              <a:gd name="connsiteX1305" fmla="*/ 8220430 w 10799257"/>
              <a:gd name="connsiteY1305" fmla="*/ 2123364 h 3098304"/>
              <a:gd name="connsiteX1306" fmla="*/ 8298167 w 10799257"/>
              <a:gd name="connsiteY1306" fmla="*/ 2045628 h 3098304"/>
              <a:gd name="connsiteX1307" fmla="*/ 8109949 w 10799257"/>
              <a:gd name="connsiteY1307" fmla="*/ 2045628 h 3098304"/>
              <a:gd name="connsiteX1308" fmla="*/ 8187686 w 10799257"/>
              <a:gd name="connsiteY1308" fmla="*/ 2123364 h 3098304"/>
              <a:gd name="connsiteX1309" fmla="*/ 8109949 w 10799257"/>
              <a:gd name="connsiteY1309" fmla="*/ 2201099 h 3098304"/>
              <a:gd name="connsiteX1310" fmla="*/ 8032212 w 10799257"/>
              <a:gd name="connsiteY1310" fmla="*/ 2123364 h 3098304"/>
              <a:gd name="connsiteX1311" fmla="*/ 8109949 w 10799257"/>
              <a:gd name="connsiteY1311" fmla="*/ 2045628 h 3098304"/>
              <a:gd name="connsiteX1312" fmla="*/ 7926432 w 10799257"/>
              <a:gd name="connsiteY1312" fmla="*/ 2045628 h 3098304"/>
              <a:gd name="connsiteX1313" fmla="*/ 8004169 w 10799257"/>
              <a:gd name="connsiteY1313" fmla="*/ 2123364 h 3098304"/>
              <a:gd name="connsiteX1314" fmla="*/ 7926432 w 10799257"/>
              <a:gd name="connsiteY1314" fmla="*/ 2201099 h 3098304"/>
              <a:gd name="connsiteX1315" fmla="*/ 7848695 w 10799257"/>
              <a:gd name="connsiteY1315" fmla="*/ 2123364 h 3098304"/>
              <a:gd name="connsiteX1316" fmla="*/ 7926432 w 10799257"/>
              <a:gd name="connsiteY1316" fmla="*/ 2045628 h 3098304"/>
              <a:gd name="connsiteX1317" fmla="*/ 7738211 w 10799257"/>
              <a:gd name="connsiteY1317" fmla="*/ 2045628 h 3098304"/>
              <a:gd name="connsiteX1318" fmla="*/ 7815947 w 10799257"/>
              <a:gd name="connsiteY1318" fmla="*/ 2123364 h 3098304"/>
              <a:gd name="connsiteX1319" fmla="*/ 7738211 w 10799257"/>
              <a:gd name="connsiteY1319" fmla="*/ 2201099 h 3098304"/>
              <a:gd name="connsiteX1320" fmla="*/ 7660474 w 10799257"/>
              <a:gd name="connsiteY1320" fmla="*/ 2123364 h 3098304"/>
              <a:gd name="connsiteX1321" fmla="*/ 7738211 w 10799257"/>
              <a:gd name="connsiteY1321" fmla="*/ 2045628 h 3098304"/>
              <a:gd name="connsiteX1322" fmla="*/ 7554693 w 10799257"/>
              <a:gd name="connsiteY1322" fmla="*/ 2045628 h 3098304"/>
              <a:gd name="connsiteX1323" fmla="*/ 7632430 w 10799257"/>
              <a:gd name="connsiteY1323" fmla="*/ 2123364 h 3098304"/>
              <a:gd name="connsiteX1324" fmla="*/ 7554693 w 10799257"/>
              <a:gd name="connsiteY1324" fmla="*/ 2201099 h 3098304"/>
              <a:gd name="connsiteX1325" fmla="*/ 7476957 w 10799257"/>
              <a:gd name="connsiteY1325" fmla="*/ 2123364 h 3098304"/>
              <a:gd name="connsiteX1326" fmla="*/ 7554693 w 10799257"/>
              <a:gd name="connsiteY1326" fmla="*/ 2045628 h 3098304"/>
              <a:gd name="connsiteX1327" fmla="*/ 7366472 w 10799257"/>
              <a:gd name="connsiteY1327" fmla="*/ 2045628 h 3098304"/>
              <a:gd name="connsiteX1328" fmla="*/ 7444209 w 10799257"/>
              <a:gd name="connsiteY1328" fmla="*/ 2123364 h 3098304"/>
              <a:gd name="connsiteX1329" fmla="*/ 7366472 w 10799257"/>
              <a:gd name="connsiteY1329" fmla="*/ 2201099 h 3098304"/>
              <a:gd name="connsiteX1330" fmla="*/ 7288736 w 10799257"/>
              <a:gd name="connsiteY1330" fmla="*/ 2123364 h 3098304"/>
              <a:gd name="connsiteX1331" fmla="*/ 7366472 w 10799257"/>
              <a:gd name="connsiteY1331" fmla="*/ 2045628 h 3098304"/>
              <a:gd name="connsiteX1332" fmla="*/ 7178251 w 10799257"/>
              <a:gd name="connsiteY1332" fmla="*/ 2045628 h 3098304"/>
              <a:gd name="connsiteX1333" fmla="*/ 7255988 w 10799257"/>
              <a:gd name="connsiteY1333" fmla="*/ 2123364 h 3098304"/>
              <a:gd name="connsiteX1334" fmla="*/ 7178251 w 10799257"/>
              <a:gd name="connsiteY1334" fmla="*/ 2201099 h 3098304"/>
              <a:gd name="connsiteX1335" fmla="*/ 7100514 w 10799257"/>
              <a:gd name="connsiteY1335" fmla="*/ 2123364 h 3098304"/>
              <a:gd name="connsiteX1336" fmla="*/ 7178251 w 10799257"/>
              <a:gd name="connsiteY1336" fmla="*/ 2045628 h 3098304"/>
              <a:gd name="connsiteX1337" fmla="*/ 6985327 w 10799257"/>
              <a:gd name="connsiteY1337" fmla="*/ 2045628 h 3098304"/>
              <a:gd name="connsiteX1338" fmla="*/ 7063064 w 10799257"/>
              <a:gd name="connsiteY1338" fmla="*/ 2123364 h 3098304"/>
              <a:gd name="connsiteX1339" fmla="*/ 6985327 w 10799257"/>
              <a:gd name="connsiteY1339" fmla="*/ 2201099 h 3098304"/>
              <a:gd name="connsiteX1340" fmla="*/ 6907590 w 10799257"/>
              <a:gd name="connsiteY1340" fmla="*/ 2123364 h 3098304"/>
              <a:gd name="connsiteX1341" fmla="*/ 6985327 w 10799257"/>
              <a:gd name="connsiteY1341" fmla="*/ 2045628 h 3098304"/>
              <a:gd name="connsiteX1342" fmla="*/ 6801807 w 10799257"/>
              <a:gd name="connsiteY1342" fmla="*/ 2045628 h 3098304"/>
              <a:gd name="connsiteX1343" fmla="*/ 6879544 w 10799257"/>
              <a:gd name="connsiteY1343" fmla="*/ 2123364 h 3098304"/>
              <a:gd name="connsiteX1344" fmla="*/ 6801807 w 10799257"/>
              <a:gd name="connsiteY1344" fmla="*/ 2201099 h 3098304"/>
              <a:gd name="connsiteX1345" fmla="*/ 6724070 w 10799257"/>
              <a:gd name="connsiteY1345" fmla="*/ 2123364 h 3098304"/>
              <a:gd name="connsiteX1346" fmla="*/ 6801807 w 10799257"/>
              <a:gd name="connsiteY1346" fmla="*/ 2045628 h 3098304"/>
              <a:gd name="connsiteX1347" fmla="*/ 6613586 w 10799257"/>
              <a:gd name="connsiteY1347" fmla="*/ 2045628 h 3098304"/>
              <a:gd name="connsiteX1348" fmla="*/ 6691323 w 10799257"/>
              <a:gd name="connsiteY1348" fmla="*/ 2123364 h 3098304"/>
              <a:gd name="connsiteX1349" fmla="*/ 6613586 w 10799257"/>
              <a:gd name="connsiteY1349" fmla="*/ 2201099 h 3098304"/>
              <a:gd name="connsiteX1350" fmla="*/ 6535849 w 10799257"/>
              <a:gd name="connsiteY1350" fmla="*/ 2123364 h 3098304"/>
              <a:gd name="connsiteX1351" fmla="*/ 6613586 w 10799257"/>
              <a:gd name="connsiteY1351" fmla="*/ 2045628 h 3098304"/>
              <a:gd name="connsiteX1352" fmla="*/ 6425365 w 10799257"/>
              <a:gd name="connsiteY1352" fmla="*/ 2045628 h 3098304"/>
              <a:gd name="connsiteX1353" fmla="*/ 6503102 w 10799257"/>
              <a:gd name="connsiteY1353" fmla="*/ 2123364 h 3098304"/>
              <a:gd name="connsiteX1354" fmla="*/ 6425365 w 10799257"/>
              <a:gd name="connsiteY1354" fmla="*/ 2201099 h 3098304"/>
              <a:gd name="connsiteX1355" fmla="*/ 6347628 w 10799257"/>
              <a:gd name="connsiteY1355" fmla="*/ 2123364 h 3098304"/>
              <a:gd name="connsiteX1356" fmla="*/ 6425365 w 10799257"/>
              <a:gd name="connsiteY1356" fmla="*/ 2045628 h 3098304"/>
              <a:gd name="connsiteX1357" fmla="*/ 6241850 w 10799257"/>
              <a:gd name="connsiteY1357" fmla="*/ 2045628 h 3098304"/>
              <a:gd name="connsiteX1358" fmla="*/ 6319587 w 10799257"/>
              <a:gd name="connsiteY1358" fmla="*/ 2123364 h 3098304"/>
              <a:gd name="connsiteX1359" fmla="*/ 6241850 w 10799257"/>
              <a:gd name="connsiteY1359" fmla="*/ 2201099 h 3098304"/>
              <a:gd name="connsiteX1360" fmla="*/ 6164113 w 10799257"/>
              <a:gd name="connsiteY1360" fmla="*/ 2123364 h 3098304"/>
              <a:gd name="connsiteX1361" fmla="*/ 6241850 w 10799257"/>
              <a:gd name="connsiteY1361" fmla="*/ 2045628 h 3098304"/>
              <a:gd name="connsiteX1362" fmla="*/ 6053630 w 10799257"/>
              <a:gd name="connsiteY1362" fmla="*/ 2045628 h 3098304"/>
              <a:gd name="connsiteX1363" fmla="*/ 6131367 w 10799257"/>
              <a:gd name="connsiteY1363" fmla="*/ 2123364 h 3098304"/>
              <a:gd name="connsiteX1364" fmla="*/ 6053630 w 10799257"/>
              <a:gd name="connsiteY1364" fmla="*/ 2201099 h 3098304"/>
              <a:gd name="connsiteX1365" fmla="*/ 5975894 w 10799257"/>
              <a:gd name="connsiteY1365" fmla="*/ 2123364 h 3098304"/>
              <a:gd name="connsiteX1366" fmla="*/ 6053630 w 10799257"/>
              <a:gd name="connsiteY1366" fmla="*/ 2045628 h 3098304"/>
              <a:gd name="connsiteX1367" fmla="*/ 5870112 w 10799257"/>
              <a:gd name="connsiteY1367" fmla="*/ 2045628 h 3098304"/>
              <a:gd name="connsiteX1368" fmla="*/ 5947849 w 10799257"/>
              <a:gd name="connsiteY1368" fmla="*/ 2123364 h 3098304"/>
              <a:gd name="connsiteX1369" fmla="*/ 5870112 w 10799257"/>
              <a:gd name="connsiteY1369" fmla="*/ 2201099 h 3098304"/>
              <a:gd name="connsiteX1370" fmla="*/ 5792375 w 10799257"/>
              <a:gd name="connsiteY1370" fmla="*/ 2123364 h 3098304"/>
              <a:gd name="connsiteX1371" fmla="*/ 5870112 w 10799257"/>
              <a:gd name="connsiteY1371" fmla="*/ 2045628 h 3098304"/>
              <a:gd name="connsiteX1372" fmla="*/ 5681933 w 10799257"/>
              <a:gd name="connsiteY1372" fmla="*/ 2045628 h 3098304"/>
              <a:gd name="connsiteX1373" fmla="*/ 5759628 w 10799257"/>
              <a:gd name="connsiteY1373" fmla="*/ 2123364 h 3098304"/>
              <a:gd name="connsiteX1374" fmla="*/ 5681933 w 10799257"/>
              <a:gd name="connsiteY1374" fmla="*/ 2201099 h 3098304"/>
              <a:gd name="connsiteX1375" fmla="*/ 5604176 w 10799257"/>
              <a:gd name="connsiteY1375" fmla="*/ 2123364 h 3098304"/>
              <a:gd name="connsiteX1376" fmla="*/ 5681933 w 10799257"/>
              <a:gd name="connsiteY1376" fmla="*/ 2045628 h 3098304"/>
              <a:gd name="connsiteX1377" fmla="*/ 5498378 w 10799257"/>
              <a:gd name="connsiteY1377" fmla="*/ 2045628 h 3098304"/>
              <a:gd name="connsiteX1378" fmla="*/ 5576126 w 10799257"/>
              <a:gd name="connsiteY1378" fmla="*/ 2123364 h 3098304"/>
              <a:gd name="connsiteX1379" fmla="*/ 5498378 w 10799257"/>
              <a:gd name="connsiteY1379" fmla="*/ 2201099 h 3098304"/>
              <a:gd name="connsiteX1380" fmla="*/ 5420640 w 10799257"/>
              <a:gd name="connsiteY1380" fmla="*/ 2123364 h 3098304"/>
              <a:gd name="connsiteX1381" fmla="*/ 5498378 w 10799257"/>
              <a:gd name="connsiteY1381" fmla="*/ 2045628 h 3098304"/>
              <a:gd name="connsiteX1382" fmla="*/ 5310166 w 10799257"/>
              <a:gd name="connsiteY1382" fmla="*/ 2045628 h 3098304"/>
              <a:gd name="connsiteX1383" fmla="*/ 5387898 w 10799257"/>
              <a:gd name="connsiteY1383" fmla="*/ 2123364 h 3098304"/>
              <a:gd name="connsiteX1384" fmla="*/ 5310166 w 10799257"/>
              <a:gd name="connsiteY1384" fmla="*/ 2201099 h 3098304"/>
              <a:gd name="connsiteX1385" fmla="*/ 5232440 w 10799257"/>
              <a:gd name="connsiteY1385" fmla="*/ 2123364 h 3098304"/>
              <a:gd name="connsiteX1386" fmla="*/ 5310166 w 10799257"/>
              <a:gd name="connsiteY1386" fmla="*/ 2045628 h 3098304"/>
              <a:gd name="connsiteX1387" fmla="*/ 5126655 w 10799257"/>
              <a:gd name="connsiteY1387" fmla="*/ 2045628 h 3098304"/>
              <a:gd name="connsiteX1388" fmla="*/ 5204392 w 10799257"/>
              <a:gd name="connsiteY1388" fmla="*/ 2123364 h 3098304"/>
              <a:gd name="connsiteX1389" fmla="*/ 5126655 w 10799257"/>
              <a:gd name="connsiteY1389" fmla="*/ 2201099 h 3098304"/>
              <a:gd name="connsiteX1390" fmla="*/ 5048928 w 10799257"/>
              <a:gd name="connsiteY1390" fmla="*/ 2123364 h 3098304"/>
              <a:gd name="connsiteX1391" fmla="*/ 5126655 w 10799257"/>
              <a:gd name="connsiteY1391" fmla="*/ 2045628 h 3098304"/>
              <a:gd name="connsiteX1392" fmla="*/ 4938442 w 10799257"/>
              <a:gd name="connsiteY1392" fmla="*/ 2045628 h 3098304"/>
              <a:gd name="connsiteX1393" fmla="*/ 5016173 w 10799257"/>
              <a:gd name="connsiteY1393" fmla="*/ 2123364 h 3098304"/>
              <a:gd name="connsiteX1394" fmla="*/ 4938442 w 10799257"/>
              <a:gd name="connsiteY1394" fmla="*/ 2201099 h 3098304"/>
              <a:gd name="connsiteX1395" fmla="*/ 4860706 w 10799257"/>
              <a:gd name="connsiteY1395" fmla="*/ 2123364 h 3098304"/>
              <a:gd name="connsiteX1396" fmla="*/ 4938442 w 10799257"/>
              <a:gd name="connsiteY1396" fmla="*/ 2045628 h 3098304"/>
              <a:gd name="connsiteX1397" fmla="*/ 3061054 w 10799257"/>
              <a:gd name="connsiteY1397" fmla="*/ 2045628 h 3098304"/>
              <a:gd name="connsiteX1398" fmla="*/ 3138789 w 10799257"/>
              <a:gd name="connsiteY1398" fmla="*/ 2123364 h 3098304"/>
              <a:gd name="connsiteX1399" fmla="*/ 3061054 w 10799257"/>
              <a:gd name="connsiteY1399" fmla="*/ 2201099 h 3098304"/>
              <a:gd name="connsiteX1400" fmla="*/ 2983301 w 10799257"/>
              <a:gd name="connsiteY1400" fmla="*/ 2123364 h 3098304"/>
              <a:gd name="connsiteX1401" fmla="*/ 3061054 w 10799257"/>
              <a:gd name="connsiteY1401" fmla="*/ 2045628 h 3098304"/>
              <a:gd name="connsiteX1402" fmla="*/ 2882231 w 10799257"/>
              <a:gd name="connsiteY1402" fmla="*/ 2045628 h 3098304"/>
              <a:gd name="connsiteX1403" fmla="*/ 2959973 w 10799257"/>
              <a:gd name="connsiteY1403" fmla="*/ 2123364 h 3098304"/>
              <a:gd name="connsiteX1404" fmla="*/ 2882231 w 10799257"/>
              <a:gd name="connsiteY1404" fmla="*/ 2201099 h 3098304"/>
              <a:gd name="connsiteX1405" fmla="*/ 2804507 w 10799257"/>
              <a:gd name="connsiteY1405" fmla="*/ 2123364 h 3098304"/>
              <a:gd name="connsiteX1406" fmla="*/ 2882231 w 10799257"/>
              <a:gd name="connsiteY1406" fmla="*/ 2045628 h 3098304"/>
              <a:gd name="connsiteX1407" fmla="*/ 2689331 w 10799257"/>
              <a:gd name="connsiteY1407" fmla="*/ 2045628 h 3098304"/>
              <a:gd name="connsiteX1408" fmla="*/ 2767041 w 10799257"/>
              <a:gd name="connsiteY1408" fmla="*/ 2123364 h 3098304"/>
              <a:gd name="connsiteX1409" fmla="*/ 2689331 w 10799257"/>
              <a:gd name="connsiteY1409" fmla="*/ 2201099 h 3098304"/>
              <a:gd name="connsiteX1410" fmla="*/ 2611599 w 10799257"/>
              <a:gd name="connsiteY1410" fmla="*/ 2123364 h 3098304"/>
              <a:gd name="connsiteX1411" fmla="*/ 2689331 w 10799257"/>
              <a:gd name="connsiteY1411" fmla="*/ 2045628 h 3098304"/>
              <a:gd name="connsiteX1412" fmla="*/ 2510511 w 10799257"/>
              <a:gd name="connsiteY1412" fmla="*/ 2045628 h 3098304"/>
              <a:gd name="connsiteX1413" fmla="*/ 2588257 w 10799257"/>
              <a:gd name="connsiteY1413" fmla="*/ 2123364 h 3098304"/>
              <a:gd name="connsiteX1414" fmla="*/ 2510511 w 10799257"/>
              <a:gd name="connsiteY1414" fmla="*/ 2201099 h 3098304"/>
              <a:gd name="connsiteX1415" fmla="*/ 2432754 w 10799257"/>
              <a:gd name="connsiteY1415" fmla="*/ 2123364 h 3098304"/>
              <a:gd name="connsiteX1416" fmla="*/ 2510511 w 10799257"/>
              <a:gd name="connsiteY1416" fmla="*/ 2045628 h 3098304"/>
              <a:gd name="connsiteX1417" fmla="*/ 2317549 w 10799257"/>
              <a:gd name="connsiteY1417" fmla="*/ 2045628 h 3098304"/>
              <a:gd name="connsiteX1418" fmla="*/ 2395290 w 10799257"/>
              <a:gd name="connsiteY1418" fmla="*/ 2123364 h 3098304"/>
              <a:gd name="connsiteX1419" fmla="*/ 2317549 w 10799257"/>
              <a:gd name="connsiteY1419" fmla="*/ 2201099 h 3098304"/>
              <a:gd name="connsiteX1420" fmla="*/ 2239824 w 10799257"/>
              <a:gd name="connsiteY1420" fmla="*/ 2123364 h 3098304"/>
              <a:gd name="connsiteX1421" fmla="*/ 2317549 w 10799257"/>
              <a:gd name="connsiteY1421" fmla="*/ 2045628 h 3098304"/>
              <a:gd name="connsiteX1422" fmla="*/ 2129353 w 10799257"/>
              <a:gd name="connsiteY1422" fmla="*/ 2045628 h 3098304"/>
              <a:gd name="connsiteX1423" fmla="*/ 2207079 w 10799257"/>
              <a:gd name="connsiteY1423" fmla="*/ 2123364 h 3098304"/>
              <a:gd name="connsiteX1424" fmla="*/ 2129353 w 10799257"/>
              <a:gd name="connsiteY1424" fmla="*/ 2201099 h 3098304"/>
              <a:gd name="connsiteX1425" fmla="*/ 2051627 w 10799257"/>
              <a:gd name="connsiteY1425" fmla="*/ 2123364 h 3098304"/>
              <a:gd name="connsiteX1426" fmla="*/ 2129353 w 10799257"/>
              <a:gd name="connsiteY1426" fmla="*/ 2045628 h 3098304"/>
              <a:gd name="connsiteX1427" fmla="*/ 1941158 w 10799257"/>
              <a:gd name="connsiteY1427" fmla="*/ 2045628 h 3098304"/>
              <a:gd name="connsiteX1428" fmla="*/ 2018884 w 10799257"/>
              <a:gd name="connsiteY1428" fmla="*/ 2123364 h 3098304"/>
              <a:gd name="connsiteX1429" fmla="*/ 1941158 w 10799257"/>
              <a:gd name="connsiteY1429" fmla="*/ 2201099 h 3098304"/>
              <a:gd name="connsiteX1430" fmla="*/ 1863432 w 10799257"/>
              <a:gd name="connsiteY1430" fmla="*/ 2123364 h 3098304"/>
              <a:gd name="connsiteX1431" fmla="*/ 1941158 w 10799257"/>
              <a:gd name="connsiteY1431" fmla="*/ 2045628 h 3098304"/>
              <a:gd name="connsiteX1432" fmla="*/ 1757668 w 10799257"/>
              <a:gd name="connsiteY1432" fmla="*/ 2045628 h 3098304"/>
              <a:gd name="connsiteX1433" fmla="*/ 1835395 w 10799257"/>
              <a:gd name="connsiteY1433" fmla="*/ 2123364 h 3098304"/>
              <a:gd name="connsiteX1434" fmla="*/ 1757668 w 10799257"/>
              <a:gd name="connsiteY1434" fmla="*/ 2201099 h 3098304"/>
              <a:gd name="connsiteX1435" fmla="*/ 1679938 w 10799257"/>
              <a:gd name="connsiteY1435" fmla="*/ 2123364 h 3098304"/>
              <a:gd name="connsiteX1436" fmla="*/ 1757668 w 10799257"/>
              <a:gd name="connsiteY1436" fmla="*/ 2045628 h 3098304"/>
              <a:gd name="connsiteX1437" fmla="*/ 1569426 w 10799257"/>
              <a:gd name="connsiteY1437" fmla="*/ 2045628 h 3098304"/>
              <a:gd name="connsiteX1438" fmla="*/ 1647197 w 10799257"/>
              <a:gd name="connsiteY1438" fmla="*/ 2123364 h 3098304"/>
              <a:gd name="connsiteX1439" fmla="*/ 1569426 w 10799257"/>
              <a:gd name="connsiteY1439" fmla="*/ 2201099 h 3098304"/>
              <a:gd name="connsiteX1440" fmla="*/ 1491717 w 10799257"/>
              <a:gd name="connsiteY1440" fmla="*/ 2123364 h 3098304"/>
              <a:gd name="connsiteX1441" fmla="*/ 1569426 w 10799257"/>
              <a:gd name="connsiteY1441" fmla="*/ 2045628 h 3098304"/>
              <a:gd name="connsiteX1442" fmla="*/ 1385908 w 10799257"/>
              <a:gd name="connsiteY1442" fmla="*/ 2045628 h 3098304"/>
              <a:gd name="connsiteX1443" fmla="*/ 1463665 w 10799257"/>
              <a:gd name="connsiteY1443" fmla="*/ 2123364 h 3098304"/>
              <a:gd name="connsiteX1444" fmla="*/ 1385908 w 10799257"/>
              <a:gd name="connsiteY1444" fmla="*/ 2201099 h 3098304"/>
              <a:gd name="connsiteX1445" fmla="*/ 1308151 w 10799257"/>
              <a:gd name="connsiteY1445" fmla="*/ 2123364 h 3098304"/>
              <a:gd name="connsiteX1446" fmla="*/ 1385908 w 10799257"/>
              <a:gd name="connsiteY1446" fmla="*/ 2045628 h 3098304"/>
              <a:gd name="connsiteX1447" fmla="*/ 1202367 w 10799257"/>
              <a:gd name="connsiteY1447" fmla="*/ 2045628 h 3098304"/>
              <a:gd name="connsiteX1448" fmla="*/ 1280100 w 10799257"/>
              <a:gd name="connsiteY1448" fmla="*/ 2123364 h 3098304"/>
              <a:gd name="connsiteX1449" fmla="*/ 1202367 w 10799257"/>
              <a:gd name="connsiteY1449" fmla="*/ 2201099 h 3098304"/>
              <a:gd name="connsiteX1450" fmla="*/ 1124653 w 10799257"/>
              <a:gd name="connsiteY1450" fmla="*/ 2123364 h 3098304"/>
              <a:gd name="connsiteX1451" fmla="*/ 1202367 w 10799257"/>
              <a:gd name="connsiteY1451" fmla="*/ 2045628 h 3098304"/>
              <a:gd name="connsiteX1452" fmla="*/ 1014132 w 10799257"/>
              <a:gd name="connsiteY1452" fmla="*/ 2045628 h 3098304"/>
              <a:gd name="connsiteX1453" fmla="*/ 1091893 w 10799257"/>
              <a:gd name="connsiteY1453" fmla="*/ 2123364 h 3098304"/>
              <a:gd name="connsiteX1454" fmla="*/ 1014132 w 10799257"/>
              <a:gd name="connsiteY1454" fmla="*/ 2201099 h 3098304"/>
              <a:gd name="connsiteX1455" fmla="*/ 936429 w 10799257"/>
              <a:gd name="connsiteY1455" fmla="*/ 2123364 h 3098304"/>
              <a:gd name="connsiteX1456" fmla="*/ 1014132 w 10799257"/>
              <a:gd name="connsiteY1456" fmla="*/ 2045628 h 3098304"/>
              <a:gd name="connsiteX1457" fmla="*/ 830626 w 10799257"/>
              <a:gd name="connsiteY1457" fmla="*/ 2045628 h 3098304"/>
              <a:gd name="connsiteX1458" fmla="*/ 908383 w 10799257"/>
              <a:gd name="connsiteY1458" fmla="*/ 2123364 h 3098304"/>
              <a:gd name="connsiteX1459" fmla="*/ 830626 w 10799257"/>
              <a:gd name="connsiteY1459" fmla="*/ 2201099 h 3098304"/>
              <a:gd name="connsiteX1460" fmla="*/ 752883 w 10799257"/>
              <a:gd name="connsiteY1460" fmla="*/ 2123364 h 3098304"/>
              <a:gd name="connsiteX1461" fmla="*/ 830626 w 10799257"/>
              <a:gd name="connsiteY1461" fmla="*/ 2045628 h 3098304"/>
              <a:gd name="connsiteX1462" fmla="*/ 642394 w 10799257"/>
              <a:gd name="connsiteY1462" fmla="*/ 2045628 h 3098304"/>
              <a:gd name="connsiteX1463" fmla="*/ 720135 w 10799257"/>
              <a:gd name="connsiteY1463" fmla="*/ 2123364 h 3098304"/>
              <a:gd name="connsiteX1464" fmla="*/ 642394 w 10799257"/>
              <a:gd name="connsiteY1464" fmla="*/ 2201099 h 3098304"/>
              <a:gd name="connsiteX1465" fmla="*/ 564661 w 10799257"/>
              <a:gd name="connsiteY1465" fmla="*/ 2123364 h 3098304"/>
              <a:gd name="connsiteX1466" fmla="*/ 642394 w 10799257"/>
              <a:gd name="connsiteY1466" fmla="*/ 2045628 h 3098304"/>
              <a:gd name="connsiteX1467" fmla="*/ 458881 w 10799257"/>
              <a:gd name="connsiteY1467" fmla="*/ 2045628 h 3098304"/>
              <a:gd name="connsiteX1468" fmla="*/ 536619 w 10799257"/>
              <a:gd name="connsiteY1468" fmla="*/ 2123364 h 3098304"/>
              <a:gd name="connsiteX1469" fmla="*/ 458881 w 10799257"/>
              <a:gd name="connsiteY1469" fmla="*/ 2201099 h 3098304"/>
              <a:gd name="connsiteX1470" fmla="*/ 381147 w 10799257"/>
              <a:gd name="connsiteY1470" fmla="*/ 2123364 h 3098304"/>
              <a:gd name="connsiteX1471" fmla="*/ 458881 w 10799257"/>
              <a:gd name="connsiteY1471" fmla="*/ 2045628 h 3098304"/>
              <a:gd name="connsiteX1472" fmla="*/ 270660 w 10799257"/>
              <a:gd name="connsiteY1472" fmla="*/ 2045628 h 3098304"/>
              <a:gd name="connsiteX1473" fmla="*/ 348397 w 10799257"/>
              <a:gd name="connsiteY1473" fmla="*/ 2123364 h 3098304"/>
              <a:gd name="connsiteX1474" fmla="*/ 270660 w 10799257"/>
              <a:gd name="connsiteY1474" fmla="*/ 2201099 h 3098304"/>
              <a:gd name="connsiteX1475" fmla="*/ 192923 w 10799257"/>
              <a:gd name="connsiteY1475" fmla="*/ 2123364 h 3098304"/>
              <a:gd name="connsiteX1476" fmla="*/ 270660 w 10799257"/>
              <a:gd name="connsiteY1476" fmla="*/ 2045628 h 3098304"/>
              <a:gd name="connsiteX1477" fmla="*/ 77736 w 10799257"/>
              <a:gd name="connsiteY1477" fmla="*/ 2045628 h 3098304"/>
              <a:gd name="connsiteX1478" fmla="*/ 155473 w 10799257"/>
              <a:gd name="connsiteY1478" fmla="*/ 2123364 h 3098304"/>
              <a:gd name="connsiteX1479" fmla="*/ 77736 w 10799257"/>
              <a:gd name="connsiteY1479" fmla="*/ 2201099 h 3098304"/>
              <a:gd name="connsiteX1480" fmla="*/ 0 w 10799257"/>
              <a:gd name="connsiteY1480" fmla="*/ 2123364 h 3098304"/>
              <a:gd name="connsiteX1481" fmla="*/ 77736 w 10799257"/>
              <a:gd name="connsiteY1481" fmla="*/ 2045628 h 3098304"/>
              <a:gd name="connsiteX1482" fmla="*/ 10275128 w 10799257"/>
              <a:gd name="connsiteY1482" fmla="*/ 1933986 h 3098304"/>
              <a:gd name="connsiteX1483" fmla="*/ 10323317 w 10799257"/>
              <a:gd name="connsiteY1483" fmla="*/ 1976399 h 3098304"/>
              <a:gd name="connsiteX1484" fmla="*/ 10370187 w 10799257"/>
              <a:gd name="connsiteY1484" fmla="*/ 2022880 h 3098304"/>
              <a:gd name="connsiteX1485" fmla="*/ 10349781 w 10799257"/>
              <a:gd name="connsiteY1485" fmla="*/ 2026999 h 3098304"/>
              <a:gd name="connsiteX1486" fmla="*/ 10272044 w 10799257"/>
              <a:gd name="connsiteY1486" fmla="*/ 1949263 h 3098304"/>
              <a:gd name="connsiteX1487" fmla="*/ 96225 w 10799257"/>
              <a:gd name="connsiteY1487" fmla="*/ 1875259 h 3098304"/>
              <a:gd name="connsiteX1488" fmla="*/ 108003 w 10799257"/>
              <a:gd name="connsiteY1488" fmla="*/ 1877637 h 3098304"/>
              <a:gd name="connsiteX1489" fmla="*/ 155480 w 10799257"/>
              <a:gd name="connsiteY1489" fmla="*/ 1949264 h 3098304"/>
              <a:gd name="connsiteX1490" fmla="*/ 77744 w 10799257"/>
              <a:gd name="connsiteY1490" fmla="*/ 2026999 h 3098304"/>
              <a:gd name="connsiteX1491" fmla="*/ 6117 w 10799257"/>
              <a:gd name="connsiteY1491" fmla="*/ 1979522 h 3098304"/>
              <a:gd name="connsiteX1492" fmla="*/ 1839 w 10799257"/>
              <a:gd name="connsiteY1492" fmla="*/ 1958332 h 3098304"/>
              <a:gd name="connsiteX1493" fmla="*/ 9413378 w 10799257"/>
              <a:gd name="connsiteY1493" fmla="*/ 1871528 h 3098304"/>
              <a:gd name="connsiteX1494" fmla="*/ 9491115 w 10799257"/>
              <a:gd name="connsiteY1494" fmla="*/ 1949264 h 3098304"/>
              <a:gd name="connsiteX1495" fmla="*/ 9413378 w 10799257"/>
              <a:gd name="connsiteY1495" fmla="*/ 2026999 h 3098304"/>
              <a:gd name="connsiteX1496" fmla="*/ 9335641 w 10799257"/>
              <a:gd name="connsiteY1496" fmla="*/ 1949264 h 3098304"/>
              <a:gd name="connsiteX1497" fmla="*/ 9413378 w 10799257"/>
              <a:gd name="connsiteY1497" fmla="*/ 1871528 h 3098304"/>
              <a:gd name="connsiteX1498" fmla="*/ 9234570 w 10799257"/>
              <a:gd name="connsiteY1498" fmla="*/ 1871528 h 3098304"/>
              <a:gd name="connsiteX1499" fmla="*/ 9312307 w 10799257"/>
              <a:gd name="connsiteY1499" fmla="*/ 1949264 h 3098304"/>
              <a:gd name="connsiteX1500" fmla="*/ 9234570 w 10799257"/>
              <a:gd name="connsiteY1500" fmla="*/ 2026999 h 3098304"/>
              <a:gd name="connsiteX1501" fmla="*/ 9156833 w 10799257"/>
              <a:gd name="connsiteY1501" fmla="*/ 1949264 h 3098304"/>
              <a:gd name="connsiteX1502" fmla="*/ 9234570 w 10799257"/>
              <a:gd name="connsiteY1502" fmla="*/ 1871528 h 3098304"/>
              <a:gd name="connsiteX1503" fmla="*/ 9036936 w 10799257"/>
              <a:gd name="connsiteY1503" fmla="*/ 1871528 h 3098304"/>
              <a:gd name="connsiteX1504" fmla="*/ 9114673 w 10799257"/>
              <a:gd name="connsiteY1504" fmla="*/ 1949264 h 3098304"/>
              <a:gd name="connsiteX1505" fmla="*/ 9036936 w 10799257"/>
              <a:gd name="connsiteY1505" fmla="*/ 2026999 h 3098304"/>
              <a:gd name="connsiteX1506" fmla="*/ 8959199 w 10799257"/>
              <a:gd name="connsiteY1506" fmla="*/ 1949264 h 3098304"/>
              <a:gd name="connsiteX1507" fmla="*/ 9036936 w 10799257"/>
              <a:gd name="connsiteY1507" fmla="*/ 1871528 h 3098304"/>
              <a:gd name="connsiteX1508" fmla="*/ 8853421 w 10799257"/>
              <a:gd name="connsiteY1508" fmla="*/ 1871528 h 3098304"/>
              <a:gd name="connsiteX1509" fmla="*/ 8931158 w 10799257"/>
              <a:gd name="connsiteY1509" fmla="*/ 1949264 h 3098304"/>
              <a:gd name="connsiteX1510" fmla="*/ 8853421 w 10799257"/>
              <a:gd name="connsiteY1510" fmla="*/ 2026999 h 3098304"/>
              <a:gd name="connsiteX1511" fmla="*/ 8775685 w 10799257"/>
              <a:gd name="connsiteY1511" fmla="*/ 1949264 h 3098304"/>
              <a:gd name="connsiteX1512" fmla="*/ 8853421 w 10799257"/>
              <a:gd name="connsiteY1512" fmla="*/ 1871528 h 3098304"/>
              <a:gd name="connsiteX1513" fmla="*/ 8669907 w 10799257"/>
              <a:gd name="connsiteY1513" fmla="*/ 1871528 h 3098304"/>
              <a:gd name="connsiteX1514" fmla="*/ 8747644 w 10799257"/>
              <a:gd name="connsiteY1514" fmla="*/ 1949264 h 3098304"/>
              <a:gd name="connsiteX1515" fmla="*/ 8669907 w 10799257"/>
              <a:gd name="connsiteY1515" fmla="*/ 2026999 h 3098304"/>
              <a:gd name="connsiteX1516" fmla="*/ 8592170 w 10799257"/>
              <a:gd name="connsiteY1516" fmla="*/ 1949264 h 3098304"/>
              <a:gd name="connsiteX1517" fmla="*/ 8669907 w 10799257"/>
              <a:gd name="connsiteY1517" fmla="*/ 1871528 h 3098304"/>
              <a:gd name="connsiteX1518" fmla="*/ 8481683 w 10799257"/>
              <a:gd name="connsiteY1518" fmla="*/ 1871528 h 3098304"/>
              <a:gd name="connsiteX1519" fmla="*/ 8559420 w 10799257"/>
              <a:gd name="connsiteY1519" fmla="*/ 1949264 h 3098304"/>
              <a:gd name="connsiteX1520" fmla="*/ 8481683 w 10799257"/>
              <a:gd name="connsiteY1520" fmla="*/ 2026999 h 3098304"/>
              <a:gd name="connsiteX1521" fmla="*/ 8403946 w 10799257"/>
              <a:gd name="connsiteY1521" fmla="*/ 1949264 h 3098304"/>
              <a:gd name="connsiteX1522" fmla="*/ 8481683 w 10799257"/>
              <a:gd name="connsiteY1522" fmla="*/ 1871528 h 3098304"/>
              <a:gd name="connsiteX1523" fmla="*/ 8298167 w 10799257"/>
              <a:gd name="connsiteY1523" fmla="*/ 1871528 h 3098304"/>
              <a:gd name="connsiteX1524" fmla="*/ 8375904 w 10799257"/>
              <a:gd name="connsiteY1524" fmla="*/ 1949264 h 3098304"/>
              <a:gd name="connsiteX1525" fmla="*/ 8298167 w 10799257"/>
              <a:gd name="connsiteY1525" fmla="*/ 2026999 h 3098304"/>
              <a:gd name="connsiteX1526" fmla="*/ 8220430 w 10799257"/>
              <a:gd name="connsiteY1526" fmla="*/ 1949264 h 3098304"/>
              <a:gd name="connsiteX1527" fmla="*/ 8298167 w 10799257"/>
              <a:gd name="connsiteY1527" fmla="*/ 1871528 h 3098304"/>
              <a:gd name="connsiteX1528" fmla="*/ 8109949 w 10799257"/>
              <a:gd name="connsiteY1528" fmla="*/ 1871528 h 3098304"/>
              <a:gd name="connsiteX1529" fmla="*/ 8187686 w 10799257"/>
              <a:gd name="connsiteY1529" fmla="*/ 1949264 h 3098304"/>
              <a:gd name="connsiteX1530" fmla="*/ 8109949 w 10799257"/>
              <a:gd name="connsiteY1530" fmla="*/ 2026999 h 3098304"/>
              <a:gd name="connsiteX1531" fmla="*/ 8032212 w 10799257"/>
              <a:gd name="connsiteY1531" fmla="*/ 1949264 h 3098304"/>
              <a:gd name="connsiteX1532" fmla="*/ 8109949 w 10799257"/>
              <a:gd name="connsiteY1532" fmla="*/ 1871528 h 3098304"/>
              <a:gd name="connsiteX1533" fmla="*/ 7926432 w 10799257"/>
              <a:gd name="connsiteY1533" fmla="*/ 1871528 h 3098304"/>
              <a:gd name="connsiteX1534" fmla="*/ 8004169 w 10799257"/>
              <a:gd name="connsiteY1534" fmla="*/ 1949264 h 3098304"/>
              <a:gd name="connsiteX1535" fmla="*/ 7926432 w 10799257"/>
              <a:gd name="connsiteY1535" fmla="*/ 2026999 h 3098304"/>
              <a:gd name="connsiteX1536" fmla="*/ 7848695 w 10799257"/>
              <a:gd name="connsiteY1536" fmla="*/ 1949264 h 3098304"/>
              <a:gd name="connsiteX1537" fmla="*/ 7926432 w 10799257"/>
              <a:gd name="connsiteY1537" fmla="*/ 1871528 h 3098304"/>
              <a:gd name="connsiteX1538" fmla="*/ 7738211 w 10799257"/>
              <a:gd name="connsiteY1538" fmla="*/ 1871528 h 3098304"/>
              <a:gd name="connsiteX1539" fmla="*/ 7815947 w 10799257"/>
              <a:gd name="connsiteY1539" fmla="*/ 1949264 h 3098304"/>
              <a:gd name="connsiteX1540" fmla="*/ 7738211 w 10799257"/>
              <a:gd name="connsiteY1540" fmla="*/ 2026999 h 3098304"/>
              <a:gd name="connsiteX1541" fmla="*/ 7660474 w 10799257"/>
              <a:gd name="connsiteY1541" fmla="*/ 1949264 h 3098304"/>
              <a:gd name="connsiteX1542" fmla="*/ 7738211 w 10799257"/>
              <a:gd name="connsiteY1542" fmla="*/ 1871528 h 3098304"/>
              <a:gd name="connsiteX1543" fmla="*/ 7554693 w 10799257"/>
              <a:gd name="connsiteY1543" fmla="*/ 1871528 h 3098304"/>
              <a:gd name="connsiteX1544" fmla="*/ 7632430 w 10799257"/>
              <a:gd name="connsiteY1544" fmla="*/ 1949264 h 3098304"/>
              <a:gd name="connsiteX1545" fmla="*/ 7554693 w 10799257"/>
              <a:gd name="connsiteY1545" fmla="*/ 2026999 h 3098304"/>
              <a:gd name="connsiteX1546" fmla="*/ 7476957 w 10799257"/>
              <a:gd name="connsiteY1546" fmla="*/ 1949264 h 3098304"/>
              <a:gd name="connsiteX1547" fmla="*/ 7554693 w 10799257"/>
              <a:gd name="connsiteY1547" fmla="*/ 1871528 h 3098304"/>
              <a:gd name="connsiteX1548" fmla="*/ 7366472 w 10799257"/>
              <a:gd name="connsiteY1548" fmla="*/ 1871528 h 3098304"/>
              <a:gd name="connsiteX1549" fmla="*/ 7444209 w 10799257"/>
              <a:gd name="connsiteY1549" fmla="*/ 1949264 h 3098304"/>
              <a:gd name="connsiteX1550" fmla="*/ 7366472 w 10799257"/>
              <a:gd name="connsiteY1550" fmla="*/ 2026999 h 3098304"/>
              <a:gd name="connsiteX1551" fmla="*/ 7288736 w 10799257"/>
              <a:gd name="connsiteY1551" fmla="*/ 1949264 h 3098304"/>
              <a:gd name="connsiteX1552" fmla="*/ 7366472 w 10799257"/>
              <a:gd name="connsiteY1552" fmla="*/ 1871528 h 3098304"/>
              <a:gd name="connsiteX1553" fmla="*/ 7178251 w 10799257"/>
              <a:gd name="connsiteY1553" fmla="*/ 1871528 h 3098304"/>
              <a:gd name="connsiteX1554" fmla="*/ 7255988 w 10799257"/>
              <a:gd name="connsiteY1554" fmla="*/ 1949264 h 3098304"/>
              <a:gd name="connsiteX1555" fmla="*/ 7178251 w 10799257"/>
              <a:gd name="connsiteY1555" fmla="*/ 2026999 h 3098304"/>
              <a:gd name="connsiteX1556" fmla="*/ 7100514 w 10799257"/>
              <a:gd name="connsiteY1556" fmla="*/ 1949264 h 3098304"/>
              <a:gd name="connsiteX1557" fmla="*/ 7178251 w 10799257"/>
              <a:gd name="connsiteY1557" fmla="*/ 1871528 h 3098304"/>
              <a:gd name="connsiteX1558" fmla="*/ 6985327 w 10799257"/>
              <a:gd name="connsiteY1558" fmla="*/ 1871528 h 3098304"/>
              <a:gd name="connsiteX1559" fmla="*/ 7063064 w 10799257"/>
              <a:gd name="connsiteY1559" fmla="*/ 1949264 h 3098304"/>
              <a:gd name="connsiteX1560" fmla="*/ 6985327 w 10799257"/>
              <a:gd name="connsiteY1560" fmla="*/ 2026999 h 3098304"/>
              <a:gd name="connsiteX1561" fmla="*/ 6907590 w 10799257"/>
              <a:gd name="connsiteY1561" fmla="*/ 1949264 h 3098304"/>
              <a:gd name="connsiteX1562" fmla="*/ 6985327 w 10799257"/>
              <a:gd name="connsiteY1562" fmla="*/ 1871528 h 3098304"/>
              <a:gd name="connsiteX1563" fmla="*/ 6801807 w 10799257"/>
              <a:gd name="connsiteY1563" fmla="*/ 1871528 h 3098304"/>
              <a:gd name="connsiteX1564" fmla="*/ 6879544 w 10799257"/>
              <a:gd name="connsiteY1564" fmla="*/ 1949264 h 3098304"/>
              <a:gd name="connsiteX1565" fmla="*/ 6801807 w 10799257"/>
              <a:gd name="connsiteY1565" fmla="*/ 2026999 h 3098304"/>
              <a:gd name="connsiteX1566" fmla="*/ 6724070 w 10799257"/>
              <a:gd name="connsiteY1566" fmla="*/ 1949264 h 3098304"/>
              <a:gd name="connsiteX1567" fmla="*/ 6801807 w 10799257"/>
              <a:gd name="connsiteY1567" fmla="*/ 1871528 h 3098304"/>
              <a:gd name="connsiteX1568" fmla="*/ 6613586 w 10799257"/>
              <a:gd name="connsiteY1568" fmla="*/ 1871528 h 3098304"/>
              <a:gd name="connsiteX1569" fmla="*/ 6691323 w 10799257"/>
              <a:gd name="connsiteY1569" fmla="*/ 1949264 h 3098304"/>
              <a:gd name="connsiteX1570" fmla="*/ 6613586 w 10799257"/>
              <a:gd name="connsiteY1570" fmla="*/ 2026999 h 3098304"/>
              <a:gd name="connsiteX1571" fmla="*/ 6535849 w 10799257"/>
              <a:gd name="connsiteY1571" fmla="*/ 1949264 h 3098304"/>
              <a:gd name="connsiteX1572" fmla="*/ 6613586 w 10799257"/>
              <a:gd name="connsiteY1572" fmla="*/ 1871528 h 3098304"/>
              <a:gd name="connsiteX1573" fmla="*/ 6425365 w 10799257"/>
              <a:gd name="connsiteY1573" fmla="*/ 1871528 h 3098304"/>
              <a:gd name="connsiteX1574" fmla="*/ 6503102 w 10799257"/>
              <a:gd name="connsiteY1574" fmla="*/ 1949264 h 3098304"/>
              <a:gd name="connsiteX1575" fmla="*/ 6425365 w 10799257"/>
              <a:gd name="connsiteY1575" fmla="*/ 2026999 h 3098304"/>
              <a:gd name="connsiteX1576" fmla="*/ 6347628 w 10799257"/>
              <a:gd name="connsiteY1576" fmla="*/ 1949264 h 3098304"/>
              <a:gd name="connsiteX1577" fmla="*/ 6425365 w 10799257"/>
              <a:gd name="connsiteY1577" fmla="*/ 1871528 h 3098304"/>
              <a:gd name="connsiteX1578" fmla="*/ 6241850 w 10799257"/>
              <a:gd name="connsiteY1578" fmla="*/ 1871528 h 3098304"/>
              <a:gd name="connsiteX1579" fmla="*/ 6319587 w 10799257"/>
              <a:gd name="connsiteY1579" fmla="*/ 1949264 h 3098304"/>
              <a:gd name="connsiteX1580" fmla="*/ 6241850 w 10799257"/>
              <a:gd name="connsiteY1580" fmla="*/ 2026999 h 3098304"/>
              <a:gd name="connsiteX1581" fmla="*/ 6164113 w 10799257"/>
              <a:gd name="connsiteY1581" fmla="*/ 1949264 h 3098304"/>
              <a:gd name="connsiteX1582" fmla="*/ 6241850 w 10799257"/>
              <a:gd name="connsiteY1582" fmla="*/ 1871528 h 3098304"/>
              <a:gd name="connsiteX1583" fmla="*/ 5681936 w 10799257"/>
              <a:gd name="connsiteY1583" fmla="*/ 1871528 h 3098304"/>
              <a:gd name="connsiteX1584" fmla="*/ 5759628 w 10799257"/>
              <a:gd name="connsiteY1584" fmla="*/ 1949264 h 3098304"/>
              <a:gd name="connsiteX1585" fmla="*/ 5681936 w 10799257"/>
              <a:gd name="connsiteY1585" fmla="*/ 2026999 h 3098304"/>
              <a:gd name="connsiteX1586" fmla="*/ 5604176 w 10799257"/>
              <a:gd name="connsiteY1586" fmla="*/ 1949264 h 3098304"/>
              <a:gd name="connsiteX1587" fmla="*/ 5681936 w 10799257"/>
              <a:gd name="connsiteY1587" fmla="*/ 1871528 h 3098304"/>
              <a:gd name="connsiteX1588" fmla="*/ 5126655 w 10799257"/>
              <a:gd name="connsiteY1588" fmla="*/ 1871528 h 3098304"/>
              <a:gd name="connsiteX1589" fmla="*/ 5204395 w 10799257"/>
              <a:gd name="connsiteY1589" fmla="*/ 1949264 h 3098304"/>
              <a:gd name="connsiteX1590" fmla="*/ 5126655 w 10799257"/>
              <a:gd name="connsiteY1590" fmla="*/ 2026999 h 3098304"/>
              <a:gd name="connsiteX1591" fmla="*/ 5048931 w 10799257"/>
              <a:gd name="connsiteY1591" fmla="*/ 1949264 h 3098304"/>
              <a:gd name="connsiteX1592" fmla="*/ 5126655 w 10799257"/>
              <a:gd name="connsiteY1592" fmla="*/ 1871528 h 3098304"/>
              <a:gd name="connsiteX1593" fmla="*/ 2882240 w 10799257"/>
              <a:gd name="connsiteY1593" fmla="*/ 1871528 h 3098304"/>
              <a:gd name="connsiteX1594" fmla="*/ 2959981 w 10799257"/>
              <a:gd name="connsiteY1594" fmla="*/ 1949264 h 3098304"/>
              <a:gd name="connsiteX1595" fmla="*/ 2882240 w 10799257"/>
              <a:gd name="connsiteY1595" fmla="*/ 2026999 h 3098304"/>
              <a:gd name="connsiteX1596" fmla="*/ 2804517 w 10799257"/>
              <a:gd name="connsiteY1596" fmla="*/ 1949264 h 3098304"/>
              <a:gd name="connsiteX1597" fmla="*/ 2882240 w 10799257"/>
              <a:gd name="connsiteY1597" fmla="*/ 1871528 h 3098304"/>
              <a:gd name="connsiteX1598" fmla="*/ 2689340 w 10799257"/>
              <a:gd name="connsiteY1598" fmla="*/ 1871528 h 3098304"/>
              <a:gd name="connsiteX1599" fmla="*/ 2767048 w 10799257"/>
              <a:gd name="connsiteY1599" fmla="*/ 1949264 h 3098304"/>
              <a:gd name="connsiteX1600" fmla="*/ 2689340 w 10799257"/>
              <a:gd name="connsiteY1600" fmla="*/ 2026999 h 3098304"/>
              <a:gd name="connsiteX1601" fmla="*/ 2611606 w 10799257"/>
              <a:gd name="connsiteY1601" fmla="*/ 1949264 h 3098304"/>
              <a:gd name="connsiteX1602" fmla="*/ 2689340 w 10799257"/>
              <a:gd name="connsiteY1602" fmla="*/ 1871528 h 3098304"/>
              <a:gd name="connsiteX1603" fmla="*/ 2510519 w 10799257"/>
              <a:gd name="connsiteY1603" fmla="*/ 1871528 h 3098304"/>
              <a:gd name="connsiteX1604" fmla="*/ 2588265 w 10799257"/>
              <a:gd name="connsiteY1604" fmla="*/ 1949264 h 3098304"/>
              <a:gd name="connsiteX1605" fmla="*/ 2510519 w 10799257"/>
              <a:gd name="connsiteY1605" fmla="*/ 2026999 h 3098304"/>
              <a:gd name="connsiteX1606" fmla="*/ 2432762 w 10799257"/>
              <a:gd name="connsiteY1606" fmla="*/ 1949264 h 3098304"/>
              <a:gd name="connsiteX1607" fmla="*/ 2510519 w 10799257"/>
              <a:gd name="connsiteY1607" fmla="*/ 1871528 h 3098304"/>
              <a:gd name="connsiteX1608" fmla="*/ 2317556 w 10799257"/>
              <a:gd name="connsiteY1608" fmla="*/ 1871528 h 3098304"/>
              <a:gd name="connsiteX1609" fmla="*/ 2395296 w 10799257"/>
              <a:gd name="connsiteY1609" fmla="*/ 1949264 h 3098304"/>
              <a:gd name="connsiteX1610" fmla="*/ 2317556 w 10799257"/>
              <a:gd name="connsiteY1610" fmla="*/ 2026999 h 3098304"/>
              <a:gd name="connsiteX1611" fmla="*/ 2239831 w 10799257"/>
              <a:gd name="connsiteY1611" fmla="*/ 1949264 h 3098304"/>
              <a:gd name="connsiteX1612" fmla="*/ 2317556 w 10799257"/>
              <a:gd name="connsiteY1612" fmla="*/ 1871528 h 3098304"/>
              <a:gd name="connsiteX1613" fmla="*/ 1757677 w 10799257"/>
              <a:gd name="connsiteY1613" fmla="*/ 1871528 h 3098304"/>
              <a:gd name="connsiteX1614" fmla="*/ 1835405 w 10799257"/>
              <a:gd name="connsiteY1614" fmla="*/ 1949264 h 3098304"/>
              <a:gd name="connsiteX1615" fmla="*/ 1757677 w 10799257"/>
              <a:gd name="connsiteY1615" fmla="*/ 2026999 h 3098304"/>
              <a:gd name="connsiteX1616" fmla="*/ 1679951 w 10799257"/>
              <a:gd name="connsiteY1616" fmla="*/ 1949264 h 3098304"/>
              <a:gd name="connsiteX1617" fmla="*/ 1757677 w 10799257"/>
              <a:gd name="connsiteY1617" fmla="*/ 1871528 h 3098304"/>
              <a:gd name="connsiteX1618" fmla="*/ 1569451 w 10799257"/>
              <a:gd name="connsiteY1618" fmla="*/ 1871528 h 3098304"/>
              <a:gd name="connsiteX1619" fmla="*/ 1647209 w 10799257"/>
              <a:gd name="connsiteY1619" fmla="*/ 1949264 h 3098304"/>
              <a:gd name="connsiteX1620" fmla="*/ 1569451 w 10799257"/>
              <a:gd name="connsiteY1620" fmla="*/ 2026999 h 3098304"/>
              <a:gd name="connsiteX1621" fmla="*/ 1491728 w 10799257"/>
              <a:gd name="connsiteY1621" fmla="*/ 1949264 h 3098304"/>
              <a:gd name="connsiteX1622" fmla="*/ 1569451 w 10799257"/>
              <a:gd name="connsiteY1622" fmla="*/ 1871528 h 3098304"/>
              <a:gd name="connsiteX1623" fmla="*/ 1385919 w 10799257"/>
              <a:gd name="connsiteY1623" fmla="*/ 1871528 h 3098304"/>
              <a:gd name="connsiteX1624" fmla="*/ 1463677 w 10799257"/>
              <a:gd name="connsiteY1624" fmla="*/ 1949264 h 3098304"/>
              <a:gd name="connsiteX1625" fmla="*/ 1385919 w 10799257"/>
              <a:gd name="connsiteY1625" fmla="*/ 2026999 h 3098304"/>
              <a:gd name="connsiteX1626" fmla="*/ 1308159 w 10799257"/>
              <a:gd name="connsiteY1626" fmla="*/ 1949264 h 3098304"/>
              <a:gd name="connsiteX1627" fmla="*/ 1385919 w 10799257"/>
              <a:gd name="connsiteY1627" fmla="*/ 1871528 h 3098304"/>
              <a:gd name="connsiteX1628" fmla="*/ 1202376 w 10799257"/>
              <a:gd name="connsiteY1628" fmla="*/ 1871528 h 3098304"/>
              <a:gd name="connsiteX1629" fmla="*/ 1280108 w 10799257"/>
              <a:gd name="connsiteY1629" fmla="*/ 1949264 h 3098304"/>
              <a:gd name="connsiteX1630" fmla="*/ 1202376 w 10799257"/>
              <a:gd name="connsiteY1630" fmla="*/ 2026999 h 3098304"/>
              <a:gd name="connsiteX1631" fmla="*/ 1124662 w 10799257"/>
              <a:gd name="connsiteY1631" fmla="*/ 1949264 h 3098304"/>
              <a:gd name="connsiteX1632" fmla="*/ 1202376 w 10799257"/>
              <a:gd name="connsiteY1632" fmla="*/ 1871528 h 3098304"/>
              <a:gd name="connsiteX1633" fmla="*/ 1014132 w 10799257"/>
              <a:gd name="connsiteY1633" fmla="*/ 1871528 h 3098304"/>
              <a:gd name="connsiteX1634" fmla="*/ 1091902 w 10799257"/>
              <a:gd name="connsiteY1634" fmla="*/ 1949264 h 3098304"/>
              <a:gd name="connsiteX1635" fmla="*/ 1014132 w 10799257"/>
              <a:gd name="connsiteY1635" fmla="*/ 2026999 h 3098304"/>
              <a:gd name="connsiteX1636" fmla="*/ 936439 w 10799257"/>
              <a:gd name="connsiteY1636" fmla="*/ 1949264 h 3098304"/>
              <a:gd name="connsiteX1637" fmla="*/ 1014132 w 10799257"/>
              <a:gd name="connsiteY1637" fmla="*/ 1871528 h 3098304"/>
              <a:gd name="connsiteX1638" fmla="*/ 830636 w 10799257"/>
              <a:gd name="connsiteY1638" fmla="*/ 1871528 h 3098304"/>
              <a:gd name="connsiteX1639" fmla="*/ 908393 w 10799257"/>
              <a:gd name="connsiteY1639" fmla="*/ 1949264 h 3098304"/>
              <a:gd name="connsiteX1640" fmla="*/ 830636 w 10799257"/>
              <a:gd name="connsiteY1640" fmla="*/ 2026999 h 3098304"/>
              <a:gd name="connsiteX1641" fmla="*/ 752892 w 10799257"/>
              <a:gd name="connsiteY1641" fmla="*/ 1949264 h 3098304"/>
              <a:gd name="connsiteX1642" fmla="*/ 830636 w 10799257"/>
              <a:gd name="connsiteY1642" fmla="*/ 1871528 h 3098304"/>
              <a:gd name="connsiteX1643" fmla="*/ 642401 w 10799257"/>
              <a:gd name="connsiteY1643" fmla="*/ 1871528 h 3098304"/>
              <a:gd name="connsiteX1644" fmla="*/ 720144 w 10799257"/>
              <a:gd name="connsiteY1644" fmla="*/ 1949264 h 3098304"/>
              <a:gd name="connsiteX1645" fmla="*/ 642401 w 10799257"/>
              <a:gd name="connsiteY1645" fmla="*/ 2026999 h 3098304"/>
              <a:gd name="connsiteX1646" fmla="*/ 564669 w 10799257"/>
              <a:gd name="connsiteY1646" fmla="*/ 1949264 h 3098304"/>
              <a:gd name="connsiteX1647" fmla="*/ 642401 w 10799257"/>
              <a:gd name="connsiteY1647" fmla="*/ 1871528 h 3098304"/>
              <a:gd name="connsiteX1648" fmla="*/ 458889 w 10799257"/>
              <a:gd name="connsiteY1648" fmla="*/ 1871528 h 3098304"/>
              <a:gd name="connsiteX1649" fmla="*/ 536625 w 10799257"/>
              <a:gd name="connsiteY1649" fmla="*/ 1949264 h 3098304"/>
              <a:gd name="connsiteX1650" fmla="*/ 458889 w 10799257"/>
              <a:gd name="connsiteY1650" fmla="*/ 2026999 h 3098304"/>
              <a:gd name="connsiteX1651" fmla="*/ 381155 w 10799257"/>
              <a:gd name="connsiteY1651" fmla="*/ 1949264 h 3098304"/>
              <a:gd name="connsiteX1652" fmla="*/ 458889 w 10799257"/>
              <a:gd name="connsiteY1652" fmla="*/ 1871528 h 3098304"/>
              <a:gd name="connsiteX1653" fmla="*/ 270668 w 10799257"/>
              <a:gd name="connsiteY1653" fmla="*/ 1871528 h 3098304"/>
              <a:gd name="connsiteX1654" fmla="*/ 348404 w 10799257"/>
              <a:gd name="connsiteY1654" fmla="*/ 1949264 h 3098304"/>
              <a:gd name="connsiteX1655" fmla="*/ 270668 w 10799257"/>
              <a:gd name="connsiteY1655" fmla="*/ 2026999 h 3098304"/>
              <a:gd name="connsiteX1656" fmla="*/ 192931 w 10799257"/>
              <a:gd name="connsiteY1656" fmla="*/ 1949264 h 3098304"/>
              <a:gd name="connsiteX1657" fmla="*/ 270668 w 10799257"/>
              <a:gd name="connsiteY1657" fmla="*/ 1871528 h 3098304"/>
              <a:gd name="connsiteX1658" fmla="*/ 10166265 w 10799257"/>
              <a:gd name="connsiteY1658" fmla="*/ 1871526 h 3098304"/>
              <a:gd name="connsiteX1659" fmla="*/ 10244002 w 10799257"/>
              <a:gd name="connsiteY1659" fmla="*/ 1949263 h 3098304"/>
              <a:gd name="connsiteX1660" fmla="*/ 10166265 w 10799257"/>
              <a:gd name="connsiteY1660" fmla="*/ 2026999 h 3098304"/>
              <a:gd name="connsiteX1661" fmla="*/ 10088528 w 10799257"/>
              <a:gd name="connsiteY1661" fmla="*/ 1949263 h 3098304"/>
              <a:gd name="connsiteX1662" fmla="*/ 10166265 w 10799257"/>
              <a:gd name="connsiteY1662" fmla="*/ 1871526 h 3098304"/>
              <a:gd name="connsiteX1663" fmla="*/ 9978044 w 10799257"/>
              <a:gd name="connsiteY1663" fmla="*/ 1871526 h 3098304"/>
              <a:gd name="connsiteX1664" fmla="*/ 10055781 w 10799257"/>
              <a:gd name="connsiteY1664" fmla="*/ 1949263 h 3098304"/>
              <a:gd name="connsiteX1665" fmla="*/ 9978044 w 10799257"/>
              <a:gd name="connsiteY1665" fmla="*/ 2026999 h 3098304"/>
              <a:gd name="connsiteX1666" fmla="*/ 9900307 w 10799257"/>
              <a:gd name="connsiteY1666" fmla="*/ 1949263 h 3098304"/>
              <a:gd name="connsiteX1667" fmla="*/ 9978044 w 10799257"/>
              <a:gd name="connsiteY1667" fmla="*/ 1871526 h 3098304"/>
              <a:gd name="connsiteX1668" fmla="*/ 9789823 w 10799257"/>
              <a:gd name="connsiteY1668" fmla="*/ 1871526 h 3098304"/>
              <a:gd name="connsiteX1669" fmla="*/ 9867560 w 10799257"/>
              <a:gd name="connsiteY1669" fmla="*/ 1949263 h 3098304"/>
              <a:gd name="connsiteX1670" fmla="*/ 9789823 w 10799257"/>
              <a:gd name="connsiteY1670" fmla="*/ 2026999 h 3098304"/>
              <a:gd name="connsiteX1671" fmla="*/ 9712086 w 10799257"/>
              <a:gd name="connsiteY1671" fmla="*/ 1949263 h 3098304"/>
              <a:gd name="connsiteX1672" fmla="*/ 9789823 w 10799257"/>
              <a:gd name="connsiteY1672" fmla="*/ 1871526 h 3098304"/>
              <a:gd name="connsiteX1673" fmla="*/ 9606306 w 10799257"/>
              <a:gd name="connsiteY1673" fmla="*/ 1871526 h 3098304"/>
              <a:gd name="connsiteX1674" fmla="*/ 9684043 w 10799257"/>
              <a:gd name="connsiteY1674" fmla="*/ 1949263 h 3098304"/>
              <a:gd name="connsiteX1675" fmla="*/ 9606306 w 10799257"/>
              <a:gd name="connsiteY1675" fmla="*/ 2026999 h 3098304"/>
              <a:gd name="connsiteX1676" fmla="*/ 9528569 w 10799257"/>
              <a:gd name="connsiteY1676" fmla="*/ 1949263 h 3098304"/>
              <a:gd name="connsiteX1677" fmla="*/ 9606306 w 10799257"/>
              <a:gd name="connsiteY1677" fmla="*/ 1871526 h 3098304"/>
              <a:gd name="connsiteX1678" fmla="*/ 10091069 w 10799257"/>
              <a:gd name="connsiteY1678" fmla="*/ 1771989 h 3098304"/>
              <a:gd name="connsiteX1679" fmla="*/ 10188573 w 10799257"/>
              <a:gd name="connsiteY1679" fmla="*/ 1857806 h 3098304"/>
              <a:gd name="connsiteX1680" fmla="*/ 10166265 w 10799257"/>
              <a:gd name="connsiteY1680" fmla="*/ 1862309 h 3098304"/>
              <a:gd name="connsiteX1681" fmla="*/ 10088528 w 10799257"/>
              <a:gd name="connsiteY1681" fmla="*/ 1784572 h 3098304"/>
              <a:gd name="connsiteX1682" fmla="*/ 284431 w 10799257"/>
              <a:gd name="connsiteY1682" fmla="*/ 1709613 h 3098304"/>
              <a:gd name="connsiteX1683" fmla="*/ 300934 w 10799257"/>
              <a:gd name="connsiteY1683" fmla="*/ 1712944 h 3098304"/>
              <a:gd name="connsiteX1684" fmla="*/ 348412 w 10799257"/>
              <a:gd name="connsiteY1684" fmla="*/ 1784572 h 3098304"/>
              <a:gd name="connsiteX1685" fmla="*/ 270675 w 10799257"/>
              <a:gd name="connsiteY1685" fmla="*/ 1862307 h 3098304"/>
              <a:gd name="connsiteX1686" fmla="*/ 199049 w 10799257"/>
              <a:gd name="connsiteY1686" fmla="*/ 1814830 h 3098304"/>
              <a:gd name="connsiteX1687" fmla="*/ 193894 w 10799257"/>
              <a:gd name="connsiteY1687" fmla="*/ 1789298 h 3098304"/>
              <a:gd name="connsiteX1688" fmla="*/ 9978044 w 10799257"/>
              <a:gd name="connsiteY1688" fmla="*/ 1706838 h 3098304"/>
              <a:gd name="connsiteX1689" fmla="*/ 10055781 w 10799257"/>
              <a:gd name="connsiteY1689" fmla="*/ 1784572 h 3098304"/>
              <a:gd name="connsiteX1690" fmla="*/ 9978044 w 10799257"/>
              <a:gd name="connsiteY1690" fmla="*/ 1862309 h 3098304"/>
              <a:gd name="connsiteX1691" fmla="*/ 9900307 w 10799257"/>
              <a:gd name="connsiteY1691" fmla="*/ 1784572 h 3098304"/>
              <a:gd name="connsiteX1692" fmla="*/ 9978044 w 10799257"/>
              <a:gd name="connsiteY1692" fmla="*/ 1706838 h 3098304"/>
              <a:gd name="connsiteX1693" fmla="*/ 9789823 w 10799257"/>
              <a:gd name="connsiteY1693" fmla="*/ 1706838 h 3098304"/>
              <a:gd name="connsiteX1694" fmla="*/ 9867560 w 10799257"/>
              <a:gd name="connsiteY1694" fmla="*/ 1784572 h 3098304"/>
              <a:gd name="connsiteX1695" fmla="*/ 9789823 w 10799257"/>
              <a:gd name="connsiteY1695" fmla="*/ 1862309 h 3098304"/>
              <a:gd name="connsiteX1696" fmla="*/ 9712086 w 10799257"/>
              <a:gd name="connsiteY1696" fmla="*/ 1784572 h 3098304"/>
              <a:gd name="connsiteX1697" fmla="*/ 9789823 w 10799257"/>
              <a:gd name="connsiteY1697" fmla="*/ 1706838 h 3098304"/>
              <a:gd name="connsiteX1698" fmla="*/ 9606306 w 10799257"/>
              <a:gd name="connsiteY1698" fmla="*/ 1706838 h 3098304"/>
              <a:gd name="connsiteX1699" fmla="*/ 9684043 w 10799257"/>
              <a:gd name="connsiteY1699" fmla="*/ 1784572 h 3098304"/>
              <a:gd name="connsiteX1700" fmla="*/ 9606306 w 10799257"/>
              <a:gd name="connsiteY1700" fmla="*/ 1862309 h 3098304"/>
              <a:gd name="connsiteX1701" fmla="*/ 9528569 w 10799257"/>
              <a:gd name="connsiteY1701" fmla="*/ 1784572 h 3098304"/>
              <a:gd name="connsiteX1702" fmla="*/ 9606306 w 10799257"/>
              <a:gd name="connsiteY1702" fmla="*/ 1706838 h 3098304"/>
              <a:gd name="connsiteX1703" fmla="*/ 9413378 w 10799257"/>
              <a:gd name="connsiteY1703" fmla="*/ 1706838 h 3098304"/>
              <a:gd name="connsiteX1704" fmla="*/ 9491115 w 10799257"/>
              <a:gd name="connsiteY1704" fmla="*/ 1784572 h 3098304"/>
              <a:gd name="connsiteX1705" fmla="*/ 9413378 w 10799257"/>
              <a:gd name="connsiteY1705" fmla="*/ 1862309 h 3098304"/>
              <a:gd name="connsiteX1706" fmla="*/ 9335641 w 10799257"/>
              <a:gd name="connsiteY1706" fmla="*/ 1784572 h 3098304"/>
              <a:gd name="connsiteX1707" fmla="*/ 9413378 w 10799257"/>
              <a:gd name="connsiteY1707" fmla="*/ 1706838 h 3098304"/>
              <a:gd name="connsiteX1708" fmla="*/ 9234570 w 10799257"/>
              <a:gd name="connsiteY1708" fmla="*/ 1706838 h 3098304"/>
              <a:gd name="connsiteX1709" fmla="*/ 9312307 w 10799257"/>
              <a:gd name="connsiteY1709" fmla="*/ 1784572 h 3098304"/>
              <a:gd name="connsiteX1710" fmla="*/ 9234570 w 10799257"/>
              <a:gd name="connsiteY1710" fmla="*/ 1862309 h 3098304"/>
              <a:gd name="connsiteX1711" fmla="*/ 9156833 w 10799257"/>
              <a:gd name="connsiteY1711" fmla="*/ 1784572 h 3098304"/>
              <a:gd name="connsiteX1712" fmla="*/ 9234570 w 10799257"/>
              <a:gd name="connsiteY1712" fmla="*/ 1706838 h 3098304"/>
              <a:gd name="connsiteX1713" fmla="*/ 9036936 w 10799257"/>
              <a:gd name="connsiteY1713" fmla="*/ 1706838 h 3098304"/>
              <a:gd name="connsiteX1714" fmla="*/ 9114673 w 10799257"/>
              <a:gd name="connsiteY1714" fmla="*/ 1784572 h 3098304"/>
              <a:gd name="connsiteX1715" fmla="*/ 9036936 w 10799257"/>
              <a:gd name="connsiteY1715" fmla="*/ 1862309 h 3098304"/>
              <a:gd name="connsiteX1716" fmla="*/ 8959199 w 10799257"/>
              <a:gd name="connsiteY1716" fmla="*/ 1784572 h 3098304"/>
              <a:gd name="connsiteX1717" fmla="*/ 9036936 w 10799257"/>
              <a:gd name="connsiteY1717" fmla="*/ 1706838 h 3098304"/>
              <a:gd name="connsiteX1718" fmla="*/ 8853421 w 10799257"/>
              <a:gd name="connsiteY1718" fmla="*/ 1706838 h 3098304"/>
              <a:gd name="connsiteX1719" fmla="*/ 8931158 w 10799257"/>
              <a:gd name="connsiteY1719" fmla="*/ 1784572 h 3098304"/>
              <a:gd name="connsiteX1720" fmla="*/ 8853421 w 10799257"/>
              <a:gd name="connsiteY1720" fmla="*/ 1862309 h 3098304"/>
              <a:gd name="connsiteX1721" fmla="*/ 8775685 w 10799257"/>
              <a:gd name="connsiteY1721" fmla="*/ 1784572 h 3098304"/>
              <a:gd name="connsiteX1722" fmla="*/ 8853421 w 10799257"/>
              <a:gd name="connsiteY1722" fmla="*/ 1706838 h 3098304"/>
              <a:gd name="connsiteX1723" fmla="*/ 8669907 w 10799257"/>
              <a:gd name="connsiteY1723" fmla="*/ 1706838 h 3098304"/>
              <a:gd name="connsiteX1724" fmla="*/ 8747644 w 10799257"/>
              <a:gd name="connsiteY1724" fmla="*/ 1784572 h 3098304"/>
              <a:gd name="connsiteX1725" fmla="*/ 8669907 w 10799257"/>
              <a:gd name="connsiteY1725" fmla="*/ 1862309 h 3098304"/>
              <a:gd name="connsiteX1726" fmla="*/ 8592170 w 10799257"/>
              <a:gd name="connsiteY1726" fmla="*/ 1784572 h 3098304"/>
              <a:gd name="connsiteX1727" fmla="*/ 8669907 w 10799257"/>
              <a:gd name="connsiteY1727" fmla="*/ 1706838 h 3098304"/>
              <a:gd name="connsiteX1728" fmla="*/ 8481683 w 10799257"/>
              <a:gd name="connsiteY1728" fmla="*/ 1706838 h 3098304"/>
              <a:gd name="connsiteX1729" fmla="*/ 8559420 w 10799257"/>
              <a:gd name="connsiteY1729" fmla="*/ 1784572 h 3098304"/>
              <a:gd name="connsiteX1730" fmla="*/ 8481683 w 10799257"/>
              <a:gd name="connsiteY1730" fmla="*/ 1862309 h 3098304"/>
              <a:gd name="connsiteX1731" fmla="*/ 8403946 w 10799257"/>
              <a:gd name="connsiteY1731" fmla="*/ 1784572 h 3098304"/>
              <a:gd name="connsiteX1732" fmla="*/ 8481683 w 10799257"/>
              <a:gd name="connsiteY1732" fmla="*/ 1706838 h 3098304"/>
              <a:gd name="connsiteX1733" fmla="*/ 8298167 w 10799257"/>
              <a:gd name="connsiteY1733" fmla="*/ 1706838 h 3098304"/>
              <a:gd name="connsiteX1734" fmla="*/ 8375904 w 10799257"/>
              <a:gd name="connsiteY1734" fmla="*/ 1784572 h 3098304"/>
              <a:gd name="connsiteX1735" fmla="*/ 8298167 w 10799257"/>
              <a:gd name="connsiteY1735" fmla="*/ 1862309 h 3098304"/>
              <a:gd name="connsiteX1736" fmla="*/ 8220430 w 10799257"/>
              <a:gd name="connsiteY1736" fmla="*/ 1784572 h 3098304"/>
              <a:gd name="connsiteX1737" fmla="*/ 8298167 w 10799257"/>
              <a:gd name="connsiteY1737" fmla="*/ 1706838 h 3098304"/>
              <a:gd name="connsiteX1738" fmla="*/ 8109949 w 10799257"/>
              <a:gd name="connsiteY1738" fmla="*/ 1706838 h 3098304"/>
              <a:gd name="connsiteX1739" fmla="*/ 8187686 w 10799257"/>
              <a:gd name="connsiteY1739" fmla="*/ 1784572 h 3098304"/>
              <a:gd name="connsiteX1740" fmla="*/ 8109949 w 10799257"/>
              <a:gd name="connsiteY1740" fmla="*/ 1862309 h 3098304"/>
              <a:gd name="connsiteX1741" fmla="*/ 8032212 w 10799257"/>
              <a:gd name="connsiteY1741" fmla="*/ 1784572 h 3098304"/>
              <a:gd name="connsiteX1742" fmla="*/ 8109949 w 10799257"/>
              <a:gd name="connsiteY1742" fmla="*/ 1706838 h 3098304"/>
              <a:gd name="connsiteX1743" fmla="*/ 7926432 w 10799257"/>
              <a:gd name="connsiteY1743" fmla="*/ 1706838 h 3098304"/>
              <a:gd name="connsiteX1744" fmla="*/ 8004169 w 10799257"/>
              <a:gd name="connsiteY1744" fmla="*/ 1784572 h 3098304"/>
              <a:gd name="connsiteX1745" fmla="*/ 7926432 w 10799257"/>
              <a:gd name="connsiteY1745" fmla="*/ 1862309 h 3098304"/>
              <a:gd name="connsiteX1746" fmla="*/ 7848695 w 10799257"/>
              <a:gd name="connsiteY1746" fmla="*/ 1784572 h 3098304"/>
              <a:gd name="connsiteX1747" fmla="*/ 7926432 w 10799257"/>
              <a:gd name="connsiteY1747" fmla="*/ 1706838 h 3098304"/>
              <a:gd name="connsiteX1748" fmla="*/ 7738211 w 10799257"/>
              <a:gd name="connsiteY1748" fmla="*/ 1706838 h 3098304"/>
              <a:gd name="connsiteX1749" fmla="*/ 7815947 w 10799257"/>
              <a:gd name="connsiteY1749" fmla="*/ 1784572 h 3098304"/>
              <a:gd name="connsiteX1750" fmla="*/ 7738211 w 10799257"/>
              <a:gd name="connsiteY1750" fmla="*/ 1862309 h 3098304"/>
              <a:gd name="connsiteX1751" fmla="*/ 7660474 w 10799257"/>
              <a:gd name="connsiteY1751" fmla="*/ 1784572 h 3098304"/>
              <a:gd name="connsiteX1752" fmla="*/ 7738211 w 10799257"/>
              <a:gd name="connsiteY1752" fmla="*/ 1706838 h 3098304"/>
              <a:gd name="connsiteX1753" fmla="*/ 7554693 w 10799257"/>
              <a:gd name="connsiteY1753" fmla="*/ 1706838 h 3098304"/>
              <a:gd name="connsiteX1754" fmla="*/ 7632430 w 10799257"/>
              <a:gd name="connsiteY1754" fmla="*/ 1784572 h 3098304"/>
              <a:gd name="connsiteX1755" fmla="*/ 7554693 w 10799257"/>
              <a:gd name="connsiteY1755" fmla="*/ 1862309 h 3098304"/>
              <a:gd name="connsiteX1756" fmla="*/ 7476957 w 10799257"/>
              <a:gd name="connsiteY1756" fmla="*/ 1784572 h 3098304"/>
              <a:gd name="connsiteX1757" fmla="*/ 7554693 w 10799257"/>
              <a:gd name="connsiteY1757" fmla="*/ 1706838 h 3098304"/>
              <a:gd name="connsiteX1758" fmla="*/ 7366472 w 10799257"/>
              <a:gd name="connsiteY1758" fmla="*/ 1706838 h 3098304"/>
              <a:gd name="connsiteX1759" fmla="*/ 7444209 w 10799257"/>
              <a:gd name="connsiteY1759" fmla="*/ 1784572 h 3098304"/>
              <a:gd name="connsiteX1760" fmla="*/ 7366472 w 10799257"/>
              <a:gd name="connsiteY1760" fmla="*/ 1862309 h 3098304"/>
              <a:gd name="connsiteX1761" fmla="*/ 7288736 w 10799257"/>
              <a:gd name="connsiteY1761" fmla="*/ 1784572 h 3098304"/>
              <a:gd name="connsiteX1762" fmla="*/ 7366472 w 10799257"/>
              <a:gd name="connsiteY1762" fmla="*/ 1706838 h 3098304"/>
              <a:gd name="connsiteX1763" fmla="*/ 7178251 w 10799257"/>
              <a:gd name="connsiteY1763" fmla="*/ 1706838 h 3098304"/>
              <a:gd name="connsiteX1764" fmla="*/ 7255988 w 10799257"/>
              <a:gd name="connsiteY1764" fmla="*/ 1784572 h 3098304"/>
              <a:gd name="connsiteX1765" fmla="*/ 7178251 w 10799257"/>
              <a:gd name="connsiteY1765" fmla="*/ 1862309 h 3098304"/>
              <a:gd name="connsiteX1766" fmla="*/ 7100514 w 10799257"/>
              <a:gd name="connsiteY1766" fmla="*/ 1784572 h 3098304"/>
              <a:gd name="connsiteX1767" fmla="*/ 7178251 w 10799257"/>
              <a:gd name="connsiteY1767" fmla="*/ 1706838 h 3098304"/>
              <a:gd name="connsiteX1768" fmla="*/ 6985327 w 10799257"/>
              <a:gd name="connsiteY1768" fmla="*/ 1706838 h 3098304"/>
              <a:gd name="connsiteX1769" fmla="*/ 7063064 w 10799257"/>
              <a:gd name="connsiteY1769" fmla="*/ 1784572 h 3098304"/>
              <a:gd name="connsiteX1770" fmla="*/ 6985327 w 10799257"/>
              <a:gd name="connsiteY1770" fmla="*/ 1862309 h 3098304"/>
              <a:gd name="connsiteX1771" fmla="*/ 6907590 w 10799257"/>
              <a:gd name="connsiteY1771" fmla="*/ 1784572 h 3098304"/>
              <a:gd name="connsiteX1772" fmla="*/ 6985327 w 10799257"/>
              <a:gd name="connsiteY1772" fmla="*/ 1706838 h 3098304"/>
              <a:gd name="connsiteX1773" fmla="*/ 6801807 w 10799257"/>
              <a:gd name="connsiteY1773" fmla="*/ 1706838 h 3098304"/>
              <a:gd name="connsiteX1774" fmla="*/ 6879544 w 10799257"/>
              <a:gd name="connsiteY1774" fmla="*/ 1784572 h 3098304"/>
              <a:gd name="connsiteX1775" fmla="*/ 6801807 w 10799257"/>
              <a:gd name="connsiteY1775" fmla="*/ 1862309 h 3098304"/>
              <a:gd name="connsiteX1776" fmla="*/ 6724070 w 10799257"/>
              <a:gd name="connsiteY1776" fmla="*/ 1784572 h 3098304"/>
              <a:gd name="connsiteX1777" fmla="*/ 6801807 w 10799257"/>
              <a:gd name="connsiteY1777" fmla="*/ 1706838 h 3098304"/>
              <a:gd name="connsiteX1778" fmla="*/ 6613586 w 10799257"/>
              <a:gd name="connsiteY1778" fmla="*/ 1706838 h 3098304"/>
              <a:gd name="connsiteX1779" fmla="*/ 6691323 w 10799257"/>
              <a:gd name="connsiteY1779" fmla="*/ 1784572 h 3098304"/>
              <a:gd name="connsiteX1780" fmla="*/ 6613586 w 10799257"/>
              <a:gd name="connsiteY1780" fmla="*/ 1862309 h 3098304"/>
              <a:gd name="connsiteX1781" fmla="*/ 6535849 w 10799257"/>
              <a:gd name="connsiteY1781" fmla="*/ 1784572 h 3098304"/>
              <a:gd name="connsiteX1782" fmla="*/ 6613586 w 10799257"/>
              <a:gd name="connsiteY1782" fmla="*/ 1706838 h 3098304"/>
              <a:gd name="connsiteX1783" fmla="*/ 6425365 w 10799257"/>
              <a:gd name="connsiteY1783" fmla="*/ 1706838 h 3098304"/>
              <a:gd name="connsiteX1784" fmla="*/ 6503102 w 10799257"/>
              <a:gd name="connsiteY1784" fmla="*/ 1784572 h 3098304"/>
              <a:gd name="connsiteX1785" fmla="*/ 6425365 w 10799257"/>
              <a:gd name="connsiteY1785" fmla="*/ 1862309 h 3098304"/>
              <a:gd name="connsiteX1786" fmla="*/ 6347628 w 10799257"/>
              <a:gd name="connsiteY1786" fmla="*/ 1784572 h 3098304"/>
              <a:gd name="connsiteX1787" fmla="*/ 6425365 w 10799257"/>
              <a:gd name="connsiteY1787" fmla="*/ 1706838 h 3098304"/>
              <a:gd name="connsiteX1788" fmla="*/ 6241850 w 10799257"/>
              <a:gd name="connsiteY1788" fmla="*/ 1706838 h 3098304"/>
              <a:gd name="connsiteX1789" fmla="*/ 6319587 w 10799257"/>
              <a:gd name="connsiteY1789" fmla="*/ 1784572 h 3098304"/>
              <a:gd name="connsiteX1790" fmla="*/ 6241850 w 10799257"/>
              <a:gd name="connsiteY1790" fmla="*/ 1862309 h 3098304"/>
              <a:gd name="connsiteX1791" fmla="*/ 6164113 w 10799257"/>
              <a:gd name="connsiteY1791" fmla="*/ 1784572 h 3098304"/>
              <a:gd name="connsiteX1792" fmla="*/ 6241850 w 10799257"/>
              <a:gd name="connsiteY1792" fmla="*/ 1706838 h 3098304"/>
              <a:gd name="connsiteX1793" fmla="*/ 5870112 w 10799257"/>
              <a:gd name="connsiteY1793" fmla="*/ 1706838 h 3098304"/>
              <a:gd name="connsiteX1794" fmla="*/ 5947849 w 10799257"/>
              <a:gd name="connsiteY1794" fmla="*/ 1784572 h 3098304"/>
              <a:gd name="connsiteX1795" fmla="*/ 5870112 w 10799257"/>
              <a:gd name="connsiteY1795" fmla="*/ 1862309 h 3098304"/>
              <a:gd name="connsiteX1796" fmla="*/ 5792375 w 10799257"/>
              <a:gd name="connsiteY1796" fmla="*/ 1784572 h 3098304"/>
              <a:gd name="connsiteX1797" fmla="*/ 5870112 w 10799257"/>
              <a:gd name="connsiteY1797" fmla="*/ 1706838 h 3098304"/>
              <a:gd name="connsiteX1798" fmla="*/ 5681940 w 10799257"/>
              <a:gd name="connsiteY1798" fmla="*/ 1706838 h 3098304"/>
              <a:gd name="connsiteX1799" fmla="*/ 5759628 w 10799257"/>
              <a:gd name="connsiteY1799" fmla="*/ 1784572 h 3098304"/>
              <a:gd name="connsiteX1800" fmla="*/ 5681940 w 10799257"/>
              <a:gd name="connsiteY1800" fmla="*/ 1862309 h 3098304"/>
              <a:gd name="connsiteX1801" fmla="*/ 5604179 w 10799257"/>
              <a:gd name="connsiteY1801" fmla="*/ 1784572 h 3098304"/>
              <a:gd name="connsiteX1802" fmla="*/ 5681940 w 10799257"/>
              <a:gd name="connsiteY1802" fmla="*/ 1706838 h 3098304"/>
              <a:gd name="connsiteX1803" fmla="*/ 5498378 w 10799257"/>
              <a:gd name="connsiteY1803" fmla="*/ 1706838 h 3098304"/>
              <a:gd name="connsiteX1804" fmla="*/ 5576128 w 10799257"/>
              <a:gd name="connsiteY1804" fmla="*/ 1784572 h 3098304"/>
              <a:gd name="connsiteX1805" fmla="*/ 5498378 w 10799257"/>
              <a:gd name="connsiteY1805" fmla="*/ 1862309 h 3098304"/>
              <a:gd name="connsiteX1806" fmla="*/ 5420642 w 10799257"/>
              <a:gd name="connsiteY1806" fmla="*/ 1784572 h 3098304"/>
              <a:gd name="connsiteX1807" fmla="*/ 5498378 w 10799257"/>
              <a:gd name="connsiteY1807" fmla="*/ 1706838 h 3098304"/>
              <a:gd name="connsiteX1808" fmla="*/ 5126655 w 10799257"/>
              <a:gd name="connsiteY1808" fmla="*/ 1706835 h 3098304"/>
              <a:gd name="connsiteX1809" fmla="*/ 5204396 w 10799257"/>
              <a:gd name="connsiteY1809" fmla="*/ 1784572 h 3098304"/>
              <a:gd name="connsiteX1810" fmla="*/ 5126655 w 10799257"/>
              <a:gd name="connsiteY1810" fmla="*/ 1862307 h 3098304"/>
              <a:gd name="connsiteX1811" fmla="*/ 5048937 w 10799257"/>
              <a:gd name="connsiteY1811" fmla="*/ 1784572 h 3098304"/>
              <a:gd name="connsiteX1812" fmla="*/ 5126655 w 10799257"/>
              <a:gd name="connsiteY1812" fmla="*/ 1706835 h 3098304"/>
              <a:gd name="connsiteX1813" fmla="*/ 2689349 w 10799257"/>
              <a:gd name="connsiteY1813" fmla="*/ 1706835 h 3098304"/>
              <a:gd name="connsiteX1814" fmla="*/ 2767057 w 10799257"/>
              <a:gd name="connsiteY1814" fmla="*/ 1784572 h 3098304"/>
              <a:gd name="connsiteX1815" fmla="*/ 2689349 w 10799257"/>
              <a:gd name="connsiteY1815" fmla="*/ 1862307 h 3098304"/>
              <a:gd name="connsiteX1816" fmla="*/ 2611614 w 10799257"/>
              <a:gd name="connsiteY1816" fmla="*/ 1784572 h 3098304"/>
              <a:gd name="connsiteX1817" fmla="*/ 2689349 w 10799257"/>
              <a:gd name="connsiteY1817" fmla="*/ 1706835 h 3098304"/>
              <a:gd name="connsiteX1818" fmla="*/ 2510528 w 10799257"/>
              <a:gd name="connsiteY1818" fmla="*/ 1706835 h 3098304"/>
              <a:gd name="connsiteX1819" fmla="*/ 2588274 w 10799257"/>
              <a:gd name="connsiteY1819" fmla="*/ 1784572 h 3098304"/>
              <a:gd name="connsiteX1820" fmla="*/ 2510528 w 10799257"/>
              <a:gd name="connsiteY1820" fmla="*/ 1862307 h 3098304"/>
              <a:gd name="connsiteX1821" fmla="*/ 2432768 w 10799257"/>
              <a:gd name="connsiteY1821" fmla="*/ 1784572 h 3098304"/>
              <a:gd name="connsiteX1822" fmla="*/ 2510528 w 10799257"/>
              <a:gd name="connsiteY1822" fmla="*/ 1706835 h 3098304"/>
              <a:gd name="connsiteX1823" fmla="*/ 2317563 w 10799257"/>
              <a:gd name="connsiteY1823" fmla="*/ 1706835 h 3098304"/>
              <a:gd name="connsiteX1824" fmla="*/ 2395304 w 10799257"/>
              <a:gd name="connsiteY1824" fmla="*/ 1784572 h 3098304"/>
              <a:gd name="connsiteX1825" fmla="*/ 2317563 w 10799257"/>
              <a:gd name="connsiteY1825" fmla="*/ 1862307 h 3098304"/>
              <a:gd name="connsiteX1826" fmla="*/ 2239838 w 10799257"/>
              <a:gd name="connsiteY1826" fmla="*/ 1784572 h 3098304"/>
              <a:gd name="connsiteX1827" fmla="*/ 2317563 w 10799257"/>
              <a:gd name="connsiteY1827" fmla="*/ 1706835 h 3098304"/>
              <a:gd name="connsiteX1828" fmla="*/ 1569451 w 10799257"/>
              <a:gd name="connsiteY1828" fmla="*/ 1706835 h 3098304"/>
              <a:gd name="connsiteX1829" fmla="*/ 1647217 w 10799257"/>
              <a:gd name="connsiteY1829" fmla="*/ 1784572 h 3098304"/>
              <a:gd name="connsiteX1830" fmla="*/ 1569451 w 10799257"/>
              <a:gd name="connsiteY1830" fmla="*/ 1862307 h 3098304"/>
              <a:gd name="connsiteX1831" fmla="*/ 1491739 w 10799257"/>
              <a:gd name="connsiteY1831" fmla="*/ 1784572 h 3098304"/>
              <a:gd name="connsiteX1832" fmla="*/ 1569451 w 10799257"/>
              <a:gd name="connsiteY1832" fmla="*/ 1706835 h 3098304"/>
              <a:gd name="connsiteX1833" fmla="*/ 1385926 w 10799257"/>
              <a:gd name="connsiteY1833" fmla="*/ 1706835 h 3098304"/>
              <a:gd name="connsiteX1834" fmla="*/ 1463687 w 10799257"/>
              <a:gd name="connsiteY1834" fmla="*/ 1784572 h 3098304"/>
              <a:gd name="connsiteX1835" fmla="*/ 1385926 w 10799257"/>
              <a:gd name="connsiteY1835" fmla="*/ 1862307 h 3098304"/>
              <a:gd name="connsiteX1836" fmla="*/ 1308166 w 10799257"/>
              <a:gd name="connsiteY1836" fmla="*/ 1784572 h 3098304"/>
              <a:gd name="connsiteX1837" fmla="*/ 1385926 w 10799257"/>
              <a:gd name="connsiteY1837" fmla="*/ 1706835 h 3098304"/>
              <a:gd name="connsiteX1838" fmla="*/ 1202386 w 10799257"/>
              <a:gd name="connsiteY1838" fmla="*/ 1706835 h 3098304"/>
              <a:gd name="connsiteX1839" fmla="*/ 1280117 w 10799257"/>
              <a:gd name="connsiteY1839" fmla="*/ 1784572 h 3098304"/>
              <a:gd name="connsiteX1840" fmla="*/ 1202386 w 10799257"/>
              <a:gd name="connsiteY1840" fmla="*/ 1862307 h 3098304"/>
              <a:gd name="connsiteX1841" fmla="*/ 1124679 w 10799257"/>
              <a:gd name="connsiteY1841" fmla="*/ 1784572 h 3098304"/>
              <a:gd name="connsiteX1842" fmla="*/ 1202386 w 10799257"/>
              <a:gd name="connsiteY1842" fmla="*/ 1706835 h 3098304"/>
              <a:gd name="connsiteX1843" fmla="*/ 1014150 w 10799257"/>
              <a:gd name="connsiteY1843" fmla="*/ 1706835 h 3098304"/>
              <a:gd name="connsiteX1844" fmla="*/ 1091910 w 10799257"/>
              <a:gd name="connsiteY1844" fmla="*/ 1784572 h 3098304"/>
              <a:gd name="connsiteX1845" fmla="*/ 1014150 w 10799257"/>
              <a:gd name="connsiteY1845" fmla="*/ 1862307 h 3098304"/>
              <a:gd name="connsiteX1846" fmla="*/ 936446 w 10799257"/>
              <a:gd name="connsiteY1846" fmla="*/ 1784572 h 3098304"/>
              <a:gd name="connsiteX1847" fmla="*/ 1014150 w 10799257"/>
              <a:gd name="connsiteY1847" fmla="*/ 1706835 h 3098304"/>
              <a:gd name="connsiteX1848" fmla="*/ 830642 w 10799257"/>
              <a:gd name="connsiteY1848" fmla="*/ 1706835 h 3098304"/>
              <a:gd name="connsiteX1849" fmla="*/ 908402 w 10799257"/>
              <a:gd name="connsiteY1849" fmla="*/ 1784572 h 3098304"/>
              <a:gd name="connsiteX1850" fmla="*/ 830642 w 10799257"/>
              <a:gd name="connsiteY1850" fmla="*/ 1862307 h 3098304"/>
              <a:gd name="connsiteX1851" fmla="*/ 752900 w 10799257"/>
              <a:gd name="connsiteY1851" fmla="*/ 1784572 h 3098304"/>
              <a:gd name="connsiteX1852" fmla="*/ 830642 w 10799257"/>
              <a:gd name="connsiteY1852" fmla="*/ 1706835 h 3098304"/>
              <a:gd name="connsiteX1853" fmla="*/ 642409 w 10799257"/>
              <a:gd name="connsiteY1853" fmla="*/ 1706835 h 3098304"/>
              <a:gd name="connsiteX1854" fmla="*/ 720151 w 10799257"/>
              <a:gd name="connsiteY1854" fmla="*/ 1784572 h 3098304"/>
              <a:gd name="connsiteX1855" fmla="*/ 642409 w 10799257"/>
              <a:gd name="connsiteY1855" fmla="*/ 1862307 h 3098304"/>
              <a:gd name="connsiteX1856" fmla="*/ 564675 w 10799257"/>
              <a:gd name="connsiteY1856" fmla="*/ 1784572 h 3098304"/>
              <a:gd name="connsiteX1857" fmla="*/ 642409 w 10799257"/>
              <a:gd name="connsiteY1857" fmla="*/ 1706835 h 3098304"/>
              <a:gd name="connsiteX1858" fmla="*/ 458896 w 10799257"/>
              <a:gd name="connsiteY1858" fmla="*/ 1706835 h 3098304"/>
              <a:gd name="connsiteX1859" fmla="*/ 536634 w 10799257"/>
              <a:gd name="connsiteY1859" fmla="*/ 1784572 h 3098304"/>
              <a:gd name="connsiteX1860" fmla="*/ 458896 w 10799257"/>
              <a:gd name="connsiteY1860" fmla="*/ 1862307 h 3098304"/>
              <a:gd name="connsiteX1861" fmla="*/ 381164 w 10799257"/>
              <a:gd name="connsiteY1861" fmla="*/ 1784572 h 3098304"/>
              <a:gd name="connsiteX1862" fmla="*/ 458896 w 10799257"/>
              <a:gd name="connsiteY1862" fmla="*/ 1706835 h 3098304"/>
              <a:gd name="connsiteX1863" fmla="*/ 9900311 w 10799257"/>
              <a:gd name="connsiteY1863" fmla="*/ 1615146 h 3098304"/>
              <a:gd name="connsiteX1864" fmla="*/ 9995426 w 10799257"/>
              <a:gd name="connsiteY1864" fmla="*/ 1689399 h 3098304"/>
              <a:gd name="connsiteX1865" fmla="*/ 9978043 w 10799257"/>
              <a:gd name="connsiteY1865" fmla="*/ 1692909 h 3098304"/>
              <a:gd name="connsiteX1866" fmla="*/ 9900306 w 10799257"/>
              <a:gd name="connsiteY1866" fmla="*/ 1615171 h 3098304"/>
              <a:gd name="connsiteX1867" fmla="*/ 492851 w 10799257"/>
              <a:gd name="connsiteY1867" fmla="*/ 1546029 h 3098304"/>
              <a:gd name="connsiteX1868" fmla="*/ 513874 w 10799257"/>
              <a:gd name="connsiteY1868" fmla="*/ 1560204 h 3098304"/>
              <a:gd name="connsiteX1869" fmla="*/ 536643 w 10799257"/>
              <a:gd name="connsiteY1869" fmla="*/ 1615171 h 3098304"/>
              <a:gd name="connsiteX1870" fmla="*/ 458906 w 10799257"/>
              <a:gd name="connsiteY1870" fmla="*/ 1692909 h 3098304"/>
              <a:gd name="connsiteX1871" fmla="*/ 387281 w 10799257"/>
              <a:gd name="connsiteY1871" fmla="*/ 1645430 h 3098304"/>
              <a:gd name="connsiteX1872" fmla="*/ 384319 w 10799257"/>
              <a:gd name="connsiteY1872" fmla="*/ 1630757 h 3098304"/>
              <a:gd name="connsiteX1873" fmla="*/ 9789822 w 10799257"/>
              <a:gd name="connsiteY1873" fmla="*/ 1537435 h 3098304"/>
              <a:gd name="connsiteX1874" fmla="*/ 9804588 w 10799257"/>
              <a:gd name="connsiteY1874" fmla="*/ 1540416 h 3098304"/>
              <a:gd name="connsiteX1875" fmla="*/ 9861298 w 10799257"/>
              <a:gd name="connsiteY1875" fmla="*/ 1584689 h 3098304"/>
              <a:gd name="connsiteX1876" fmla="*/ 9861449 w 10799257"/>
              <a:gd name="connsiteY1876" fmla="*/ 1584913 h 3098304"/>
              <a:gd name="connsiteX1877" fmla="*/ 9867558 w 10799257"/>
              <a:gd name="connsiteY1877" fmla="*/ 1615171 h 3098304"/>
              <a:gd name="connsiteX1878" fmla="*/ 9789822 w 10799257"/>
              <a:gd name="connsiteY1878" fmla="*/ 1692909 h 3098304"/>
              <a:gd name="connsiteX1879" fmla="*/ 9712085 w 10799257"/>
              <a:gd name="connsiteY1879" fmla="*/ 1615171 h 3098304"/>
              <a:gd name="connsiteX1880" fmla="*/ 9789822 w 10799257"/>
              <a:gd name="connsiteY1880" fmla="*/ 1537435 h 3098304"/>
              <a:gd name="connsiteX1881" fmla="*/ 9606304 w 10799257"/>
              <a:gd name="connsiteY1881" fmla="*/ 1537435 h 3098304"/>
              <a:gd name="connsiteX1882" fmla="*/ 9684041 w 10799257"/>
              <a:gd name="connsiteY1882" fmla="*/ 1615171 h 3098304"/>
              <a:gd name="connsiteX1883" fmla="*/ 9606304 w 10799257"/>
              <a:gd name="connsiteY1883" fmla="*/ 1692909 h 3098304"/>
              <a:gd name="connsiteX1884" fmla="*/ 9528568 w 10799257"/>
              <a:gd name="connsiteY1884" fmla="*/ 1615171 h 3098304"/>
              <a:gd name="connsiteX1885" fmla="*/ 9606304 w 10799257"/>
              <a:gd name="connsiteY1885" fmla="*/ 1537435 h 3098304"/>
              <a:gd name="connsiteX1886" fmla="*/ 9413377 w 10799257"/>
              <a:gd name="connsiteY1886" fmla="*/ 1537435 h 3098304"/>
              <a:gd name="connsiteX1887" fmla="*/ 9491114 w 10799257"/>
              <a:gd name="connsiteY1887" fmla="*/ 1615171 h 3098304"/>
              <a:gd name="connsiteX1888" fmla="*/ 9413377 w 10799257"/>
              <a:gd name="connsiteY1888" fmla="*/ 1692909 h 3098304"/>
              <a:gd name="connsiteX1889" fmla="*/ 9335640 w 10799257"/>
              <a:gd name="connsiteY1889" fmla="*/ 1615171 h 3098304"/>
              <a:gd name="connsiteX1890" fmla="*/ 9413377 w 10799257"/>
              <a:gd name="connsiteY1890" fmla="*/ 1537435 h 3098304"/>
              <a:gd name="connsiteX1891" fmla="*/ 9234567 w 10799257"/>
              <a:gd name="connsiteY1891" fmla="*/ 1537435 h 3098304"/>
              <a:gd name="connsiteX1892" fmla="*/ 9312304 w 10799257"/>
              <a:gd name="connsiteY1892" fmla="*/ 1615171 h 3098304"/>
              <a:gd name="connsiteX1893" fmla="*/ 9234567 w 10799257"/>
              <a:gd name="connsiteY1893" fmla="*/ 1692909 h 3098304"/>
              <a:gd name="connsiteX1894" fmla="*/ 9156831 w 10799257"/>
              <a:gd name="connsiteY1894" fmla="*/ 1615171 h 3098304"/>
              <a:gd name="connsiteX1895" fmla="*/ 9234567 w 10799257"/>
              <a:gd name="connsiteY1895" fmla="*/ 1537435 h 3098304"/>
              <a:gd name="connsiteX1896" fmla="*/ 9036935 w 10799257"/>
              <a:gd name="connsiteY1896" fmla="*/ 1537435 h 3098304"/>
              <a:gd name="connsiteX1897" fmla="*/ 9114672 w 10799257"/>
              <a:gd name="connsiteY1897" fmla="*/ 1615171 h 3098304"/>
              <a:gd name="connsiteX1898" fmla="*/ 9036935 w 10799257"/>
              <a:gd name="connsiteY1898" fmla="*/ 1692909 h 3098304"/>
              <a:gd name="connsiteX1899" fmla="*/ 8959198 w 10799257"/>
              <a:gd name="connsiteY1899" fmla="*/ 1615171 h 3098304"/>
              <a:gd name="connsiteX1900" fmla="*/ 9036935 w 10799257"/>
              <a:gd name="connsiteY1900" fmla="*/ 1537435 h 3098304"/>
              <a:gd name="connsiteX1901" fmla="*/ 8853419 w 10799257"/>
              <a:gd name="connsiteY1901" fmla="*/ 1537435 h 3098304"/>
              <a:gd name="connsiteX1902" fmla="*/ 8931156 w 10799257"/>
              <a:gd name="connsiteY1902" fmla="*/ 1615171 h 3098304"/>
              <a:gd name="connsiteX1903" fmla="*/ 8853419 w 10799257"/>
              <a:gd name="connsiteY1903" fmla="*/ 1692909 h 3098304"/>
              <a:gd name="connsiteX1904" fmla="*/ 8775682 w 10799257"/>
              <a:gd name="connsiteY1904" fmla="*/ 1615171 h 3098304"/>
              <a:gd name="connsiteX1905" fmla="*/ 8853419 w 10799257"/>
              <a:gd name="connsiteY1905" fmla="*/ 1537435 h 3098304"/>
              <a:gd name="connsiteX1906" fmla="*/ 8669904 w 10799257"/>
              <a:gd name="connsiteY1906" fmla="*/ 1537435 h 3098304"/>
              <a:gd name="connsiteX1907" fmla="*/ 8747641 w 10799257"/>
              <a:gd name="connsiteY1907" fmla="*/ 1615171 h 3098304"/>
              <a:gd name="connsiteX1908" fmla="*/ 8669904 w 10799257"/>
              <a:gd name="connsiteY1908" fmla="*/ 1692909 h 3098304"/>
              <a:gd name="connsiteX1909" fmla="*/ 8592167 w 10799257"/>
              <a:gd name="connsiteY1909" fmla="*/ 1615171 h 3098304"/>
              <a:gd name="connsiteX1910" fmla="*/ 8669904 w 10799257"/>
              <a:gd name="connsiteY1910" fmla="*/ 1537435 h 3098304"/>
              <a:gd name="connsiteX1911" fmla="*/ 8481681 w 10799257"/>
              <a:gd name="connsiteY1911" fmla="*/ 1537435 h 3098304"/>
              <a:gd name="connsiteX1912" fmla="*/ 8559418 w 10799257"/>
              <a:gd name="connsiteY1912" fmla="*/ 1615171 h 3098304"/>
              <a:gd name="connsiteX1913" fmla="*/ 8481681 w 10799257"/>
              <a:gd name="connsiteY1913" fmla="*/ 1692909 h 3098304"/>
              <a:gd name="connsiteX1914" fmla="*/ 8403944 w 10799257"/>
              <a:gd name="connsiteY1914" fmla="*/ 1615171 h 3098304"/>
              <a:gd name="connsiteX1915" fmla="*/ 8481681 w 10799257"/>
              <a:gd name="connsiteY1915" fmla="*/ 1537435 h 3098304"/>
              <a:gd name="connsiteX1916" fmla="*/ 8298166 w 10799257"/>
              <a:gd name="connsiteY1916" fmla="*/ 1537435 h 3098304"/>
              <a:gd name="connsiteX1917" fmla="*/ 8375903 w 10799257"/>
              <a:gd name="connsiteY1917" fmla="*/ 1615171 h 3098304"/>
              <a:gd name="connsiteX1918" fmla="*/ 8298166 w 10799257"/>
              <a:gd name="connsiteY1918" fmla="*/ 1692909 h 3098304"/>
              <a:gd name="connsiteX1919" fmla="*/ 8220429 w 10799257"/>
              <a:gd name="connsiteY1919" fmla="*/ 1615171 h 3098304"/>
              <a:gd name="connsiteX1920" fmla="*/ 8298166 w 10799257"/>
              <a:gd name="connsiteY1920" fmla="*/ 1537435 h 3098304"/>
              <a:gd name="connsiteX1921" fmla="*/ 8109946 w 10799257"/>
              <a:gd name="connsiteY1921" fmla="*/ 1537435 h 3098304"/>
              <a:gd name="connsiteX1922" fmla="*/ 8187683 w 10799257"/>
              <a:gd name="connsiteY1922" fmla="*/ 1615171 h 3098304"/>
              <a:gd name="connsiteX1923" fmla="*/ 8109946 w 10799257"/>
              <a:gd name="connsiteY1923" fmla="*/ 1692909 h 3098304"/>
              <a:gd name="connsiteX1924" fmla="*/ 8032209 w 10799257"/>
              <a:gd name="connsiteY1924" fmla="*/ 1615171 h 3098304"/>
              <a:gd name="connsiteX1925" fmla="*/ 8109946 w 10799257"/>
              <a:gd name="connsiteY1925" fmla="*/ 1537435 h 3098304"/>
              <a:gd name="connsiteX1926" fmla="*/ 7926429 w 10799257"/>
              <a:gd name="connsiteY1926" fmla="*/ 1537435 h 3098304"/>
              <a:gd name="connsiteX1927" fmla="*/ 8004166 w 10799257"/>
              <a:gd name="connsiteY1927" fmla="*/ 1615171 h 3098304"/>
              <a:gd name="connsiteX1928" fmla="*/ 7926429 w 10799257"/>
              <a:gd name="connsiteY1928" fmla="*/ 1692909 h 3098304"/>
              <a:gd name="connsiteX1929" fmla="*/ 7848692 w 10799257"/>
              <a:gd name="connsiteY1929" fmla="*/ 1615171 h 3098304"/>
              <a:gd name="connsiteX1930" fmla="*/ 7926429 w 10799257"/>
              <a:gd name="connsiteY1930" fmla="*/ 1537435 h 3098304"/>
              <a:gd name="connsiteX1931" fmla="*/ 7738208 w 10799257"/>
              <a:gd name="connsiteY1931" fmla="*/ 1537435 h 3098304"/>
              <a:gd name="connsiteX1932" fmla="*/ 7815945 w 10799257"/>
              <a:gd name="connsiteY1932" fmla="*/ 1615171 h 3098304"/>
              <a:gd name="connsiteX1933" fmla="*/ 7738208 w 10799257"/>
              <a:gd name="connsiteY1933" fmla="*/ 1692909 h 3098304"/>
              <a:gd name="connsiteX1934" fmla="*/ 7660471 w 10799257"/>
              <a:gd name="connsiteY1934" fmla="*/ 1615171 h 3098304"/>
              <a:gd name="connsiteX1935" fmla="*/ 7738208 w 10799257"/>
              <a:gd name="connsiteY1935" fmla="*/ 1537435 h 3098304"/>
              <a:gd name="connsiteX1936" fmla="*/ 7554691 w 10799257"/>
              <a:gd name="connsiteY1936" fmla="*/ 1537435 h 3098304"/>
              <a:gd name="connsiteX1937" fmla="*/ 7632428 w 10799257"/>
              <a:gd name="connsiteY1937" fmla="*/ 1615171 h 3098304"/>
              <a:gd name="connsiteX1938" fmla="*/ 7554691 w 10799257"/>
              <a:gd name="connsiteY1938" fmla="*/ 1692909 h 3098304"/>
              <a:gd name="connsiteX1939" fmla="*/ 7476954 w 10799257"/>
              <a:gd name="connsiteY1939" fmla="*/ 1615171 h 3098304"/>
              <a:gd name="connsiteX1940" fmla="*/ 7554691 w 10799257"/>
              <a:gd name="connsiteY1940" fmla="*/ 1537435 h 3098304"/>
              <a:gd name="connsiteX1941" fmla="*/ 7366470 w 10799257"/>
              <a:gd name="connsiteY1941" fmla="*/ 1537435 h 3098304"/>
              <a:gd name="connsiteX1942" fmla="*/ 7444207 w 10799257"/>
              <a:gd name="connsiteY1942" fmla="*/ 1615171 h 3098304"/>
              <a:gd name="connsiteX1943" fmla="*/ 7366470 w 10799257"/>
              <a:gd name="connsiteY1943" fmla="*/ 1692909 h 3098304"/>
              <a:gd name="connsiteX1944" fmla="*/ 7288733 w 10799257"/>
              <a:gd name="connsiteY1944" fmla="*/ 1615171 h 3098304"/>
              <a:gd name="connsiteX1945" fmla="*/ 7366470 w 10799257"/>
              <a:gd name="connsiteY1945" fmla="*/ 1537435 h 3098304"/>
              <a:gd name="connsiteX1946" fmla="*/ 7178249 w 10799257"/>
              <a:gd name="connsiteY1946" fmla="*/ 1537435 h 3098304"/>
              <a:gd name="connsiteX1947" fmla="*/ 7255986 w 10799257"/>
              <a:gd name="connsiteY1947" fmla="*/ 1615171 h 3098304"/>
              <a:gd name="connsiteX1948" fmla="*/ 7178249 w 10799257"/>
              <a:gd name="connsiteY1948" fmla="*/ 1692909 h 3098304"/>
              <a:gd name="connsiteX1949" fmla="*/ 7100512 w 10799257"/>
              <a:gd name="connsiteY1949" fmla="*/ 1615171 h 3098304"/>
              <a:gd name="connsiteX1950" fmla="*/ 7178249 w 10799257"/>
              <a:gd name="connsiteY1950" fmla="*/ 1537435 h 3098304"/>
              <a:gd name="connsiteX1951" fmla="*/ 6985324 w 10799257"/>
              <a:gd name="connsiteY1951" fmla="*/ 1537435 h 3098304"/>
              <a:gd name="connsiteX1952" fmla="*/ 7063061 w 10799257"/>
              <a:gd name="connsiteY1952" fmla="*/ 1615171 h 3098304"/>
              <a:gd name="connsiteX1953" fmla="*/ 6985324 w 10799257"/>
              <a:gd name="connsiteY1953" fmla="*/ 1692909 h 3098304"/>
              <a:gd name="connsiteX1954" fmla="*/ 6907587 w 10799257"/>
              <a:gd name="connsiteY1954" fmla="*/ 1615171 h 3098304"/>
              <a:gd name="connsiteX1955" fmla="*/ 6985324 w 10799257"/>
              <a:gd name="connsiteY1955" fmla="*/ 1537435 h 3098304"/>
              <a:gd name="connsiteX1956" fmla="*/ 6801807 w 10799257"/>
              <a:gd name="connsiteY1956" fmla="*/ 1537435 h 3098304"/>
              <a:gd name="connsiteX1957" fmla="*/ 6879544 w 10799257"/>
              <a:gd name="connsiteY1957" fmla="*/ 1615171 h 3098304"/>
              <a:gd name="connsiteX1958" fmla="*/ 6801807 w 10799257"/>
              <a:gd name="connsiteY1958" fmla="*/ 1692909 h 3098304"/>
              <a:gd name="connsiteX1959" fmla="*/ 6724070 w 10799257"/>
              <a:gd name="connsiteY1959" fmla="*/ 1615171 h 3098304"/>
              <a:gd name="connsiteX1960" fmla="*/ 6801807 w 10799257"/>
              <a:gd name="connsiteY1960" fmla="*/ 1537435 h 3098304"/>
              <a:gd name="connsiteX1961" fmla="*/ 6613585 w 10799257"/>
              <a:gd name="connsiteY1961" fmla="*/ 1537435 h 3098304"/>
              <a:gd name="connsiteX1962" fmla="*/ 6691322 w 10799257"/>
              <a:gd name="connsiteY1962" fmla="*/ 1615171 h 3098304"/>
              <a:gd name="connsiteX1963" fmla="*/ 6613585 w 10799257"/>
              <a:gd name="connsiteY1963" fmla="*/ 1692909 h 3098304"/>
              <a:gd name="connsiteX1964" fmla="*/ 6535848 w 10799257"/>
              <a:gd name="connsiteY1964" fmla="*/ 1615171 h 3098304"/>
              <a:gd name="connsiteX1965" fmla="*/ 6613585 w 10799257"/>
              <a:gd name="connsiteY1965" fmla="*/ 1537435 h 3098304"/>
              <a:gd name="connsiteX1966" fmla="*/ 6425364 w 10799257"/>
              <a:gd name="connsiteY1966" fmla="*/ 1537435 h 3098304"/>
              <a:gd name="connsiteX1967" fmla="*/ 6503101 w 10799257"/>
              <a:gd name="connsiteY1967" fmla="*/ 1615171 h 3098304"/>
              <a:gd name="connsiteX1968" fmla="*/ 6425364 w 10799257"/>
              <a:gd name="connsiteY1968" fmla="*/ 1692909 h 3098304"/>
              <a:gd name="connsiteX1969" fmla="*/ 6347627 w 10799257"/>
              <a:gd name="connsiteY1969" fmla="*/ 1615171 h 3098304"/>
              <a:gd name="connsiteX1970" fmla="*/ 6425364 w 10799257"/>
              <a:gd name="connsiteY1970" fmla="*/ 1537435 h 3098304"/>
              <a:gd name="connsiteX1971" fmla="*/ 6241848 w 10799257"/>
              <a:gd name="connsiteY1971" fmla="*/ 1537435 h 3098304"/>
              <a:gd name="connsiteX1972" fmla="*/ 6319585 w 10799257"/>
              <a:gd name="connsiteY1972" fmla="*/ 1615171 h 3098304"/>
              <a:gd name="connsiteX1973" fmla="*/ 6241848 w 10799257"/>
              <a:gd name="connsiteY1973" fmla="*/ 1692909 h 3098304"/>
              <a:gd name="connsiteX1974" fmla="*/ 6164111 w 10799257"/>
              <a:gd name="connsiteY1974" fmla="*/ 1615171 h 3098304"/>
              <a:gd name="connsiteX1975" fmla="*/ 6241848 w 10799257"/>
              <a:gd name="connsiteY1975" fmla="*/ 1537435 h 3098304"/>
              <a:gd name="connsiteX1976" fmla="*/ 5870110 w 10799257"/>
              <a:gd name="connsiteY1976" fmla="*/ 1537435 h 3098304"/>
              <a:gd name="connsiteX1977" fmla="*/ 5947847 w 10799257"/>
              <a:gd name="connsiteY1977" fmla="*/ 1615171 h 3098304"/>
              <a:gd name="connsiteX1978" fmla="*/ 5870110 w 10799257"/>
              <a:gd name="connsiteY1978" fmla="*/ 1692909 h 3098304"/>
              <a:gd name="connsiteX1979" fmla="*/ 5792373 w 10799257"/>
              <a:gd name="connsiteY1979" fmla="*/ 1615171 h 3098304"/>
              <a:gd name="connsiteX1980" fmla="*/ 5870110 w 10799257"/>
              <a:gd name="connsiteY1980" fmla="*/ 1537435 h 3098304"/>
              <a:gd name="connsiteX1981" fmla="*/ 5681940 w 10799257"/>
              <a:gd name="connsiteY1981" fmla="*/ 1537435 h 3098304"/>
              <a:gd name="connsiteX1982" fmla="*/ 5759626 w 10799257"/>
              <a:gd name="connsiteY1982" fmla="*/ 1615171 h 3098304"/>
              <a:gd name="connsiteX1983" fmla="*/ 5681940 w 10799257"/>
              <a:gd name="connsiteY1983" fmla="*/ 1692909 h 3098304"/>
              <a:gd name="connsiteX1984" fmla="*/ 5604176 w 10799257"/>
              <a:gd name="connsiteY1984" fmla="*/ 1615171 h 3098304"/>
              <a:gd name="connsiteX1985" fmla="*/ 5681940 w 10799257"/>
              <a:gd name="connsiteY1985" fmla="*/ 1537435 h 3098304"/>
              <a:gd name="connsiteX1986" fmla="*/ 5498376 w 10799257"/>
              <a:gd name="connsiteY1986" fmla="*/ 1537435 h 3098304"/>
              <a:gd name="connsiteX1987" fmla="*/ 5576126 w 10799257"/>
              <a:gd name="connsiteY1987" fmla="*/ 1615171 h 3098304"/>
              <a:gd name="connsiteX1988" fmla="*/ 5498376 w 10799257"/>
              <a:gd name="connsiteY1988" fmla="*/ 1692909 h 3098304"/>
              <a:gd name="connsiteX1989" fmla="*/ 5420640 w 10799257"/>
              <a:gd name="connsiteY1989" fmla="*/ 1615171 h 3098304"/>
              <a:gd name="connsiteX1990" fmla="*/ 5498376 w 10799257"/>
              <a:gd name="connsiteY1990" fmla="*/ 1537435 h 3098304"/>
              <a:gd name="connsiteX1991" fmla="*/ 3625627 w 10799257"/>
              <a:gd name="connsiteY1991" fmla="*/ 1537435 h 3098304"/>
              <a:gd name="connsiteX1992" fmla="*/ 3703372 w 10799257"/>
              <a:gd name="connsiteY1992" fmla="*/ 1615171 h 3098304"/>
              <a:gd name="connsiteX1993" fmla="*/ 3625627 w 10799257"/>
              <a:gd name="connsiteY1993" fmla="*/ 1692909 h 3098304"/>
              <a:gd name="connsiteX1994" fmla="*/ 3547901 w 10799257"/>
              <a:gd name="connsiteY1994" fmla="*/ 1615171 h 3098304"/>
              <a:gd name="connsiteX1995" fmla="*/ 3625627 w 10799257"/>
              <a:gd name="connsiteY1995" fmla="*/ 1537435 h 3098304"/>
              <a:gd name="connsiteX1996" fmla="*/ 2317572 w 10799257"/>
              <a:gd name="connsiteY1996" fmla="*/ 1537435 h 3098304"/>
              <a:gd name="connsiteX1997" fmla="*/ 2395313 w 10799257"/>
              <a:gd name="connsiteY1997" fmla="*/ 1615171 h 3098304"/>
              <a:gd name="connsiteX1998" fmla="*/ 2317572 w 10799257"/>
              <a:gd name="connsiteY1998" fmla="*/ 1692909 h 3098304"/>
              <a:gd name="connsiteX1999" fmla="*/ 2239845 w 10799257"/>
              <a:gd name="connsiteY1999" fmla="*/ 1615171 h 3098304"/>
              <a:gd name="connsiteX2000" fmla="*/ 2317572 w 10799257"/>
              <a:gd name="connsiteY2000" fmla="*/ 1537435 h 3098304"/>
              <a:gd name="connsiteX2001" fmla="*/ 1569475 w 10799257"/>
              <a:gd name="connsiteY2001" fmla="*/ 1537435 h 3098304"/>
              <a:gd name="connsiteX2002" fmla="*/ 1647232 w 10799257"/>
              <a:gd name="connsiteY2002" fmla="*/ 1615171 h 3098304"/>
              <a:gd name="connsiteX2003" fmla="*/ 1569475 w 10799257"/>
              <a:gd name="connsiteY2003" fmla="*/ 1692909 h 3098304"/>
              <a:gd name="connsiteX2004" fmla="*/ 1491752 w 10799257"/>
              <a:gd name="connsiteY2004" fmla="*/ 1615171 h 3098304"/>
              <a:gd name="connsiteX2005" fmla="*/ 1569475 w 10799257"/>
              <a:gd name="connsiteY2005" fmla="*/ 1537435 h 3098304"/>
              <a:gd name="connsiteX2006" fmla="*/ 1385938 w 10799257"/>
              <a:gd name="connsiteY2006" fmla="*/ 1537435 h 3098304"/>
              <a:gd name="connsiteX2007" fmla="*/ 1463700 w 10799257"/>
              <a:gd name="connsiteY2007" fmla="*/ 1615171 h 3098304"/>
              <a:gd name="connsiteX2008" fmla="*/ 1385938 w 10799257"/>
              <a:gd name="connsiteY2008" fmla="*/ 1692909 h 3098304"/>
              <a:gd name="connsiteX2009" fmla="*/ 1308177 w 10799257"/>
              <a:gd name="connsiteY2009" fmla="*/ 1615171 h 3098304"/>
              <a:gd name="connsiteX2010" fmla="*/ 1385938 w 10799257"/>
              <a:gd name="connsiteY2010" fmla="*/ 1537435 h 3098304"/>
              <a:gd name="connsiteX2011" fmla="*/ 1202397 w 10799257"/>
              <a:gd name="connsiteY2011" fmla="*/ 1537435 h 3098304"/>
              <a:gd name="connsiteX2012" fmla="*/ 1280126 w 10799257"/>
              <a:gd name="connsiteY2012" fmla="*/ 1615171 h 3098304"/>
              <a:gd name="connsiteX2013" fmla="*/ 1202397 w 10799257"/>
              <a:gd name="connsiteY2013" fmla="*/ 1692909 h 3098304"/>
              <a:gd name="connsiteX2014" fmla="*/ 1124687 w 10799257"/>
              <a:gd name="connsiteY2014" fmla="*/ 1615171 h 3098304"/>
              <a:gd name="connsiteX2015" fmla="*/ 1202397 w 10799257"/>
              <a:gd name="connsiteY2015" fmla="*/ 1537435 h 3098304"/>
              <a:gd name="connsiteX2016" fmla="*/ 1014150 w 10799257"/>
              <a:gd name="connsiteY2016" fmla="*/ 1537435 h 3098304"/>
              <a:gd name="connsiteX2017" fmla="*/ 1091922 w 10799257"/>
              <a:gd name="connsiteY2017" fmla="*/ 1615171 h 3098304"/>
              <a:gd name="connsiteX2018" fmla="*/ 1014150 w 10799257"/>
              <a:gd name="connsiteY2018" fmla="*/ 1692909 h 3098304"/>
              <a:gd name="connsiteX2019" fmla="*/ 936457 w 10799257"/>
              <a:gd name="connsiteY2019" fmla="*/ 1615171 h 3098304"/>
              <a:gd name="connsiteX2020" fmla="*/ 1014150 w 10799257"/>
              <a:gd name="connsiteY2020" fmla="*/ 1537435 h 3098304"/>
              <a:gd name="connsiteX2021" fmla="*/ 830653 w 10799257"/>
              <a:gd name="connsiteY2021" fmla="*/ 1537435 h 3098304"/>
              <a:gd name="connsiteX2022" fmla="*/ 908411 w 10799257"/>
              <a:gd name="connsiteY2022" fmla="*/ 1615171 h 3098304"/>
              <a:gd name="connsiteX2023" fmla="*/ 830653 w 10799257"/>
              <a:gd name="connsiteY2023" fmla="*/ 1692909 h 3098304"/>
              <a:gd name="connsiteX2024" fmla="*/ 752908 w 10799257"/>
              <a:gd name="connsiteY2024" fmla="*/ 1615171 h 3098304"/>
              <a:gd name="connsiteX2025" fmla="*/ 830653 w 10799257"/>
              <a:gd name="connsiteY2025" fmla="*/ 1537435 h 3098304"/>
              <a:gd name="connsiteX2026" fmla="*/ 642418 w 10799257"/>
              <a:gd name="connsiteY2026" fmla="*/ 1537435 h 3098304"/>
              <a:gd name="connsiteX2027" fmla="*/ 720160 w 10799257"/>
              <a:gd name="connsiteY2027" fmla="*/ 1615171 h 3098304"/>
              <a:gd name="connsiteX2028" fmla="*/ 642418 w 10799257"/>
              <a:gd name="connsiteY2028" fmla="*/ 1692909 h 3098304"/>
              <a:gd name="connsiteX2029" fmla="*/ 564685 w 10799257"/>
              <a:gd name="connsiteY2029" fmla="*/ 1615171 h 3098304"/>
              <a:gd name="connsiteX2030" fmla="*/ 642418 w 10799257"/>
              <a:gd name="connsiteY2030" fmla="*/ 1537435 h 3098304"/>
              <a:gd name="connsiteX2031" fmla="*/ 9720532 w 10799257"/>
              <a:gd name="connsiteY2031" fmla="*/ 1474796 h 3098304"/>
              <a:gd name="connsiteX2032" fmla="*/ 9772393 w 10799257"/>
              <a:gd name="connsiteY2032" fmla="*/ 1515283 h 3098304"/>
              <a:gd name="connsiteX2033" fmla="*/ 9759560 w 10799257"/>
              <a:gd name="connsiteY2033" fmla="*/ 1512692 h 3098304"/>
              <a:gd name="connsiteX2034" fmla="*/ 9734851 w 10799257"/>
              <a:gd name="connsiteY2034" fmla="*/ 1496033 h 3098304"/>
              <a:gd name="connsiteX2035" fmla="*/ 700606 w 10799257"/>
              <a:gd name="connsiteY2035" fmla="*/ 1390848 h 3098304"/>
              <a:gd name="connsiteX2036" fmla="*/ 714062 w 10799257"/>
              <a:gd name="connsiteY2036" fmla="*/ 1410805 h 3098304"/>
              <a:gd name="connsiteX2037" fmla="*/ 720171 w 10799257"/>
              <a:gd name="connsiteY2037" fmla="*/ 1441063 h 3098304"/>
              <a:gd name="connsiteX2038" fmla="*/ 642428 w 10799257"/>
              <a:gd name="connsiteY2038" fmla="*/ 1518801 h 3098304"/>
              <a:gd name="connsiteX2039" fmla="*/ 587465 w 10799257"/>
              <a:gd name="connsiteY2039" fmla="*/ 1496032 h 3098304"/>
              <a:gd name="connsiteX2040" fmla="*/ 576923 w 10799257"/>
              <a:gd name="connsiteY2040" fmla="*/ 1480396 h 3098304"/>
              <a:gd name="connsiteX2041" fmla="*/ 622703 w 10799257"/>
              <a:gd name="connsiteY2041" fmla="*/ 1444657 h 3098304"/>
              <a:gd name="connsiteX2042" fmla="*/ 9574517 w 10799257"/>
              <a:gd name="connsiteY2042" fmla="*/ 1370468 h 3098304"/>
              <a:gd name="connsiteX2043" fmla="*/ 9681926 w 10799257"/>
              <a:gd name="connsiteY2043" fmla="*/ 1444657 h 3098304"/>
              <a:gd name="connsiteX2044" fmla="*/ 9683127 w 10799257"/>
              <a:gd name="connsiteY2044" fmla="*/ 1445595 h 3098304"/>
              <a:gd name="connsiteX2045" fmla="*/ 9677932 w 10799257"/>
              <a:gd name="connsiteY2045" fmla="*/ 1471324 h 3098304"/>
              <a:gd name="connsiteX2046" fmla="*/ 9606304 w 10799257"/>
              <a:gd name="connsiteY2046" fmla="*/ 1518801 h 3098304"/>
              <a:gd name="connsiteX2047" fmla="*/ 9528568 w 10799257"/>
              <a:gd name="connsiteY2047" fmla="*/ 1441065 h 3098304"/>
              <a:gd name="connsiteX2048" fmla="*/ 9551337 w 10799257"/>
              <a:gd name="connsiteY2048" fmla="*/ 1386097 h 3098304"/>
              <a:gd name="connsiteX2049" fmla="*/ 9413377 w 10799257"/>
              <a:gd name="connsiteY2049" fmla="*/ 1363328 h 3098304"/>
              <a:gd name="connsiteX2050" fmla="*/ 9491114 w 10799257"/>
              <a:gd name="connsiteY2050" fmla="*/ 1441063 h 3098304"/>
              <a:gd name="connsiteX2051" fmla="*/ 9413377 w 10799257"/>
              <a:gd name="connsiteY2051" fmla="*/ 1518801 h 3098304"/>
              <a:gd name="connsiteX2052" fmla="*/ 9335640 w 10799257"/>
              <a:gd name="connsiteY2052" fmla="*/ 1441063 h 3098304"/>
              <a:gd name="connsiteX2053" fmla="*/ 9413377 w 10799257"/>
              <a:gd name="connsiteY2053" fmla="*/ 1363328 h 3098304"/>
              <a:gd name="connsiteX2054" fmla="*/ 9234566 w 10799257"/>
              <a:gd name="connsiteY2054" fmla="*/ 1363328 h 3098304"/>
              <a:gd name="connsiteX2055" fmla="*/ 9312303 w 10799257"/>
              <a:gd name="connsiteY2055" fmla="*/ 1441065 h 3098304"/>
              <a:gd name="connsiteX2056" fmla="*/ 9234566 w 10799257"/>
              <a:gd name="connsiteY2056" fmla="*/ 1518801 h 3098304"/>
              <a:gd name="connsiteX2057" fmla="*/ 9156829 w 10799257"/>
              <a:gd name="connsiteY2057" fmla="*/ 1441065 h 3098304"/>
              <a:gd name="connsiteX2058" fmla="*/ 9234566 w 10799257"/>
              <a:gd name="connsiteY2058" fmla="*/ 1363328 h 3098304"/>
              <a:gd name="connsiteX2059" fmla="*/ 9036935 w 10799257"/>
              <a:gd name="connsiteY2059" fmla="*/ 1363328 h 3098304"/>
              <a:gd name="connsiteX2060" fmla="*/ 9114672 w 10799257"/>
              <a:gd name="connsiteY2060" fmla="*/ 1441065 h 3098304"/>
              <a:gd name="connsiteX2061" fmla="*/ 9036935 w 10799257"/>
              <a:gd name="connsiteY2061" fmla="*/ 1518801 h 3098304"/>
              <a:gd name="connsiteX2062" fmla="*/ 8959198 w 10799257"/>
              <a:gd name="connsiteY2062" fmla="*/ 1441065 h 3098304"/>
              <a:gd name="connsiteX2063" fmla="*/ 9036935 w 10799257"/>
              <a:gd name="connsiteY2063" fmla="*/ 1363328 h 3098304"/>
              <a:gd name="connsiteX2064" fmla="*/ 8853418 w 10799257"/>
              <a:gd name="connsiteY2064" fmla="*/ 1363328 h 3098304"/>
              <a:gd name="connsiteX2065" fmla="*/ 8931155 w 10799257"/>
              <a:gd name="connsiteY2065" fmla="*/ 1441065 h 3098304"/>
              <a:gd name="connsiteX2066" fmla="*/ 8853418 w 10799257"/>
              <a:gd name="connsiteY2066" fmla="*/ 1518801 h 3098304"/>
              <a:gd name="connsiteX2067" fmla="*/ 8775681 w 10799257"/>
              <a:gd name="connsiteY2067" fmla="*/ 1441065 h 3098304"/>
              <a:gd name="connsiteX2068" fmla="*/ 8853418 w 10799257"/>
              <a:gd name="connsiteY2068" fmla="*/ 1363328 h 3098304"/>
              <a:gd name="connsiteX2069" fmla="*/ 8669904 w 10799257"/>
              <a:gd name="connsiteY2069" fmla="*/ 1363328 h 3098304"/>
              <a:gd name="connsiteX2070" fmla="*/ 8747641 w 10799257"/>
              <a:gd name="connsiteY2070" fmla="*/ 1441063 h 3098304"/>
              <a:gd name="connsiteX2071" fmla="*/ 8669904 w 10799257"/>
              <a:gd name="connsiteY2071" fmla="*/ 1518801 h 3098304"/>
              <a:gd name="connsiteX2072" fmla="*/ 8592167 w 10799257"/>
              <a:gd name="connsiteY2072" fmla="*/ 1441063 h 3098304"/>
              <a:gd name="connsiteX2073" fmla="*/ 8669904 w 10799257"/>
              <a:gd name="connsiteY2073" fmla="*/ 1363328 h 3098304"/>
              <a:gd name="connsiteX2074" fmla="*/ 8481681 w 10799257"/>
              <a:gd name="connsiteY2074" fmla="*/ 1363328 h 3098304"/>
              <a:gd name="connsiteX2075" fmla="*/ 8559418 w 10799257"/>
              <a:gd name="connsiteY2075" fmla="*/ 1441065 h 3098304"/>
              <a:gd name="connsiteX2076" fmla="*/ 8481681 w 10799257"/>
              <a:gd name="connsiteY2076" fmla="*/ 1518801 h 3098304"/>
              <a:gd name="connsiteX2077" fmla="*/ 8403944 w 10799257"/>
              <a:gd name="connsiteY2077" fmla="*/ 1441065 h 3098304"/>
              <a:gd name="connsiteX2078" fmla="*/ 8481681 w 10799257"/>
              <a:gd name="connsiteY2078" fmla="*/ 1363328 h 3098304"/>
              <a:gd name="connsiteX2079" fmla="*/ 8298166 w 10799257"/>
              <a:gd name="connsiteY2079" fmla="*/ 1363328 h 3098304"/>
              <a:gd name="connsiteX2080" fmla="*/ 8375903 w 10799257"/>
              <a:gd name="connsiteY2080" fmla="*/ 1441065 h 3098304"/>
              <a:gd name="connsiteX2081" fmla="*/ 8298166 w 10799257"/>
              <a:gd name="connsiteY2081" fmla="*/ 1518801 h 3098304"/>
              <a:gd name="connsiteX2082" fmla="*/ 8220429 w 10799257"/>
              <a:gd name="connsiteY2082" fmla="*/ 1441065 h 3098304"/>
              <a:gd name="connsiteX2083" fmla="*/ 8298166 w 10799257"/>
              <a:gd name="connsiteY2083" fmla="*/ 1363328 h 3098304"/>
              <a:gd name="connsiteX2084" fmla="*/ 8109946 w 10799257"/>
              <a:gd name="connsiteY2084" fmla="*/ 1363328 h 3098304"/>
              <a:gd name="connsiteX2085" fmla="*/ 8187683 w 10799257"/>
              <a:gd name="connsiteY2085" fmla="*/ 1441065 h 3098304"/>
              <a:gd name="connsiteX2086" fmla="*/ 8109946 w 10799257"/>
              <a:gd name="connsiteY2086" fmla="*/ 1518801 h 3098304"/>
              <a:gd name="connsiteX2087" fmla="*/ 8032209 w 10799257"/>
              <a:gd name="connsiteY2087" fmla="*/ 1441065 h 3098304"/>
              <a:gd name="connsiteX2088" fmla="*/ 8109946 w 10799257"/>
              <a:gd name="connsiteY2088" fmla="*/ 1363328 h 3098304"/>
              <a:gd name="connsiteX2089" fmla="*/ 7926429 w 10799257"/>
              <a:gd name="connsiteY2089" fmla="*/ 1363328 h 3098304"/>
              <a:gd name="connsiteX2090" fmla="*/ 8004166 w 10799257"/>
              <a:gd name="connsiteY2090" fmla="*/ 1441063 h 3098304"/>
              <a:gd name="connsiteX2091" fmla="*/ 7926429 w 10799257"/>
              <a:gd name="connsiteY2091" fmla="*/ 1518801 h 3098304"/>
              <a:gd name="connsiteX2092" fmla="*/ 7848692 w 10799257"/>
              <a:gd name="connsiteY2092" fmla="*/ 1441063 h 3098304"/>
              <a:gd name="connsiteX2093" fmla="*/ 7926429 w 10799257"/>
              <a:gd name="connsiteY2093" fmla="*/ 1363328 h 3098304"/>
              <a:gd name="connsiteX2094" fmla="*/ 7738208 w 10799257"/>
              <a:gd name="connsiteY2094" fmla="*/ 1363328 h 3098304"/>
              <a:gd name="connsiteX2095" fmla="*/ 7815945 w 10799257"/>
              <a:gd name="connsiteY2095" fmla="*/ 1441063 h 3098304"/>
              <a:gd name="connsiteX2096" fmla="*/ 7738208 w 10799257"/>
              <a:gd name="connsiteY2096" fmla="*/ 1518801 h 3098304"/>
              <a:gd name="connsiteX2097" fmla="*/ 7660471 w 10799257"/>
              <a:gd name="connsiteY2097" fmla="*/ 1441063 h 3098304"/>
              <a:gd name="connsiteX2098" fmla="*/ 7738208 w 10799257"/>
              <a:gd name="connsiteY2098" fmla="*/ 1363328 h 3098304"/>
              <a:gd name="connsiteX2099" fmla="*/ 7554691 w 10799257"/>
              <a:gd name="connsiteY2099" fmla="*/ 1363328 h 3098304"/>
              <a:gd name="connsiteX2100" fmla="*/ 7632428 w 10799257"/>
              <a:gd name="connsiteY2100" fmla="*/ 1441065 h 3098304"/>
              <a:gd name="connsiteX2101" fmla="*/ 7554691 w 10799257"/>
              <a:gd name="connsiteY2101" fmla="*/ 1518801 h 3098304"/>
              <a:gd name="connsiteX2102" fmla="*/ 7476954 w 10799257"/>
              <a:gd name="connsiteY2102" fmla="*/ 1441065 h 3098304"/>
              <a:gd name="connsiteX2103" fmla="*/ 7554691 w 10799257"/>
              <a:gd name="connsiteY2103" fmla="*/ 1363328 h 3098304"/>
              <a:gd name="connsiteX2104" fmla="*/ 7366470 w 10799257"/>
              <a:gd name="connsiteY2104" fmla="*/ 1363328 h 3098304"/>
              <a:gd name="connsiteX2105" fmla="*/ 7444207 w 10799257"/>
              <a:gd name="connsiteY2105" fmla="*/ 1441063 h 3098304"/>
              <a:gd name="connsiteX2106" fmla="*/ 7366470 w 10799257"/>
              <a:gd name="connsiteY2106" fmla="*/ 1518801 h 3098304"/>
              <a:gd name="connsiteX2107" fmla="*/ 7288733 w 10799257"/>
              <a:gd name="connsiteY2107" fmla="*/ 1441063 h 3098304"/>
              <a:gd name="connsiteX2108" fmla="*/ 7366470 w 10799257"/>
              <a:gd name="connsiteY2108" fmla="*/ 1363328 h 3098304"/>
              <a:gd name="connsiteX2109" fmla="*/ 7178248 w 10799257"/>
              <a:gd name="connsiteY2109" fmla="*/ 1363328 h 3098304"/>
              <a:gd name="connsiteX2110" fmla="*/ 7255985 w 10799257"/>
              <a:gd name="connsiteY2110" fmla="*/ 1441063 h 3098304"/>
              <a:gd name="connsiteX2111" fmla="*/ 7178248 w 10799257"/>
              <a:gd name="connsiteY2111" fmla="*/ 1518801 h 3098304"/>
              <a:gd name="connsiteX2112" fmla="*/ 7100511 w 10799257"/>
              <a:gd name="connsiteY2112" fmla="*/ 1441063 h 3098304"/>
              <a:gd name="connsiteX2113" fmla="*/ 7178248 w 10799257"/>
              <a:gd name="connsiteY2113" fmla="*/ 1363328 h 3098304"/>
              <a:gd name="connsiteX2114" fmla="*/ 6985324 w 10799257"/>
              <a:gd name="connsiteY2114" fmla="*/ 1363328 h 3098304"/>
              <a:gd name="connsiteX2115" fmla="*/ 7063061 w 10799257"/>
              <a:gd name="connsiteY2115" fmla="*/ 1441063 h 3098304"/>
              <a:gd name="connsiteX2116" fmla="*/ 6985324 w 10799257"/>
              <a:gd name="connsiteY2116" fmla="*/ 1518801 h 3098304"/>
              <a:gd name="connsiteX2117" fmla="*/ 6907587 w 10799257"/>
              <a:gd name="connsiteY2117" fmla="*/ 1441063 h 3098304"/>
              <a:gd name="connsiteX2118" fmla="*/ 6985324 w 10799257"/>
              <a:gd name="connsiteY2118" fmla="*/ 1363328 h 3098304"/>
              <a:gd name="connsiteX2119" fmla="*/ 6801806 w 10799257"/>
              <a:gd name="connsiteY2119" fmla="*/ 1363328 h 3098304"/>
              <a:gd name="connsiteX2120" fmla="*/ 6879543 w 10799257"/>
              <a:gd name="connsiteY2120" fmla="*/ 1441065 h 3098304"/>
              <a:gd name="connsiteX2121" fmla="*/ 6801806 w 10799257"/>
              <a:gd name="connsiteY2121" fmla="*/ 1518801 h 3098304"/>
              <a:gd name="connsiteX2122" fmla="*/ 6724069 w 10799257"/>
              <a:gd name="connsiteY2122" fmla="*/ 1441065 h 3098304"/>
              <a:gd name="connsiteX2123" fmla="*/ 6801806 w 10799257"/>
              <a:gd name="connsiteY2123" fmla="*/ 1363328 h 3098304"/>
              <a:gd name="connsiteX2124" fmla="*/ 6613585 w 10799257"/>
              <a:gd name="connsiteY2124" fmla="*/ 1363328 h 3098304"/>
              <a:gd name="connsiteX2125" fmla="*/ 6691322 w 10799257"/>
              <a:gd name="connsiteY2125" fmla="*/ 1441063 h 3098304"/>
              <a:gd name="connsiteX2126" fmla="*/ 6613585 w 10799257"/>
              <a:gd name="connsiteY2126" fmla="*/ 1518801 h 3098304"/>
              <a:gd name="connsiteX2127" fmla="*/ 6535848 w 10799257"/>
              <a:gd name="connsiteY2127" fmla="*/ 1441063 h 3098304"/>
              <a:gd name="connsiteX2128" fmla="*/ 6613585 w 10799257"/>
              <a:gd name="connsiteY2128" fmla="*/ 1363328 h 3098304"/>
              <a:gd name="connsiteX2129" fmla="*/ 6425364 w 10799257"/>
              <a:gd name="connsiteY2129" fmla="*/ 1363328 h 3098304"/>
              <a:gd name="connsiteX2130" fmla="*/ 6503101 w 10799257"/>
              <a:gd name="connsiteY2130" fmla="*/ 1441065 h 3098304"/>
              <a:gd name="connsiteX2131" fmla="*/ 6425364 w 10799257"/>
              <a:gd name="connsiteY2131" fmla="*/ 1518801 h 3098304"/>
              <a:gd name="connsiteX2132" fmla="*/ 6347627 w 10799257"/>
              <a:gd name="connsiteY2132" fmla="*/ 1441065 h 3098304"/>
              <a:gd name="connsiteX2133" fmla="*/ 6425364 w 10799257"/>
              <a:gd name="connsiteY2133" fmla="*/ 1363328 h 3098304"/>
              <a:gd name="connsiteX2134" fmla="*/ 6241848 w 10799257"/>
              <a:gd name="connsiteY2134" fmla="*/ 1363328 h 3098304"/>
              <a:gd name="connsiteX2135" fmla="*/ 6319585 w 10799257"/>
              <a:gd name="connsiteY2135" fmla="*/ 1441065 h 3098304"/>
              <a:gd name="connsiteX2136" fmla="*/ 6241848 w 10799257"/>
              <a:gd name="connsiteY2136" fmla="*/ 1518801 h 3098304"/>
              <a:gd name="connsiteX2137" fmla="*/ 6164111 w 10799257"/>
              <a:gd name="connsiteY2137" fmla="*/ 1441065 h 3098304"/>
              <a:gd name="connsiteX2138" fmla="*/ 6241848 w 10799257"/>
              <a:gd name="connsiteY2138" fmla="*/ 1363328 h 3098304"/>
              <a:gd name="connsiteX2139" fmla="*/ 6053629 w 10799257"/>
              <a:gd name="connsiteY2139" fmla="*/ 1363328 h 3098304"/>
              <a:gd name="connsiteX2140" fmla="*/ 6131366 w 10799257"/>
              <a:gd name="connsiteY2140" fmla="*/ 1441063 h 3098304"/>
              <a:gd name="connsiteX2141" fmla="*/ 6053629 w 10799257"/>
              <a:gd name="connsiteY2141" fmla="*/ 1518801 h 3098304"/>
              <a:gd name="connsiteX2142" fmla="*/ 5975892 w 10799257"/>
              <a:gd name="connsiteY2142" fmla="*/ 1441063 h 3098304"/>
              <a:gd name="connsiteX2143" fmla="*/ 6053629 w 10799257"/>
              <a:gd name="connsiteY2143" fmla="*/ 1363328 h 3098304"/>
              <a:gd name="connsiteX2144" fmla="*/ 5870110 w 10799257"/>
              <a:gd name="connsiteY2144" fmla="*/ 1363328 h 3098304"/>
              <a:gd name="connsiteX2145" fmla="*/ 5947847 w 10799257"/>
              <a:gd name="connsiteY2145" fmla="*/ 1441065 h 3098304"/>
              <a:gd name="connsiteX2146" fmla="*/ 5870110 w 10799257"/>
              <a:gd name="connsiteY2146" fmla="*/ 1518801 h 3098304"/>
              <a:gd name="connsiteX2147" fmla="*/ 5792373 w 10799257"/>
              <a:gd name="connsiteY2147" fmla="*/ 1441065 h 3098304"/>
              <a:gd name="connsiteX2148" fmla="*/ 5870110 w 10799257"/>
              <a:gd name="connsiteY2148" fmla="*/ 1363328 h 3098304"/>
              <a:gd name="connsiteX2149" fmla="*/ 5681942 w 10799257"/>
              <a:gd name="connsiteY2149" fmla="*/ 1363328 h 3098304"/>
              <a:gd name="connsiteX2150" fmla="*/ 5759628 w 10799257"/>
              <a:gd name="connsiteY2150" fmla="*/ 1441065 h 3098304"/>
              <a:gd name="connsiteX2151" fmla="*/ 5681942 w 10799257"/>
              <a:gd name="connsiteY2151" fmla="*/ 1518801 h 3098304"/>
              <a:gd name="connsiteX2152" fmla="*/ 5604176 w 10799257"/>
              <a:gd name="connsiteY2152" fmla="*/ 1441065 h 3098304"/>
              <a:gd name="connsiteX2153" fmla="*/ 5681942 w 10799257"/>
              <a:gd name="connsiteY2153" fmla="*/ 1363328 h 3098304"/>
              <a:gd name="connsiteX2154" fmla="*/ 4745533 w 10799257"/>
              <a:gd name="connsiteY2154" fmla="*/ 1363328 h 3098304"/>
              <a:gd name="connsiteX2155" fmla="*/ 4823263 w 10799257"/>
              <a:gd name="connsiteY2155" fmla="*/ 1441063 h 3098304"/>
              <a:gd name="connsiteX2156" fmla="*/ 4745533 w 10799257"/>
              <a:gd name="connsiteY2156" fmla="*/ 1518801 h 3098304"/>
              <a:gd name="connsiteX2157" fmla="*/ 4667783 w 10799257"/>
              <a:gd name="connsiteY2157" fmla="*/ 1441063 h 3098304"/>
              <a:gd name="connsiteX2158" fmla="*/ 4745533 w 10799257"/>
              <a:gd name="connsiteY2158" fmla="*/ 1363328 h 3098304"/>
              <a:gd name="connsiteX2159" fmla="*/ 4557296 w 10799257"/>
              <a:gd name="connsiteY2159" fmla="*/ 1363328 h 3098304"/>
              <a:gd name="connsiteX2160" fmla="*/ 4635044 w 10799257"/>
              <a:gd name="connsiteY2160" fmla="*/ 1441065 h 3098304"/>
              <a:gd name="connsiteX2161" fmla="*/ 4557296 w 10799257"/>
              <a:gd name="connsiteY2161" fmla="*/ 1518801 h 3098304"/>
              <a:gd name="connsiteX2162" fmla="*/ 4479562 w 10799257"/>
              <a:gd name="connsiteY2162" fmla="*/ 1441065 h 3098304"/>
              <a:gd name="connsiteX2163" fmla="*/ 4557296 w 10799257"/>
              <a:gd name="connsiteY2163" fmla="*/ 1363328 h 3098304"/>
              <a:gd name="connsiteX2164" fmla="*/ 4373781 w 10799257"/>
              <a:gd name="connsiteY2164" fmla="*/ 1363328 h 3098304"/>
              <a:gd name="connsiteX2165" fmla="*/ 4451515 w 10799257"/>
              <a:gd name="connsiteY2165" fmla="*/ 1441065 h 3098304"/>
              <a:gd name="connsiteX2166" fmla="*/ 4373781 w 10799257"/>
              <a:gd name="connsiteY2166" fmla="*/ 1518801 h 3098304"/>
              <a:gd name="connsiteX2167" fmla="*/ 4296053 w 10799257"/>
              <a:gd name="connsiteY2167" fmla="*/ 1441065 h 3098304"/>
              <a:gd name="connsiteX2168" fmla="*/ 4373781 w 10799257"/>
              <a:gd name="connsiteY2168" fmla="*/ 1363328 h 3098304"/>
              <a:gd name="connsiteX2169" fmla="*/ 3625629 w 10799257"/>
              <a:gd name="connsiteY2169" fmla="*/ 1363328 h 3098304"/>
              <a:gd name="connsiteX2170" fmla="*/ 3703372 w 10799257"/>
              <a:gd name="connsiteY2170" fmla="*/ 1441063 h 3098304"/>
              <a:gd name="connsiteX2171" fmla="*/ 3625629 w 10799257"/>
              <a:gd name="connsiteY2171" fmla="*/ 1518801 h 3098304"/>
              <a:gd name="connsiteX2172" fmla="*/ 3547906 w 10799257"/>
              <a:gd name="connsiteY2172" fmla="*/ 1441063 h 3098304"/>
              <a:gd name="connsiteX2173" fmla="*/ 3625629 w 10799257"/>
              <a:gd name="connsiteY2173" fmla="*/ 1363328 h 3098304"/>
              <a:gd name="connsiteX2174" fmla="*/ 3442093 w 10799257"/>
              <a:gd name="connsiteY2174" fmla="*/ 1363328 h 3098304"/>
              <a:gd name="connsiteX2175" fmla="*/ 3519851 w 10799257"/>
              <a:gd name="connsiteY2175" fmla="*/ 1441065 h 3098304"/>
              <a:gd name="connsiteX2176" fmla="*/ 3442093 w 10799257"/>
              <a:gd name="connsiteY2176" fmla="*/ 1518801 h 3098304"/>
              <a:gd name="connsiteX2177" fmla="*/ 3364502 w 10799257"/>
              <a:gd name="connsiteY2177" fmla="*/ 1441065 h 3098304"/>
              <a:gd name="connsiteX2178" fmla="*/ 3442093 w 10799257"/>
              <a:gd name="connsiteY2178" fmla="*/ 1363328 h 3098304"/>
              <a:gd name="connsiteX2179" fmla="*/ 2689371 w 10799257"/>
              <a:gd name="connsiteY2179" fmla="*/ 1363328 h 3098304"/>
              <a:gd name="connsiteX2180" fmla="*/ 2767077 w 10799257"/>
              <a:gd name="connsiteY2180" fmla="*/ 1441063 h 3098304"/>
              <a:gd name="connsiteX2181" fmla="*/ 2689371 w 10799257"/>
              <a:gd name="connsiteY2181" fmla="*/ 1518801 h 3098304"/>
              <a:gd name="connsiteX2182" fmla="*/ 2611635 w 10799257"/>
              <a:gd name="connsiteY2182" fmla="*/ 1441063 h 3098304"/>
              <a:gd name="connsiteX2183" fmla="*/ 2689371 w 10799257"/>
              <a:gd name="connsiteY2183" fmla="*/ 1363328 h 3098304"/>
              <a:gd name="connsiteX2184" fmla="*/ 2510551 w 10799257"/>
              <a:gd name="connsiteY2184" fmla="*/ 1363328 h 3098304"/>
              <a:gd name="connsiteX2185" fmla="*/ 2588296 w 10799257"/>
              <a:gd name="connsiteY2185" fmla="*/ 1441065 h 3098304"/>
              <a:gd name="connsiteX2186" fmla="*/ 2510551 w 10799257"/>
              <a:gd name="connsiteY2186" fmla="*/ 1518801 h 3098304"/>
              <a:gd name="connsiteX2187" fmla="*/ 2432787 w 10799257"/>
              <a:gd name="connsiteY2187" fmla="*/ 1441065 h 3098304"/>
              <a:gd name="connsiteX2188" fmla="*/ 2510551 w 10799257"/>
              <a:gd name="connsiteY2188" fmla="*/ 1363328 h 3098304"/>
              <a:gd name="connsiteX2189" fmla="*/ 1941203 w 10799257"/>
              <a:gd name="connsiteY2189" fmla="*/ 1363328 h 3098304"/>
              <a:gd name="connsiteX2190" fmla="*/ 2018925 w 10799257"/>
              <a:gd name="connsiteY2190" fmla="*/ 1441063 h 3098304"/>
              <a:gd name="connsiteX2191" fmla="*/ 1941203 w 10799257"/>
              <a:gd name="connsiteY2191" fmla="*/ 1518801 h 3098304"/>
              <a:gd name="connsiteX2192" fmla="*/ 1863480 w 10799257"/>
              <a:gd name="connsiteY2192" fmla="*/ 1441063 h 3098304"/>
              <a:gd name="connsiteX2193" fmla="*/ 1941203 w 10799257"/>
              <a:gd name="connsiteY2193" fmla="*/ 1363328 h 3098304"/>
              <a:gd name="connsiteX2194" fmla="*/ 1757713 w 10799257"/>
              <a:gd name="connsiteY2194" fmla="*/ 1363328 h 3098304"/>
              <a:gd name="connsiteX2195" fmla="*/ 1835442 w 10799257"/>
              <a:gd name="connsiteY2195" fmla="*/ 1441065 h 3098304"/>
              <a:gd name="connsiteX2196" fmla="*/ 1757713 w 10799257"/>
              <a:gd name="connsiteY2196" fmla="*/ 1518801 h 3098304"/>
              <a:gd name="connsiteX2197" fmla="*/ 1679986 w 10799257"/>
              <a:gd name="connsiteY2197" fmla="*/ 1441065 h 3098304"/>
              <a:gd name="connsiteX2198" fmla="*/ 1757713 w 10799257"/>
              <a:gd name="connsiteY2198" fmla="*/ 1363328 h 3098304"/>
              <a:gd name="connsiteX2199" fmla="*/ 1569475 w 10799257"/>
              <a:gd name="connsiteY2199" fmla="*/ 1363328 h 3098304"/>
              <a:gd name="connsiteX2200" fmla="*/ 1647245 w 10799257"/>
              <a:gd name="connsiteY2200" fmla="*/ 1441063 h 3098304"/>
              <a:gd name="connsiteX2201" fmla="*/ 1569475 w 10799257"/>
              <a:gd name="connsiteY2201" fmla="*/ 1518801 h 3098304"/>
              <a:gd name="connsiteX2202" fmla="*/ 1491765 w 10799257"/>
              <a:gd name="connsiteY2202" fmla="*/ 1441063 h 3098304"/>
              <a:gd name="connsiteX2203" fmla="*/ 1569475 w 10799257"/>
              <a:gd name="connsiteY2203" fmla="*/ 1363328 h 3098304"/>
              <a:gd name="connsiteX2204" fmla="*/ 1385952 w 10799257"/>
              <a:gd name="connsiteY2204" fmla="*/ 1363328 h 3098304"/>
              <a:gd name="connsiteX2205" fmla="*/ 1463714 w 10799257"/>
              <a:gd name="connsiteY2205" fmla="*/ 1441063 h 3098304"/>
              <a:gd name="connsiteX2206" fmla="*/ 1385952 w 10799257"/>
              <a:gd name="connsiteY2206" fmla="*/ 1518801 h 3098304"/>
              <a:gd name="connsiteX2207" fmla="*/ 1308193 w 10799257"/>
              <a:gd name="connsiteY2207" fmla="*/ 1441063 h 3098304"/>
              <a:gd name="connsiteX2208" fmla="*/ 1385952 w 10799257"/>
              <a:gd name="connsiteY2208" fmla="*/ 1363328 h 3098304"/>
              <a:gd name="connsiteX2209" fmla="*/ 1202404 w 10799257"/>
              <a:gd name="connsiteY2209" fmla="*/ 1363328 h 3098304"/>
              <a:gd name="connsiteX2210" fmla="*/ 1280142 w 10799257"/>
              <a:gd name="connsiteY2210" fmla="*/ 1441063 h 3098304"/>
              <a:gd name="connsiteX2211" fmla="*/ 1202404 w 10799257"/>
              <a:gd name="connsiteY2211" fmla="*/ 1518801 h 3098304"/>
              <a:gd name="connsiteX2212" fmla="*/ 1124704 w 10799257"/>
              <a:gd name="connsiteY2212" fmla="*/ 1441063 h 3098304"/>
              <a:gd name="connsiteX2213" fmla="*/ 1202404 w 10799257"/>
              <a:gd name="connsiteY2213" fmla="*/ 1363328 h 3098304"/>
              <a:gd name="connsiteX2214" fmla="*/ 1014166 w 10799257"/>
              <a:gd name="connsiteY2214" fmla="*/ 1363328 h 3098304"/>
              <a:gd name="connsiteX2215" fmla="*/ 1091934 w 10799257"/>
              <a:gd name="connsiteY2215" fmla="*/ 1441063 h 3098304"/>
              <a:gd name="connsiteX2216" fmla="*/ 1014166 w 10799257"/>
              <a:gd name="connsiteY2216" fmla="*/ 1518801 h 3098304"/>
              <a:gd name="connsiteX2217" fmla="*/ 936469 w 10799257"/>
              <a:gd name="connsiteY2217" fmla="*/ 1441063 h 3098304"/>
              <a:gd name="connsiteX2218" fmla="*/ 1014166 w 10799257"/>
              <a:gd name="connsiteY2218" fmla="*/ 1363328 h 3098304"/>
              <a:gd name="connsiteX2219" fmla="*/ 830663 w 10799257"/>
              <a:gd name="connsiteY2219" fmla="*/ 1363328 h 3098304"/>
              <a:gd name="connsiteX2220" fmla="*/ 908428 w 10799257"/>
              <a:gd name="connsiteY2220" fmla="*/ 1441063 h 3098304"/>
              <a:gd name="connsiteX2221" fmla="*/ 830663 w 10799257"/>
              <a:gd name="connsiteY2221" fmla="*/ 1518801 h 3098304"/>
              <a:gd name="connsiteX2222" fmla="*/ 752920 w 10799257"/>
              <a:gd name="connsiteY2222" fmla="*/ 1441063 h 3098304"/>
              <a:gd name="connsiteX2223" fmla="*/ 830663 w 10799257"/>
              <a:gd name="connsiteY2223" fmla="*/ 1363328 h 3098304"/>
              <a:gd name="connsiteX2224" fmla="*/ 904116 w 10799257"/>
              <a:gd name="connsiteY2224" fmla="*/ 1250280 h 3098304"/>
              <a:gd name="connsiteX2225" fmla="*/ 908437 w 10799257"/>
              <a:gd name="connsiteY2225" fmla="*/ 1271666 h 3098304"/>
              <a:gd name="connsiteX2226" fmla="*/ 830675 w 10799257"/>
              <a:gd name="connsiteY2226" fmla="*/ 1349403 h 3098304"/>
              <a:gd name="connsiteX2227" fmla="*/ 800411 w 10799257"/>
              <a:gd name="connsiteY2227" fmla="*/ 1343294 h 3098304"/>
              <a:gd name="connsiteX2228" fmla="*/ 784744 w 10799257"/>
              <a:gd name="connsiteY2228" fmla="*/ 1332732 h 3098304"/>
              <a:gd name="connsiteX2229" fmla="*/ 9356340 w 10799257"/>
              <a:gd name="connsiteY2229" fmla="*/ 1219769 h 3098304"/>
              <a:gd name="connsiteX2230" fmla="*/ 9481917 w 10799257"/>
              <a:gd name="connsiteY2230" fmla="*/ 1306507 h 3098304"/>
              <a:gd name="connsiteX2231" fmla="*/ 9468346 w 10799257"/>
              <a:gd name="connsiteY2231" fmla="*/ 1326635 h 3098304"/>
              <a:gd name="connsiteX2232" fmla="*/ 9413378 w 10799257"/>
              <a:gd name="connsiteY2232" fmla="*/ 1349403 h 3098304"/>
              <a:gd name="connsiteX2233" fmla="*/ 9335641 w 10799257"/>
              <a:gd name="connsiteY2233" fmla="*/ 1271666 h 3098304"/>
              <a:gd name="connsiteX2234" fmla="*/ 9341750 w 10799257"/>
              <a:gd name="connsiteY2234" fmla="*/ 1241408 h 3098304"/>
              <a:gd name="connsiteX2235" fmla="*/ 9234567 w 10799257"/>
              <a:gd name="connsiteY2235" fmla="*/ 1193930 h 3098304"/>
              <a:gd name="connsiteX2236" fmla="*/ 9312304 w 10799257"/>
              <a:gd name="connsiteY2236" fmla="*/ 1271666 h 3098304"/>
              <a:gd name="connsiteX2237" fmla="*/ 9234567 w 10799257"/>
              <a:gd name="connsiteY2237" fmla="*/ 1349403 h 3098304"/>
              <a:gd name="connsiteX2238" fmla="*/ 9156831 w 10799257"/>
              <a:gd name="connsiteY2238" fmla="*/ 1271666 h 3098304"/>
              <a:gd name="connsiteX2239" fmla="*/ 9234567 w 10799257"/>
              <a:gd name="connsiteY2239" fmla="*/ 1193930 h 3098304"/>
              <a:gd name="connsiteX2240" fmla="*/ 9036935 w 10799257"/>
              <a:gd name="connsiteY2240" fmla="*/ 1193930 h 3098304"/>
              <a:gd name="connsiteX2241" fmla="*/ 9114672 w 10799257"/>
              <a:gd name="connsiteY2241" fmla="*/ 1271666 h 3098304"/>
              <a:gd name="connsiteX2242" fmla="*/ 9036935 w 10799257"/>
              <a:gd name="connsiteY2242" fmla="*/ 1349403 h 3098304"/>
              <a:gd name="connsiteX2243" fmla="*/ 8959198 w 10799257"/>
              <a:gd name="connsiteY2243" fmla="*/ 1271666 h 3098304"/>
              <a:gd name="connsiteX2244" fmla="*/ 9036935 w 10799257"/>
              <a:gd name="connsiteY2244" fmla="*/ 1193930 h 3098304"/>
              <a:gd name="connsiteX2245" fmla="*/ 8853419 w 10799257"/>
              <a:gd name="connsiteY2245" fmla="*/ 1193930 h 3098304"/>
              <a:gd name="connsiteX2246" fmla="*/ 8931156 w 10799257"/>
              <a:gd name="connsiteY2246" fmla="*/ 1271666 h 3098304"/>
              <a:gd name="connsiteX2247" fmla="*/ 8853419 w 10799257"/>
              <a:gd name="connsiteY2247" fmla="*/ 1349403 h 3098304"/>
              <a:gd name="connsiteX2248" fmla="*/ 8775682 w 10799257"/>
              <a:gd name="connsiteY2248" fmla="*/ 1271666 h 3098304"/>
              <a:gd name="connsiteX2249" fmla="*/ 8853419 w 10799257"/>
              <a:gd name="connsiteY2249" fmla="*/ 1193930 h 3098304"/>
              <a:gd name="connsiteX2250" fmla="*/ 8669907 w 10799257"/>
              <a:gd name="connsiteY2250" fmla="*/ 1193930 h 3098304"/>
              <a:gd name="connsiteX2251" fmla="*/ 8747644 w 10799257"/>
              <a:gd name="connsiteY2251" fmla="*/ 1271666 h 3098304"/>
              <a:gd name="connsiteX2252" fmla="*/ 8669907 w 10799257"/>
              <a:gd name="connsiteY2252" fmla="*/ 1349403 h 3098304"/>
              <a:gd name="connsiteX2253" fmla="*/ 8592170 w 10799257"/>
              <a:gd name="connsiteY2253" fmla="*/ 1271666 h 3098304"/>
              <a:gd name="connsiteX2254" fmla="*/ 8669907 w 10799257"/>
              <a:gd name="connsiteY2254" fmla="*/ 1193930 h 3098304"/>
              <a:gd name="connsiteX2255" fmla="*/ 8481683 w 10799257"/>
              <a:gd name="connsiteY2255" fmla="*/ 1193930 h 3098304"/>
              <a:gd name="connsiteX2256" fmla="*/ 8559420 w 10799257"/>
              <a:gd name="connsiteY2256" fmla="*/ 1271666 h 3098304"/>
              <a:gd name="connsiteX2257" fmla="*/ 8481683 w 10799257"/>
              <a:gd name="connsiteY2257" fmla="*/ 1349403 h 3098304"/>
              <a:gd name="connsiteX2258" fmla="*/ 8403946 w 10799257"/>
              <a:gd name="connsiteY2258" fmla="*/ 1271666 h 3098304"/>
              <a:gd name="connsiteX2259" fmla="*/ 8481683 w 10799257"/>
              <a:gd name="connsiteY2259" fmla="*/ 1193930 h 3098304"/>
              <a:gd name="connsiteX2260" fmla="*/ 8298166 w 10799257"/>
              <a:gd name="connsiteY2260" fmla="*/ 1193930 h 3098304"/>
              <a:gd name="connsiteX2261" fmla="*/ 8375903 w 10799257"/>
              <a:gd name="connsiteY2261" fmla="*/ 1271666 h 3098304"/>
              <a:gd name="connsiteX2262" fmla="*/ 8298166 w 10799257"/>
              <a:gd name="connsiteY2262" fmla="*/ 1349403 h 3098304"/>
              <a:gd name="connsiteX2263" fmla="*/ 8220429 w 10799257"/>
              <a:gd name="connsiteY2263" fmla="*/ 1271666 h 3098304"/>
              <a:gd name="connsiteX2264" fmla="*/ 8298166 w 10799257"/>
              <a:gd name="connsiteY2264" fmla="*/ 1193930 h 3098304"/>
              <a:gd name="connsiteX2265" fmla="*/ 8109946 w 10799257"/>
              <a:gd name="connsiteY2265" fmla="*/ 1193930 h 3098304"/>
              <a:gd name="connsiteX2266" fmla="*/ 8187683 w 10799257"/>
              <a:gd name="connsiteY2266" fmla="*/ 1271666 h 3098304"/>
              <a:gd name="connsiteX2267" fmla="*/ 8109946 w 10799257"/>
              <a:gd name="connsiteY2267" fmla="*/ 1349403 h 3098304"/>
              <a:gd name="connsiteX2268" fmla="*/ 8032209 w 10799257"/>
              <a:gd name="connsiteY2268" fmla="*/ 1271666 h 3098304"/>
              <a:gd name="connsiteX2269" fmla="*/ 8109946 w 10799257"/>
              <a:gd name="connsiteY2269" fmla="*/ 1193930 h 3098304"/>
              <a:gd name="connsiteX2270" fmla="*/ 7926432 w 10799257"/>
              <a:gd name="connsiteY2270" fmla="*/ 1193930 h 3098304"/>
              <a:gd name="connsiteX2271" fmla="*/ 8004169 w 10799257"/>
              <a:gd name="connsiteY2271" fmla="*/ 1271666 h 3098304"/>
              <a:gd name="connsiteX2272" fmla="*/ 7926432 w 10799257"/>
              <a:gd name="connsiteY2272" fmla="*/ 1349403 h 3098304"/>
              <a:gd name="connsiteX2273" fmla="*/ 7848695 w 10799257"/>
              <a:gd name="connsiteY2273" fmla="*/ 1271666 h 3098304"/>
              <a:gd name="connsiteX2274" fmla="*/ 7926432 w 10799257"/>
              <a:gd name="connsiteY2274" fmla="*/ 1193930 h 3098304"/>
              <a:gd name="connsiteX2275" fmla="*/ 7738211 w 10799257"/>
              <a:gd name="connsiteY2275" fmla="*/ 1193930 h 3098304"/>
              <a:gd name="connsiteX2276" fmla="*/ 7815947 w 10799257"/>
              <a:gd name="connsiteY2276" fmla="*/ 1271666 h 3098304"/>
              <a:gd name="connsiteX2277" fmla="*/ 7738211 w 10799257"/>
              <a:gd name="connsiteY2277" fmla="*/ 1349403 h 3098304"/>
              <a:gd name="connsiteX2278" fmla="*/ 7660474 w 10799257"/>
              <a:gd name="connsiteY2278" fmla="*/ 1271666 h 3098304"/>
              <a:gd name="connsiteX2279" fmla="*/ 7738211 w 10799257"/>
              <a:gd name="connsiteY2279" fmla="*/ 1193930 h 3098304"/>
              <a:gd name="connsiteX2280" fmla="*/ 7554691 w 10799257"/>
              <a:gd name="connsiteY2280" fmla="*/ 1193930 h 3098304"/>
              <a:gd name="connsiteX2281" fmla="*/ 7632428 w 10799257"/>
              <a:gd name="connsiteY2281" fmla="*/ 1271666 h 3098304"/>
              <a:gd name="connsiteX2282" fmla="*/ 7554691 w 10799257"/>
              <a:gd name="connsiteY2282" fmla="*/ 1349403 h 3098304"/>
              <a:gd name="connsiteX2283" fmla="*/ 7476954 w 10799257"/>
              <a:gd name="connsiteY2283" fmla="*/ 1271666 h 3098304"/>
              <a:gd name="connsiteX2284" fmla="*/ 7554691 w 10799257"/>
              <a:gd name="connsiteY2284" fmla="*/ 1193930 h 3098304"/>
              <a:gd name="connsiteX2285" fmla="*/ 7366470 w 10799257"/>
              <a:gd name="connsiteY2285" fmla="*/ 1193930 h 3098304"/>
              <a:gd name="connsiteX2286" fmla="*/ 7444207 w 10799257"/>
              <a:gd name="connsiteY2286" fmla="*/ 1271666 h 3098304"/>
              <a:gd name="connsiteX2287" fmla="*/ 7366470 w 10799257"/>
              <a:gd name="connsiteY2287" fmla="*/ 1349403 h 3098304"/>
              <a:gd name="connsiteX2288" fmla="*/ 7288733 w 10799257"/>
              <a:gd name="connsiteY2288" fmla="*/ 1271666 h 3098304"/>
              <a:gd name="connsiteX2289" fmla="*/ 7366470 w 10799257"/>
              <a:gd name="connsiteY2289" fmla="*/ 1193930 h 3098304"/>
              <a:gd name="connsiteX2290" fmla="*/ 7178249 w 10799257"/>
              <a:gd name="connsiteY2290" fmla="*/ 1193930 h 3098304"/>
              <a:gd name="connsiteX2291" fmla="*/ 7255986 w 10799257"/>
              <a:gd name="connsiteY2291" fmla="*/ 1271666 h 3098304"/>
              <a:gd name="connsiteX2292" fmla="*/ 7178249 w 10799257"/>
              <a:gd name="connsiteY2292" fmla="*/ 1349403 h 3098304"/>
              <a:gd name="connsiteX2293" fmla="*/ 7100512 w 10799257"/>
              <a:gd name="connsiteY2293" fmla="*/ 1271666 h 3098304"/>
              <a:gd name="connsiteX2294" fmla="*/ 7178249 w 10799257"/>
              <a:gd name="connsiteY2294" fmla="*/ 1193930 h 3098304"/>
              <a:gd name="connsiteX2295" fmla="*/ 6985324 w 10799257"/>
              <a:gd name="connsiteY2295" fmla="*/ 1193930 h 3098304"/>
              <a:gd name="connsiteX2296" fmla="*/ 7063061 w 10799257"/>
              <a:gd name="connsiteY2296" fmla="*/ 1271666 h 3098304"/>
              <a:gd name="connsiteX2297" fmla="*/ 6985324 w 10799257"/>
              <a:gd name="connsiteY2297" fmla="*/ 1349403 h 3098304"/>
              <a:gd name="connsiteX2298" fmla="*/ 6907587 w 10799257"/>
              <a:gd name="connsiteY2298" fmla="*/ 1271666 h 3098304"/>
              <a:gd name="connsiteX2299" fmla="*/ 6985324 w 10799257"/>
              <a:gd name="connsiteY2299" fmla="*/ 1193930 h 3098304"/>
              <a:gd name="connsiteX2300" fmla="*/ 6801807 w 10799257"/>
              <a:gd name="connsiteY2300" fmla="*/ 1193930 h 3098304"/>
              <a:gd name="connsiteX2301" fmla="*/ 6879544 w 10799257"/>
              <a:gd name="connsiteY2301" fmla="*/ 1271666 h 3098304"/>
              <a:gd name="connsiteX2302" fmla="*/ 6801807 w 10799257"/>
              <a:gd name="connsiteY2302" fmla="*/ 1349403 h 3098304"/>
              <a:gd name="connsiteX2303" fmla="*/ 6724070 w 10799257"/>
              <a:gd name="connsiteY2303" fmla="*/ 1271666 h 3098304"/>
              <a:gd name="connsiteX2304" fmla="*/ 6801807 w 10799257"/>
              <a:gd name="connsiteY2304" fmla="*/ 1193930 h 3098304"/>
              <a:gd name="connsiteX2305" fmla="*/ 6613586 w 10799257"/>
              <a:gd name="connsiteY2305" fmla="*/ 1193930 h 3098304"/>
              <a:gd name="connsiteX2306" fmla="*/ 6691323 w 10799257"/>
              <a:gd name="connsiteY2306" fmla="*/ 1271666 h 3098304"/>
              <a:gd name="connsiteX2307" fmla="*/ 6613586 w 10799257"/>
              <a:gd name="connsiteY2307" fmla="*/ 1349403 h 3098304"/>
              <a:gd name="connsiteX2308" fmla="*/ 6535849 w 10799257"/>
              <a:gd name="connsiteY2308" fmla="*/ 1271666 h 3098304"/>
              <a:gd name="connsiteX2309" fmla="*/ 6613586 w 10799257"/>
              <a:gd name="connsiteY2309" fmla="*/ 1193930 h 3098304"/>
              <a:gd name="connsiteX2310" fmla="*/ 6425365 w 10799257"/>
              <a:gd name="connsiteY2310" fmla="*/ 1193930 h 3098304"/>
              <a:gd name="connsiteX2311" fmla="*/ 6503102 w 10799257"/>
              <a:gd name="connsiteY2311" fmla="*/ 1271666 h 3098304"/>
              <a:gd name="connsiteX2312" fmla="*/ 6425365 w 10799257"/>
              <a:gd name="connsiteY2312" fmla="*/ 1349403 h 3098304"/>
              <a:gd name="connsiteX2313" fmla="*/ 6347628 w 10799257"/>
              <a:gd name="connsiteY2313" fmla="*/ 1271666 h 3098304"/>
              <a:gd name="connsiteX2314" fmla="*/ 6425365 w 10799257"/>
              <a:gd name="connsiteY2314" fmla="*/ 1193930 h 3098304"/>
              <a:gd name="connsiteX2315" fmla="*/ 6241848 w 10799257"/>
              <a:gd name="connsiteY2315" fmla="*/ 1193930 h 3098304"/>
              <a:gd name="connsiteX2316" fmla="*/ 6319585 w 10799257"/>
              <a:gd name="connsiteY2316" fmla="*/ 1271666 h 3098304"/>
              <a:gd name="connsiteX2317" fmla="*/ 6241848 w 10799257"/>
              <a:gd name="connsiteY2317" fmla="*/ 1349403 h 3098304"/>
              <a:gd name="connsiteX2318" fmla="*/ 6164111 w 10799257"/>
              <a:gd name="connsiteY2318" fmla="*/ 1271666 h 3098304"/>
              <a:gd name="connsiteX2319" fmla="*/ 6241848 w 10799257"/>
              <a:gd name="connsiteY2319" fmla="*/ 1193930 h 3098304"/>
              <a:gd name="connsiteX2320" fmla="*/ 6053629 w 10799257"/>
              <a:gd name="connsiteY2320" fmla="*/ 1193930 h 3098304"/>
              <a:gd name="connsiteX2321" fmla="*/ 6131366 w 10799257"/>
              <a:gd name="connsiteY2321" fmla="*/ 1271666 h 3098304"/>
              <a:gd name="connsiteX2322" fmla="*/ 6053629 w 10799257"/>
              <a:gd name="connsiteY2322" fmla="*/ 1349403 h 3098304"/>
              <a:gd name="connsiteX2323" fmla="*/ 5975892 w 10799257"/>
              <a:gd name="connsiteY2323" fmla="*/ 1271666 h 3098304"/>
              <a:gd name="connsiteX2324" fmla="*/ 6053629 w 10799257"/>
              <a:gd name="connsiteY2324" fmla="*/ 1193930 h 3098304"/>
              <a:gd name="connsiteX2325" fmla="*/ 5870112 w 10799257"/>
              <a:gd name="connsiteY2325" fmla="*/ 1193930 h 3098304"/>
              <a:gd name="connsiteX2326" fmla="*/ 5947849 w 10799257"/>
              <a:gd name="connsiteY2326" fmla="*/ 1271666 h 3098304"/>
              <a:gd name="connsiteX2327" fmla="*/ 5870112 w 10799257"/>
              <a:gd name="connsiteY2327" fmla="*/ 1349403 h 3098304"/>
              <a:gd name="connsiteX2328" fmla="*/ 5792375 w 10799257"/>
              <a:gd name="connsiteY2328" fmla="*/ 1271666 h 3098304"/>
              <a:gd name="connsiteX2329" fmla="*/ 5870112 w 10799257"/>
              <a:gd name="connsiteY2329" fmla="*/ 1193930 h 3098304"/>
              <a:gd name="connsiteX2330" fmla="*/ 4557299 w 10799257"/>
              <a:gd name="connsiteY2330" fmla="*/ 1193930 h 3098304"/>
              <a:gd name="connsiteX2331" fmla="*/ 4635045 w 10799257"/>
              <a:gd name="connsiteY2331" fmla="*/ 1271666 h 3098304"/>
              <a:gd name="connsiteX2332" fmla="*/ 4557299 w 10799257"/>
              <a:gd name="connsiteY2332" fmla="*/ 1349403 h 3098304"/>
              <a:gd name="connsiteX2333" fmla="*/ 4479562 w 10799257"/>
              <a:gd name="connsiteY2333" fmla="*/ 1271666 h 3098304"/>
              <a:gd name="connsiteX2334" fmla="*/ 4557299 w 10799257"/>
              <a:gd name="connsiteY2334" fmla="*/ 1193930 h 3098304"/>
              <a:gd name="connsiteX2335" fmla="*/ 3813851 w 10799257"/>
              <a:gd name="connsiteY2335" fmla="*/ 1193930 h 3098304"/>
              <a:gd name="connsiteX2336" fmla="*/ 3891562 w 10799257"/>
              <a:gd name="connsiteY2336" fmla="*/ 1271666 h 3098304"/>
              <a:gd name="connsiteX2337" fmla="*/ 3813851 w 10799257"/>
              <a:gd name="connsiteY2337" fmla="*/ 1349403 h 3098304"/>
              <a:gd name="connsiteX2338" fmla="*/ 3736077 w 10799257"/>
              <a:gd name="connsiteY2338" fmla="*/ 1271666 h 3098304"/>
              <a:gd name="connsiteX2339" fmla="*/ 3813851 w 10799257"/>
              <a:gd name="connsiteY2339" fmla="*/ 1193930 h 3098304"/>
              <a:gd name="connsiteX2340" fmla="*/ 3625629 w 10799257"/>
              <a:gd name="connsiteY2340" fmla="*/ 1193930 h 3098304"/>
              <a:gd name="connsiteX2341" fmla="*/ 3703372 w 10799257"/>
              <a:gd name="connsiteY2341" fmla="*/ 1271666 h 3098304"/>
              <a:gd name="connsiteX2342" fmla="*/ 3625629 w 10799257"/>
              <a:gd name="connsiteY2342" fmla="*/ 1349403 h 3098304"/>
              <a:gd name="connsiteX2343" fmla="*/ 3547906 w 10799257"/>
              <a:gd name="connsiteY2343" fmla="*/ 1271666 h 3098304"/>
              <a:gd name="connsiteX2344" fmla="*/ 3625629 w 10799257"/>
              <a:gd name="connsiteY2344" fmla="*/ 1193930 h 3098304"/>
              <a:gd name="connsiteX2345" fmla="*/ 3442093 w 10799257"/>
              <a:gd name="connsiteY2345" fmla="*/ 1193930 h 3098304"/>
              <a:gd name="connsiteX2346" fmla="*/ 3519851 w 10799257"/>
              <a:gd name="connsiteY2346" fmla="*/ 1271666 h 3098304"/>
              <a:gd name="connsiteX2347" fmla="*/ 3442093 w 10799257"/>
              <a:gd name="connsiteY2347" fmla="*/ 1349403 h 3098304"/>
              <a:gd name="connsiteX2348" fmla="*/ 3364515 w 10799257"/>
              <a:gd name="connsiteY2348" fmla="*/ 1271666 h 3098304"/>
              <a:gd name="connsiteX2349" fmla="*/ 3442093 w 10799257"/>
              <a:gd name="connsiteY2349" fmla="*/ 1193930 h 3098304"/>
              <a:gd name="connsiteX2350" fmla="*/ 2689384 w 10799257"/>
              <a:gd name="connsiteY2350" fmla="*/ 1193930 h 3098304"/>
              <a:gd name="connsiteX2351" fmla="*/ 2767088 w 10799257"/>
              <a:gd name="connsiteY2351" fmla="*/ 1271666 h 3098304"/>
              <a:gd name="connsiteX2352" fmla="*/ 2689384 w 10799257"/>
              <a:gd name="connsiteY2352" fmla="*/ 1349403 h 3098304"/>
              <a:gd name="connsiteX2353" fmla="*/ 2611650 w 10799257"/>
              <a:gd name="connsiteY2353" fmla="*/ 1271666 h 3098304"/>
              <a:gd name="connsiteX2354" fmla="*/ 2689384 w 10799257"/>
              <a:gd name="connsiteY2354" fmla="*/ 1193930 h 3098304"/>
              <a:gd name="connsiteX2355" fmla="*/ 2510561 w 10799257"/>
              <a:gd name="connsiteY2355" fmla="*/ 1193930 h 3098304"/>
              <a:gd name="connsiteX2356" fmla="*/ 2588307 w 10799257"/>
              <a:gd name="connsiteY2356" fmla="*/ 1271666 h 3098304"/>
              <a:gd name="connsiteX2357" fmla="*/ 2510561 w 10799257"/>
              <a:gd name="connsiteY2357" fmla="*/ 1349403 h 3098304"/>
              <a:gd name="connsiteX2358" fmla="*/ 2432798 w 10799257"/>
              <a:gd name="connsiteY2358" fmla="*/ 1271666 h 3098304"/>
              <a:gd name="connsiteX2359" fmla="*/ 2510561 w 10799257"/>
              <a:gd name="connsiteY2359" fmla="*/ 1193930 h 3098304"/>
              <a:gd name="connsiteX2360" fmla="*/ 2317592 w 10799257"/>
              <a:gd name="connsiteY2360" fmla="*/ 1193930 h 3098304"/>
              <a:gd name="connsiteX2361" fmla="*/ 2395336 w 10799257"/>
              <a:gd name="connsiteY2361" fmla="*/ 1271666 h 3098304"/>
              <a:gd name="connsiteX2362" fmla="*/ 2317592 w 10799257"/>
              <a:gd name="connsiteY2362" fmla="*/ 1349403 h 3098304"/>
              <a:gd name="connsiteX2363" fmla="*/ 2239868 w 10799257"/>
              <a:gd name="connsiteY2363" fmla="*/ 1271666 h 3098304"/>
              <a:gd name="connsiteX2364" fmla="*/ 2317592 w 10799257"/>
              <a:gd name="connsiteY2364" fmla="*/ 1193930 h 3098304"/>
              <a:gd name="connsiteX2365" fmla="*/ 1941215 w 10799257"/>
              <a:gd name="connsiteY2365" fmla="*/ 1193930 h 3098304"/>
              <a:gd name="connsiteX2366" fmla="*/ 2018936 w 10799257"/>
              <a:gd name="connsiteY2366" fmla="*/ 1271666 h 3098304"/>
              <a:gd name="connsiteX2367" fmla="*/ 1941215 w 10799257"/>
              <a:gd name="connsiteY2367" fmla="*/ 1349403 h 3098304"/>
              <a:gd name="connsiteX2368" fmla="*/ 1863490 w 10799257"/>
              <a:gd name="connsiteY2368" fmla="*/ 1271666 h 3098304"/>
              <a:gd name="connsiteX2369" fmla="*/ 1941215 w 10799257"/>
              <a:gd name="connsiteY2369" fmla="*/ 1193930 h 3098304"/>
              <a:gd name="connsiteX2370" fmla="*/ 1757725 w 10799257"/>
              <a:gd name="connsiteY2370" fmla="*/ 1193930 h 3098304"/>
              <a:gd name="connsiteX2371" fmla="*/ 1835455 w 10799257"/>
              <a:gd name="connsiteY2371" fmla="*/ 1271666 h 3098304"/>
              <a:gd name="connsiteX2372" fmla="*/ 1757725 w 10799257"/>
              <a:gd name="connsiteY2372" fmla="*/ 1349403 h 3098304"/>
              <a:gd name="connsiteX2373" fmla="*/ 1680002 w 10799257"/>
              <a:gd name="connsiteY2373" fmla="*/ 1271666 h 3098304"/>
              <a:gd name="connsiteX2374" fmla="*/ 1757725 w 10799257"/>
              <a:gd name="connsiteY2374" fmla="*/ 1193930 h 3098304"/>
              <a:gd name="connsiteX2375" fmla="*/ 1569502 w 10799257"/>
              <a:gd name="connsiteY2375" fmla="*/ 1193930 h 3098304"/>
              <a:gd name="connsiteX2376" fmla="*/ 1647263 w 10799257"/>
              <a:gd name="connsiteY2376" fmla="*/ 1271666 h 3098304"/>
              <a:gd name="connsiteX2377" fmla="*/ 1569502 w 10799257"/>
              <a:gd name="connsiteY2377" fmla="*/ 1349403 h 3098304"/>
              <a:gd name="connsiteX2378" fmla="*/ 1491781 w 10799257"/>
              <a:gd name="connsiteY2378" fmla="*/ 1271666 h 3098304"/>
              <a:gd name="connsiteX2379" fmla="*/ 1569502 w 10799257"/>
              <a:gd name="connsiteY2379" fmla="*/ 1193930 h 3098304"/>
              <a:gd name="connsiteX2380" fmla="*/ 1385962 w 10799257"/>
              <a:gd name="connsiteY2380" fmla="*/ 1193930 h 3098304"/>
              <a:gd name="connsiteX2381" fmla="*/ 1463728 w 10799257"/>
              <a:gd name="connsiteY2381" fmla="*/ 1271666 h 3098304"/>
              <a:gd name="connsiteX2382" fmla="*/ 1385962 w 10799257"/>
              <a:gd name="connsiteY2382" fmla="*/ 1349403 h 3098304"/>
              <a:gd name="connsiteX2383" fmla="*/ 1308203 w 10799257"/>
              <a:gd name="connsiteY2383" fmla="*/ 1271666 h 3098304"/>
              <a:gd name="connsiteX2384" fmla="*/ 1385962 w 10799257"/>
              <a:gd name="connsiteY2384" fmla="*/ 1193930 h 3098304"/>
              <a:gd name="connsiteX2385" fmla="*/ 1202423 w 10799257"/>
              <a:gd name="connsiteY2385" fmla="*/ 1193930 h 3098304"/>
              <a:gd name="connsiteX2386" fmla="*/ 1280154 w 10799257"/>
              <a:gd name="connsiteY2386" fmla="*/ 1271666 h 3098304"/>
              <a:gd name="connsiteX2387" fmla="*/ 1202423 w 10799257"/>
              <a:gd name="connsiteY2387" fmla="*/ 1349403 h 3098304"/>
              <a:gd name="connsiteX2388" fmla="*/ 1124711 w 10799257"/>
              <a:gd name="connsiteY2388" fmla="*/ 1271666 h 3098304"/>
              <a:gd name="connsiteX2389" fmla="*/ 1202423 w 10799257"/>
              <a:gd name="connsiteY2389" fmla="*/ 1193930 h 3098304"/>
              <a:gd name="connsiteX2390" fmla="*/ 1014183 w 10799257"/>
              <a:gd name="connsiteY2390" fmla="*/ 1193930 h 3098304"/>
              <a:gd name="connsiteX2391" fmla="*/ 1091948 w 10799257"/>
              <a:gd name="connsiteY2391" fmla="*/ 1271666 h 3098304"/>
              <a:gd name="connsiteX2392" fmla="*/ 1014183 w 10799257"/>
              <a:gd name="connsiteY2392" fmla="*/ 1349403 h 3098304"/>
              <a:gd name="connsiteX2393" fmla="*/ 936485 w 10799257"/>
              <a:gd name="connsiteY2393" fmla="*/ 1271666 h 3098304"/>
              <a:gd name="connsiteX2394" fmla="*/ 1014183 w 10799257"/>
              <a:gd name="connsiteY2394" fmla="*/ 1193930 h 3098304"/>
              <a:gd name="connsiteX2395" fmla="*/ 1047621 w 10799257"/>
              <a:gd name="connsiteY2395" fmla="*/ 1157652 h 3098304"/>
              <a:gd name="connsiteX2396" fmla="*/ 1044462 w 10799257"/>
              <a:gd name="connsiteY2396" fmla="*/ 1159780 h 3098304"/>
              <a:gd name="connsiteX2397" fmla="*/ 1043952 w 10799257"/>
              <a:gd name="connsiteY2397" fmla="*/ 1159883 h 3098304"/>
              <a:gd name="connsiteX2398" fmla="*/ 9158798 w 10799257"/>
              <a:gd name="connsiteY2398" fmla="*/ 1097912 h 3098304"/>
              <a:gd name="connsiteX2399" fmla="*/ 9261584 w 10799257"/>
              <a:gd name="connsiteY2399" fmla="*/ 1160435 h 3098304"/>
              <a:gd name="connsiteX2400" fmla="*/ 9234570 w 10799257"/>
              <a:gd name="connsiteY2400" fmla="*/ 1165888 h 3098304"/>
              <a:gd name="connsiteX2401" fmla="*/ 9162942 w 10799257"/>
              <a:gd name="connsiteY2401" fmla="*/ 1118425 h 3098304"/>
              <a:gd name="connsiteX2402" fmla="*/ 1254927 w 10799257"/>
              <a:gd name="connsiteY2402" fmla="*/ 1031550 h 3098304"/>
              <a:gd name="connsiteX2403" fmla="*/ 1257402 w 10799257"/>
              <a:gd name="connsiteY2403" fmla="*/ 1033219 h 3098304"/>
              <a:gd name="connsiteX2404" fmla="*/ 1280169 w 10799257"/>
              <a:gd name="connsiteY2404" fmla="*/ 1088187 h 3098304"/>
              <a:gd name="connsiteX2405" fmla="*/ 1202428 w 10799257"/>
              <a:gd name="connsiteY2405" fmla="*/ 1165888 h 3098304"/>
              <a:gd name="connsiteX2406" fmla="*/ 1130831 w 10799257"/>
              <a:gd name="connsiteY2406" fmla="*/ 1118426 h 3098304"/>
              <a:gd name="connsiteX2407" fmla="*/ 1128785 w 10799257"/>
              <a:gd name="connsiteY2407" fmla="*/ 1108281 h 3098304"/>
              <a:gd name="connsiteX2408" fmla="*/ 9020475 w 10799257"/>
              <a:gd name="connsiteY2408" fmla="*/ 1013773 h 3098304"/>
              <a:gd name="connsiteX2409" fmla="*/ 9110734 w 10799257"/>
              <a:gd name="connsiteY2409" fmla="*/ 1068676 h 3098304"/>
              <a:gd name="connsiteX2410" fmla="*/ 9114673 w 10799257"/>
              <a:gd name="connsiteY2410" fmla="*/ 1088185 h 3098304"/>
              <a:gd name="connsiteX2411" fmla="*/ 9036936 w 10799257"/>
              <a:gd name="connsiteY2411" fmla="*/ 1165888 h 3098304"/>
              <a:gd name="connsiteX2412" fmla="*/ 8959199 w 10799257"/>
              <a:gd name="connsiteY2412" fmla="*/ 1088185 h 3098304"/>
              <a:gd name="connsiteX2413" fmla="*/ 9006677 w 10799257"/>
              <a:gd name="connsiteY2413" fmla="*/ 1016558 h 3098304"/>
              <a:gd name="connsiteX2414" fmla="*/ 7926434 w 10799257"/>
              <a:gd name="connsiteY2414" fmla="*/ 1010450 h 3098304"/>
              <a:gd name="connsiteX2415" fmla="*/ 8004171 w 10799257"/>
              <a:gd name="connsiteY2415" fmla="*/ 1088186 h 3098304"/>
              <a:gd name="connsiteX2416" fmla="*/ 7926434 w 10799257"/>
              <a:gd name="connsiteY2416" fmla="*/ 1165888 h 3098304"/>
              <a:gd name="connsiteX2417" fmla="*/ 7848697 w 10799257"/>
              <a:gd name="connsiteY2417" fmla="*/ 1088186 h 3098304"/>
              <a:gd name="connsiteX2418" fmla="*/ 7926434 w 10799257"/>
              <a:gd name="connsiteY2418" fmla="*/ 1010450 h 3098304"/>
              <a:gd name="connsiteX2419" fmla="*/ 7738213 w 10799257"/>
              <a:gd name="connsiteY2419" fmla="*/ 1010450 h 3098304"/>
              <a:gd name="connsiteX2420" fmla="*/ 7815950 w 10799257"/>
              <a:gd name="connsiteY2420" fmla="*/ 1088186 h 3098304"/>
              <a:gd name="connsiteX2421" fmla="*/ 7738213 w 10799257"/>
              <a:gd name="connsiteY2421" fmla="*/ 1165888 h 3098304"/>
              <a:gd name="connsiteX2422" fmla="*/ 7660476 w 10799257"/>
              <a:gd name="connsiteY2422" fmla="*/ 1088186 h 3098304"/>
              <a:gd name="connsiteX2423" fmla="*/ 7738213 w 10799257"/>
              <a:gd name="connsiteY2423" fmla="*/ 1010450 h 3098304"/>
              <a:gd name="connsiteX2424" fmla="*/ 7554693 w 10799257"/>
              <a:gd name="connsiteY2424" fmla="*/ 1010450 h 3098304"/>
              <a:gd name="connsiteX2425" fmla="*/ 7632430 w 10799257"/>
              <a:gd name="connsiteY2425" fmla="*/ 1088186 h 3098304"/>
              <a:gd name="connsiteX2426" fmla="*/ 7554693 w 10799257"/>
              <a:gd name="connsiteY2426" fmla="*/ 1165888 h 3098304"/>
              <a:gd name="connsiteX2427" fmla="*/ 7476957 w 10799257"/>
              <a:gd name="connsiteY2427" fmla="*/ 1088186 h 3098304"/>
              <a:gd name="connsiteX2428" fmla="*/ 7554693 w 10799257"/>
              <a:gd name="connsiteY2428" fmla="*/ 1010450 h 3098304"/>
              <a:gd name="connsiteX2429" fmla="*/ 7366472 w 10799257"/>
              <a:gd name="connsiteY2429" fmla="*/ 1010450 h 3098304"/>
              <a:gd name="connsiteX2430" fmla="*/ 7444209 w 10799257"/>
              <a:gd name="connsiteY2430" fmla="*/ 1088186 h 3098304"/>
              <a:gd name="connsiteX2431" fmla="*/ 7366472 w 10799257"/>
              <a:gd name="connsiteY2431" fmla="*/ 1165888 h 3098304"/>
              <a:gd name="connsiteX2432" fmla="*/ 7288736 w 10799257"/>
              <a:gd name="connsiteY2432" fmla="*/ 1088186 h 3098304"/>
              <a:gd name="connsiteX2433" fmla="*/ 7366472 w 10799257"/>
              <a:gd name="connsiteY2433" fmla="*/ 1010450 h 3098304"/>
              <a:gd name="connsiteX2434" fmla="*/ 6613588 w 10799257"/>
              <a:gd name="connsiteY2434" fmla="*/ 1010450 h 3098304"/>
              <a:gd name="connsiteX2435" fmla="*/ 6691325 w 10799257"/>
              <a:gd name="connsiteY2435" fmla="*/ 1088186 h 3098304"/>
              <a:gd name="connsiteX2436" fmla="*/ 6613588 w 10799257"/>
              <a:gd name="connsiteY2436" fmla="*/ 1165888 h 3098304"/>
              <a:gd name="connsiteX2437" fmla="*/ 6535852 w 10799257"/>
              <a:gd name="connsiteY2437" fmla="*/ 1088186 h 3098304"/>
              <a:gd name="connsiteX2438" fmla="*/ 6613588 w 10799257"/>
              <a:gd name="connsiteY2438" fmla="*/ 1010450 h 3098304"/>
              <a:gd name="connsiteX2439" fmla="*/ 6425365 w 10799257"/>
              <a:gd name="connsiteY2439" fmla="*/ 1010450 h 3098304"/>
              <a:gd name="connsiteX2440" fmla="*/ 6503102 w 10799257"/>
              <a:gd name="connsiteY2440" fmla="*/ 1088186 h 3098304"/>
              <a:gd name="connsiteX2441" fmla="*/ 6425365 w 10799257"/>
              <a:gd name="connsiteY2441" fmla="*/ 1165888 h 3098304"/>
              <a:gd name="connsiteX2442" fmla="*/ 6347628 w 10799257"/>
              <a:gd name="connsiteY2442" fmla="*/ 1088186 h 3098304"/>
              <a:gd name="connsiteX2443" fmla="*/ 6425365 w 10799257"/>
              <a:gd name="connsiteY2443" fmla="*/ 1010450 h 3098304"/>
              <a:gd name="connsiteX2444" fmla="*/ 6241850 w 10799257"/>
              <a:gd name="connsiteY2444" fmla="*/ 1010450 h 3098304"/>
              <a:gd name="connsiteX2445" fmla="*/ 6319587 w 10799257"/>
              <a:gd name="connsiteY2445" fmla="*/ 1088186 h 3098304"/>
              <a:gd name="connsiteX2446" fmla="*/ 6241850 w 10799257"/>
              <a:gd name="connsiteY2446" fmla="*/ 1165888 h 3098304"/>
              <a:gd name="connsiteX2447" fmla="*/ 6164113 w 10799257"/>
              <a:gd name="connsiteY2447" fmla="*/ 1088186 h 3098304"/>
              <a:gd name="connsiteX2448" fmla="*/ 6241850 w 10799257"/>
              <a:gd name="connsiteY2448" fmla="*/ 1010450 h 3098304"/>
              <a:gd name="connsiteX2449" fmla="*/ 6053630 w 10799257"/>
              <a:gd name="connsiteY2449" fmla="*/ 1010450 h 3098304"/>
              <a:gd name="connsiteX2450" fmla="*/ 6131367 w 10799257"/>
              <a:gd name="connsiteY2450" fmla="*/ 1088186 h 3098304"/>
              <a:gd name="connsiteX2451" fmla="*/ 6053630 w 10799257"/>
              <a:gd name="connsiteY2451" fmla="*/ 1165888 h 3098304"/>
              <a:gd name="connsiteX2452" fmla="*/ 5975894 w 10799257"/>
              <a:gd name="connsiteY2452" fmla="*/ 1088186 h 3098304"/>
              <a:gd name="connsiteX2453" fmla="*/ 6053630 w 10799257"/>
              <a:gd name="connsiteY2453" fmla="*/ 1010450 h 3098304"/>
              <a:gd name="connsiteX2454" fmla="*/ 5870113 w 10799257"/>
              <a:gd name="connsiteY2454" fmla="*/ 1010450 h 3098304"/>
              <a:gd name="connsiteX2455" fmla="*/ 5947850 w 10799257"/>
              <a:gd name="connsiteY2455" fmla="*/ 1088186 h 3098304"/>
              <a:gd name="connsiteX2456" fmla="*/ 5870113 w 10799257"/>
              <a:gd name="connsiteY2456" fmla="*/ 1165888 h 3098304"/>
              <a:gd name="connsiteX2457" fmla="*/ 5792376 w 10799257"/>
              <a:gd name="connsiteY2457" fmla="*/ 1088186 h 3098304"/>
              <a:gd name="connsiteX2458" fmla="*/ 5870113 w 10799257"/>
              <a:gd name="connsiteY2458" fmla="*/ 1010450 h 3098304"/>
              <a:gd name="connsiteX2459" fmla="*/ 4185559 w 10799257"/>
              <a:gd name="connsiteY2459" fmla="*/ 1010450 h 3098304"/>
              <a:gd name="connsiteX2460" fmla="*/ 4263314 w 10799257"/>
              <a:gd name="connsiteY2460" fmla="*/ 1088187 h 3098304"/>
              <a:gd name="connsiteX2461" fmla="*/ 4185559 w 10799257"/>
              <a:gd name="connsiteY2461" fmla="*/ 1165888 h 3098304"/>
              <a:gd name="connsiteX2462" fmla="*/ 4107799 w 10799257"/>
              <a:gd name="connsiteY2462" fmla="*/ 1088187 h 3098304"/>
              <a:gd name="connsiteX2463" fmla="*/ 4185559 w 10799257"/>
              <a:gd name="connsiteY2463" fmla="*/ 1010450 h 3098304"/>
              <a:gd name="connsiteX2464" fmla="*/ 3997354 w 10799257"/>
              <a:gd name="connsiteY2464" fmla="*/ 1010450 h 3098304"/>
              <a:gd name="connsiteX2465" fmla="*/ 4075062 w 10799257"/>
              <a:gd name="connsiteY2465" fmla="*/ 1088187 h 3098304"/>
              <a:gd name="connsiteX2466" fmla="*/ 3997354 w 10799257"/>
              <a:gd name="connsiteY2466" fmla="*/ 1165888 h 3098304"/>
              <a:gd name="connsiteX2467" fmla="*/ 3919622 w 10799257"/>
              <a:gd name="connsiteY2467" fmla="*/ 1088187 h 3098304"/>
              <a:gd name="connsiteX2468" fmla="*/ 3997354 w 10799257"/>
              <a:gd name="connsiteY2468" fmla="*/ 1010450 h 3098304"/>
              <a:gd name="connsiteX2469" fmla="*/ 3813851 w 10799257"/>
              <a:gd name="connsiteY2469" fmla="*/ 1010450 h 3098304"/>
              <a:gd name="connsiteX2470" fmla="*/ 3891567 w 10799257"/>
              <a:gd name="connsiteY2470" fmla="*/ 1088187 h 3098304"/>
              <a:gd name="connsiteX2471" fmla="*/ 3813851 w 10799257"/>
              <a:gd name="connsiteY2471" fmla="*/ 1165888 h 3098304"/>
              <a:gd name="connsiteX2472" fmla="*/ 3736077 w 10799257"/>
              <a:gd name="connsiteY2472" fmla="*/ 1088187 h 3098304"/>
              <a:gd name="connsiteX2473" fmla="*/ 3813851 w 10799257"/>
              <a:gd name="connsiteY2473" fmla="*/ 1010450 h 3098304"/>
              <a:gd name="connsiteX2474" fmla="*/ 3625629 w 10799257"/>
              <a:gd name="connsiteY2474" fmla="*/ 1010450 h 3098304"/>
              <a:gd name="connsiteX2475" fmla="*/ 3703372 w 10799257"/>
              <a:gd name="connsiteY2475" fmla="*/ 1088187 h 3098304"/>
              <a:gd name="connsiteX2476" fmla="*/ 3625629 w 10799257"/>
              <a:gd name="connsiteY2476" fmla="*/ 1165888 h 3098304"/>
              <a:gd name="connsiteX2477" fmla="*/ 3547906 w 10799257"/>
              <a:gd name="connsiteY2477" fmla="*/ 1088187 h 3098304"/>
              <a:gd name="connsiteX2478" fmla="*/ 3625629 w 10799257"/>
              <a:gd name="connsiteY2478" fmla="*/ 1010450 h 3098304"/>
              <a:gd name="connsiteX2479" fmla="*/ 3442100 w 10799257"/>
              <a:gd name="connsiteY2479" fmla="*/ 1010450 h 3098304"/>
              <a:gd name="connsiteX2480" fmla="*/ 3519851 w 10799257"/>
              <a:gd name="connsiteY2480" fmla="*/ 1088187 h 3098304"/>
              <a:gd name="connsiteX2481" fmla="*/ 3442100 w 10799257"/>
              <a:gd name="connsiteY2481" fmla="*/ 1165888 h 3098304"/>
              <a:gd name="connsiteX2482" fmla="*/ 3364528 w 10799257"/>
              <a:gd name="connsiteY2482" fmla="*/ 1088187 h 3098304"/>
              <a:gd name="connsiteX2483" fmla="*/ 3442100 w 10799257"/>
              <a:gd name="connsiteY2483" fmla="*/ 1010450 h 3098304"/>
              <a:gd name="connsiteX2484" fmla="*/ 2689397 w 10799257"/>
              <a:gd name="connsiteY2484" fmla="*/ 1010450 h 3098304"/>
              <a:gd name="connsiteX2485" fmla="*/ 2767106 w 10799257"/>
              <a:gd name="connsiteY2485" fmla="*/ 1088187 h 3098304"/>
              <a:gd name="connsiteX2486" fmla="*/ 2689397 w 10799257"/>
              <a:gd name="connsiteY2486" fmla="*/ 1165888 h 3098304"/>
              <a:gd name="connsiteX2487" fmla="*/ 2611665 w 10799257"/>
              <a:gd name="connsiteY2487" fmla="*/ 1088187 h 3098304"/>
              <a:gd name="connsiteX2488" fmla="*/ 2689397 w 10799257"/>
              <a:gd name="connsiteY2488" fmla="*/ 1010450 h 3098304"/>
              <a:gd name="connsiteX2489" fmla="*/ 2510576 w 10799257"/>
              <a:gd name="connsiteY2489" fmla="*/ 1010450 h 3098304"/>
              <a:gd name="connsiteX2490" fmla="*/ 2588319 w 10799257"/>
              <a:gd name="connsiteY2490" fmla="*/ 1088187 h 3098304"/>
              <a:gd name="connsiteX2491" fmla="*/ 2510576 w 10799257"/>
              <a:gd name="connsiteY2491" fmla="*/ 1165888 h 3098304"/>
              <a:gd name="connsiteX2492" fmla="*/ 2432814 w 10799257"/>
              <a:gd name="connsiteY2492" fmla="*/ 1088187 h 3098304"/>
              <a:gd name="connsiteX2493" fmla="*/ 2510576 w 10799257"/>
              <a:gd name="connsiteY2493" fmla="*/ 1010450 h 3098304"/>
              <a:gd name="connsiteX2494" fmla="*/ 2317606 w 10799257"/>
              <a:gd name="connsiteY2494" fmla="*/ 1010450 h 3098304"/>
              <a:gd name="connsiteX2495" fmla="*/ 2395351 w 10799257"/>
              <a:gd name="connsiteY2495" fmla="*/ 1088187 h 3098304"/>
              <a:gd name="connsiteX2496" fmla="*/ 2317606 w 10799257"/>
              <a:gd name="connsiteY2496" fmla="*/ 1165888 h 3098304"/>
              <a:gd name="connsiteX2497" fmla="*/ 2239883 w 10799257"/>
              <a:gd name="connsiteY2497" fmla="*/ 1088187 h 3098304"/>
              <a:gd name="connsiteX2498" fmla="*/ 2317606 w 10799257"/>
              <a:gd name="connsiteY2498" fmla="*/ 1010450 h 3098304"/>
              <a:gd name="connsiteX2499" fmla="*/ 2129421 w 10799257"/>
              <a:gd name="connsiteY2499" fmla="*/ 1010450 h 3098304"/>
              <a:gd name="connsiteX2500" fmla="*/ 2207140 w 10799257"/>
              <a:gd name="connsiteY2500" fmla="*/ 1088187 h 3098304"/>
              <a:gd name="connsiteX2501" fmla="*/ 2129421 w 10799257"/>
              <a:gd name="connsiteY2501" fmla="*/ 1165888 h 3098304"/>
              <a:gd name="connsiteX2502" fmla="*/ 2051692 w 10799257"/>
              <a:gd name="connsiteY2502" fmla="*/ 1088187 h 3098304"/>
              <a:gd name="connsiteX2503" fmla="*/ 2129421 w 10799257"/>
              <a:gd name="connsiteY2503" fmla="*/ 1010450 h 3098304"/>
              <a:gd name="connsiteX2504" fmla="*/ 1941229 w 10799257"/>
              <a:gd name="connsiteY2504" fmla="*/ 1010450 h 3098304"/>
              <a:gd name="connsiteX2505" fmla="*/ 2018951 w 10799257"/>
              <a:gd name="connsiteY2505" fmla="*/ 1088187 h 3098304"/>
              <a:gd name="connsiteX2506" fmla="*/ 1941229 w 10799257"/>
              <a:gd name="connsiteY2506" fmla="*/ 1165888 h 3098304"/>
              <a:gd name="connsiteX2507" fmla="*/ 1863506 w 10799257"/>
              <a:gd name="connsiteY2507" fmla="*/ 1088187 h 3098304"/>
              <a:gd name="connsiteX2508" fmla="*/ 1941229 w 10799257"/>
              <a:gd name="connsiteY2508" fmla="*/ 1010450 h 3098304"/>
              <a:gd name="connsiteX2509" fmla="*/ 1757744 w 10799257"/>
              <a:gd name="connsiteY2509" fmla="*/ 1010450 h 3098304"/>
              <a:gd name="connsiteX2510" fmla="*/ 1835468 w 10799257"/>
              <a:gd name="connsiteY2510" fmla="*/ 1088187 h 3098304"/>
              <a:gd name="connsiteX2511" fmla="*/ 1757744 w 10799257"/>
              <a:gd name="connsiteY2511" fmla="*/ 1165888 h 3098304"/>
              <a:gd name="connsiteX2512" fmla="*/ 1680016 w 10799257"/>
              <a:gd name="connsiteY2512" fmla="*/ 1088187 h 3098304"/>
              <a:gd name="connsiteX2513" fmla="*/ 1757744 w 10799257"/>
              <a:gd name="connsiteY2513" fmla="*/ 1010450 h 3098304"/>
              <a:gd name="connsiteX2514" fmla="*/ 1569502 w 10799257"/>
              <a:gd name="connsiteY2514" fmla="*/ 1010450 h 3098304"/>
              <a:gd name="connsiteX2515" fmla="*/ 1647277 w 10799257"/>
              <a:gd name="connsiteY2515" fmla="*/ 1088187 h 3098304"/>
              <a:gd name="connsiteX2516" fmla="*/ 1569502 w 10799257"/>
              <a:gd name="connsiteY2516" fmla="*/ 1165888 h 3098304"/>
              <a:gd name="connsiteX2517" fmla="*/ 1491796 w 10799257"/>
              <a:gd name="connsiteY2517" fmla="*/ 1088187 h 3098304"/>
              <a:gd name="connsiteX2518" fmla="*/ 1569502 w 10799257"/>
              <a:gd name="connsiteY2518" fmla="*/ 1010450 h 3098304"/>
              <a:gd name="connsiteX2519" fmla="*/ 1385980 w 10799257"/>
              <a:gd name="connsiteY2519" fmla="*/ 1010450 h 3098304"/>
              <a:gd name="connsiteX2520" fmla="*/ 1463744 w 10799257"/>
              <a:gd name="connsiteY2520" fmla="*/ 1088187 h 3098304"/>
              <a:gd name="connsiteX2521" fmla="*/ 1385980 w 10799257"/>
              <a:gd name="connsiteY2521" fmla="*/ 1165888 h 3098304"/>
              <a:gd name="connsiteX2522" fmla="*/ 1308218 w 10799257"/>
              <a:gd name="connsiteY2522" fmla="*/ 1088187 h 3098304"/>
              <a:gd name="connsiteX2523" fmla="*/ 1385980 w 10799257"/>
              <a:gd name="connsiteY2523" fmla="*/ 1010450 h 3098304"/>
              <a:gd name="connsiteX2524" fmla="*/ 8853421 w 10799257"/>
              <a:gd name="connsiteY2524" fmla="*/ 1010449 h 3098304"/>
              <a:gd name="connsiteX2525" fmla="*/ 8931158 w 10799257"/>
              <a:gd name="connsiteY2525" fmla="*/ 1088185 h 3098304"/>
              <a:gd name="connsiteX2526" fmla="*/ 8853421 w 10799257"/>
              <a:gd name="connsiteY2526" fmla="*/ 1165888 h 3098304"/>
              <a:gd name="connsiteX2527" fmla="*/ 8775685 w 10799257"/>
              <a:gd name="connsiteY2527" fmla="*/ 1088185 h 3098304"/>
              <a:gd name="connsiteX2528" fmla="*/ 8853421 w 10799257"/>
              <a:gd name="connsiteY2528" fmla="*/ 1010449 h 3098304"/>
              <a:gd name="connsiteX2529" fmla="*/ 8669908 w 10799257"/>
              <a:gd name="connsiteY2529" fmla="*/ 1010449 h 3098304"/>
              <a:gd name="connsiteX2530" fmla="*/ 8747645 w 10799257"/>
              <a:gd name="connsiteY2530" fmla="*/ 1088185 h 3098304"/>
              <a:gd name="connsiteX2531" fmla="*/ 8669908 w 10799257"/>
              <a:gd name="connsiteY2531" fmla="*/ 1165888 h 3098304"/>
              <a:gd name="connsiteX2532" fmla="*/ 8592171 w 10799257"/>
              <a:gd name="connsiteY2532" fmla="*/ 1088185 h 3098304"/>
              <a:gd name="connsiteX2533" fmla="*/ 8669908 w 10799257"/>
              <a:gd name="connsiteY2533" fmla="*/ 1010449 h 3098304"/>
              <a:gd name="connsiteX2534" fmla="*/ 8481684 w 10799257"/>
              <a:gd name="connsiteY2534" fmla="*/ 1010449 h 3098304"/>
              <a:gd name="connsiteX2535" fmla="*/ 8559421 w 10799257"/>
              <a:gd name="connsiteY2535" fmla="*/ 1088185 h 3098304"/>
              <a:gd name="connsiteX2536" fmla="*/ 8481684 w 10799257"/>
              <a:gd name="connsiteY2536" fmla="*/ 1165888 h 3098304"/>
              <a:gd name="connsiteX2537" fmla="*/ 8403948 w 10799257"/>
              <a:gd name="connsiteY2537" fmla="*/ 1088185 h 3098304"/>
              <a:gd name="connsiteX2538" fmla="*/ 8481684 w 10799257"/>
              <a:gd name="connsiteY2538" fmla="*/ 1010449 h 3098304"/>
              <a:gd name="connsiteX2539" fmla="*/ 8298167 w 10799257"/>
              <a:gd name="connsiteY2539" fmla="*/ 1010449 h 3098304"/>
              <a:gd name="connsiteX2540" fmla="*/ 8375904 w 10799257"/>
              <a:gd name="connsiteY2540" fmla="*/ 1088185 h 3098304"/>
              <a:gd name="connsiteX2541" fmla="*/ 8298167 w 10799257"/>
              <a:gd name="connsiteY2541" fmla="*/ 1165888 h 3098304"/>
              <a:gd name="connsiteX2542" fmla="*/ 8220430 w 10799257"/>
              <a:gd name="connsiteY2542" fmla="*/ 1088185 h 3098304"/>
              <a:gd name="connsiteX2543" fmla="*/ 8298167 w 10799257"/>
              <a:gd name="connsiteY2543" fmla="*/ 1010449 h 3098304"/>
              <a:gd name="connsiteX2544" fmla="*/ 8109949 w 10799257"/>
              <a:gd name="connsiteY2544" fmla="*/ 1010449 h 3098304"/>
              <a:gd name="connsiteX2545" fmla="*/ 8187686 w 10799257"/>
              <a:gd name="connsiteY2545" fmla="*/ 1088185 h 3098304"/>
              <a:gd name="connsiteX2546" fmla="*/ 8109949 w 10799257"/>
              <a:gd name="connsiteY2546" fmla="*/ 1165888 h 3098304"/>
              <a:gd name="connsiteX2547" fmla="*/ 8032212 w 10799257"/>
              <a:gd name="connsiteY2547" fmla="*/ 1088185 h 3098304"/>
              <a:gd name="connsiteX2548" fmla="*/ 8109949 w 10799257"/>
              <a:gd name="connsiteY2548" fmla="*/ 1010449 h 3098304"/>
              <a:gd name="connsiteX2549" fmla="*/ 1462147 w 10799257"/>
              <a:gd name="connsiteY2549" fmla="*/ 915542 h 3098304"/>
              <a:gd name="connsiteX2550" fmla="*/ 1463752 w 10799257"/>
              <a:gd name="connsiteY2550" fmla="*/ 923488 h 3098304"/>
              <a:gd name="connsiteX2551" fmla="*/ 1385988 w 10799257"/>
              <a:gd name="connsiteY2551" fmla="*/ 1001228 h 3098304"/>
              <a:gd name="connsiteX2552" fmla="*/ 1355721 w 10799257"/>
              <a:gd name="connsiteY2552" fmla="*/ 995118 h 3098304"/>
              <a:gd name="connsiteX2553" fmla="*/ 1336670 w 10799257"/>
              <a:gd name="connsiteY2553" fmla="*/ 982277 h 3098304"/>
              <a:gd name="connsiteX2554" fmla="*/ 8786740 w 10799257"/>
              <a:gd name="connsiteY2554" fmla="*/ 885896 h 3098304"/>
              <a:gd name="connsiteX2555" fmla="*/ 8922217 w 10799257"/>
              <a:gd name="connsiteY2555" fmla="*/ 957949 h 3098304"/>
              <a:gd name="connsiteX2556" fmla="*/ 8908389 w 10799257"/>
              <a:gd name="connsiteY2556" fmla="*/ 978459 h 3098304"/>
              <a:gd name="connsiteX2557" fmla="*/ 8853421 w 10799257"/>
              <a:gd name="connsiteY2557" fmla="*/ 1001229 h 3098304"/>
              <a:gd name="connsiteX2558" fmla="*/ 8775685 w 10799257"/>
              <a:gd name="connsiteY2558" fmla="*/ 923490 h 3098304"/>
              <a:gd name="connsiteX2559" fmla="*/ 8781794 w 10799257"/>
              <a:gd name="connsiteY2559" fmla="*/ 893233 h 3098304"/>
              <a:gd name="connsiteX2560" fmla="*/ 1586811 w 10799257"/>
              <a:gd name="connsiteY2560" fmla="*/ 849240 h 3098304"/>
              <a:gd name="connsiteX2561" fmla="*/ 1599802 w 10799257"/>
              <a:gd name="connsiteY2561" fmla="*/ 851861 h 3098304"/>
              <a:gd name="connsiteX2562" fmla="*/ 1647285 w 10799257"/>
              <a:gd name="connsiteY2562" fmla="*/ 923487 h 3098304"/>
              <a:gd name="connsiteX2563" fmla="*/ 1569527 w 10799257"/>
              <a:gd name="connsiteY2563" fmla="*/ 1001228 h 3098304"/>
              <a:gd name="connsiteX2564" fmla="*/ 1491803 w 10799257"/>
              <a:gd name="connsiteY2564" fmla="*/ 923487 h 3098304"/>
              <a:gd name="connsiteX2565" fmla="*/ 1497170 w 10799257"/>
              <a:gd name="connsiteY2565" fmla="*/ 896915 h 3098304"/>
              <a:gd name="connsiteX2566" fmla="*/ 8669908 w 10799257"/>
              <a:gd name="connsiteY2566" fmla="*/ 845754 h 3098304"/>
              <a:gd name="connsiteX2567" fmla="*/ 8747645 w 10799257"/>
              <a:gd name="connsiteY2567" fmla="*/ 923490 h 3098304"/>
              <a:gd name="connsiteX2568" fmla="*/ 8669908 w 10799257"/>
              <a:gd name="connsiteY2568" fmla="*/ 1001229 h 3098304"/>
              <a:gd name="connsiteX2569" fmla="*/ 8592171 w 10799257"/>
              <a:gd name="connsiteY2569" fmla="*/ 923490 h 3098304"/>
              <a:gd name="connsiteX2570" fmla="*/ 8669908 w 10799257"/>
              <a:gd name="connsiteY2570" fmla="*/ 845754 h 3098304"/>
              <a:gd name="connsiteX2571" fmla="*/ 8481684 w 10799257"/>
              <a:gd name="connsiteY2571" fmla="*/ 845754 h 3098304"/>
              <a:gd name="connsiteX2572" fmla="*/ 8559421 w 10799257"/>
              <a:gd name="connsiteY2572" fmla="*/ 923490 h 3098304"/>
              <a:gd name="connsiteX2573" fmla="*/ 8481684 w 10799257"/>
              <a:gd name="connsiteY2573" fmla="*/ 1001229 h 3098304"/>
              <a:gd name="connsiteX2574" fmla="*/ 8403948 w 10799257"/>
              <a:gd name="connsiteY2574" fmla="*/ 923490 h 3098304"/>
              <a:gd name="connsiteX2575" fmla="*/ 8481684 w 10799257"/>
              <a:gd name="connsiteY2575" fmla="*/ 845754 h 3098304"/>
              <a:gd name="connsiteX2576" fmla="*/ 8298167 w 10799257"/>
              <a:gd name="connsiteY2576" fmla="*/ 845754 h 3098304"/>
              <a:gd name="connsiteX2577" fmla="*/ 8375904 w 10799257"/>
              <a:gd name="connsiteY2577" fmla="*/ 923490 h 3098304"/>
              <a:gd name="connsiteX2578" fmla="*/ 8298167 w 10799257"/>
              <a:gd name="connsiteY2578" fmla="*/ 1001229 h 3098304"/>
              <a:gd name="connsiteX2579" fmla="*/ 8220430 w 10799257"/>
              <a:gd name="connsiteY2579" fmla="*/ 923490 h 3098304"/>
              <a:gd name="connsiteX2580" fmla="*/ 8298167 w 10799257"/>
              <a:gd name="connsiteY2580" fmla="*/ 845754 h 3098304"/>
              <a:gd name="connsiteX2581" fmla="*/ 8109949 w 10799257"/>
              <a:gd name="connsiteY2581" fmla="*/ 845754 h 3098304"/>
              <a:gd name="connsiteX2582" fmla="*/ 8187686 w 10799257"/>
              <a:gd name="connsiteY2582" fmla="*/ 923490 h 3098304"/>
              <a:gd name="connsiteX2583" fmla="*/ 8109949 w 10799257"/>
              <a:gd name="connsiteY2583" fmla="*/ 1001229 h 3098304"/>
              <a:gd name="connsiteX2584" fmla="*/ 8032212 w 10799257"/>
              <a:gd name="connsiteY2584" fmla="*/ 923490 h 3098304"/>
              <a:gd name="connsiteX2585" fmla="*/ 8109949 w 10799257"/>
              <a:gd name="connsiteY2585" fmla="*/ 845754 h 3098304"/>
              <a:gd name="connsiteX2586" fmla="*/ 7366472 w 10799257"/>
              <a:gd name="connsiteY2586" fmla="*/ 845754 h 3098304"/>
              <a:gd name="connsiteX2587" fmla="*/ 7444209 w 10799257"/>
              <a:gd name="connsiteY2587" fmla="*/ 923490 h 3098304"/>
              <a:gd name="connsiteX2588" fmla="*/ 7366472 w 10799257"/>
              <a:gd name="connsiteY2588" fmla="*/ 1001229 h 3098304"/>
              <a:gd name="connsiteX2589" fmla="*/ 7288736 w 10799257"/>
              <a:gd name="connsiteY2589" fmla="*/ 923490 h 3098304"/>
              <a:gd name="connsiteX2590" fmla="*/ 7366472 w 10799257"/>
              <a:gd name="connsiteY2590" fmla="*/ 845754 h 3098304"/>
              <a:gd name="connsiteX2591" fmla="*/ 6425365 w 10799257"/>
              <a:gd name="connsiteY2591" fmla="*/ 845754 h 3098304"/>
              <a:gd name="connsiteX2592" fmla="*/ 6503102 w 10799257"/>
              <a:gd name="connsiteY2592" fmla="*/ 923490 h 3098304"/>
              <a:gd name="connsiteX2593" fmla="*/ 6425365 w 10799257"/>
              <a:gd name="connsiteY2593" fmla="*/ 1001230 h 3098304"/>
              <a:gd name="connsiteX2594" fmla="*/ 6347628 w 10799257"/>
              <a:gd name="connsiteY2594" fmla="*/ 923490 h 3098304"/>
              <a:gd name="connsiteX2595" fmla="*/ 6425365 w 10799257"/>
              <a:gd name="connsiteY2595" fmla="*/ 845754 h 3098304"/>
              <a:gd name="connsiteX2596" fmla="*/ 6241850 w 10799257"/>
              <a:gd name="connsiteY2596" fmla="*/ 845754 h 3098304"/>
              <a:gd name="connsiteX2597" fmla="*/ 6319587 w 10799257"/>
              <a:gd name="connsiteY2597" fmla="*/ 923490 h 3098304"/>
              <a:gd name="connsiteX2598" fmla="*/ 6241850 w 10799257"/>
              <a:gd name="connsiteY2598" fmla="*/ 1001230 h 3098304"/>
              <a:gd name="connsiteX2599" fmla="*/ 6164113 w 10799257"/>
              <a:gd name="connsiteY2599" fmla="*/ 923490 h 3098304"/>
              <a:gd name="connsiteX2600" fmla="*/ 6241850 w 10799257"/>
              <a:gd name="connsiteY2600" fmla="*/ 845754 h 3098304"/>
              <a:gd name="connsiteX2601" fmla="*/ 6053630 w 10799257"/>
              <a:gd name="connsiteY2601" fmla="*/ 845752 h 3098304"/>
              <a:gd name="connsiteX2602" fmla="*/ 6131367 w 10799257"/>
              <a:gd name="connsiteY2602" fmla="*/ 923487 h 3098304"/>
              <a:gd name="connsiteX2603" fmla="*/ 6053630 w 10799257"/>
              <a:gd name="connsiteY2603" fmla="*/ 1001228 h 3098304"/>
              <a:gd name="connsiteX2604" fmla="*/ 5975894 w 10799257"/>
              <a:gd name="connsiteY2604" fmla="*/ 923487 h 3098304"/>
              <a:gd name="connsiteX2605" fmla="*/ 6053630 w 10799257"/>
              <a:gd name="connsiteY2605" fmla="*/ 845752 h 3098304"/>
              <a:gd name="connsiteX2606" fmla="*/ 4373793 w 10799257"/>
              <a:gd name="connsiteY2606" fmla="*/ 845752 h 3098304"/>
              <a:gd name="connsiteX2607" fmla="*/ 4451526 w 10799257"/>
              <a:gd name="connsiteY2607" fmla="*/ 923487 h 3098304"/>
              <a:gd name="connsiteX2608" fmla="*/ 4373793 w 10799257"/>
              <a:gd name="connsiteY2608" fmla="*/ 1001228 h 3098304"/>
              <a:gd name="connsiteX2609" fmla="*/ 4296066 w 10799257"/>
              <a:gd name="connsiteY2609" fmla="*/ 923487 h 3098304"/>
              <a:gd name="connsiteX2610" fmla="*/ 4373793 w 10799257"/>
              <a:gd name="connsiteY2610" fmla="*/ 845752 h 3098304"/>
              <a:gd name="connsiteX2611" fmla="*/ 4185559 w 10799257"/>
              <a:gd name="connsiteY2611" fmla="*/ 845752 h 3098304"/>
              <a:gd name="connsiteX2612" fmla="*/ 4263314 w 10799257"/>
              <a:gd name="connsiteY2612" fmla="*/ 923487 h 3098304"/>
              <a:gd name="connsiteX2613" fmla="*/ 4185559 w 10799257"/>
              <a:gd name="connsiteY2613" fmla="*/ 1001228 h 3098304"/>
              <a:gd name="connsiteX2614" fmla="*/ 4107799 w 10799257"/>
              <a:gd name="connsiteY2614" fmla="*/ 923487 h 3098304"/>
              <a:gd name="connsiteX2615" fmla="*/ 4185559 w 10799257"/>
              <a:gd name="connsiteY2615" fmla="*/ 845752 h 3098304"/>
              <a:gd name="connsiteX2616" fmla="*/ 3997354 w 10799257"/>
              <a:gd name="connsiteY2616" fmla="*/ 845752 h 3098304"/>
              <a:gd name="connsiteX2617" fmla="*/ 4075062 w 10799257"/>
              <a:gd name="connsiteY2617" fmla="*/ 923487 h 3098304"/>
              <a:gd name="connsiteX2618" fmla="*/ 3997354 w 10799257"/>
              <a:gd name="connsiteY2618" fmla="*/ 1001228 h 3098304"/>
              <a:gd name="connsiteX2619" fmla="*/ 3919622 w 10799257"/>
              <a:gd name="connsiteY2619" fmla="*/ 923487 h 3098304"/>
              <a:gd name="connsiteX2620" fmla="*/ 3997354 w 10799257"/>
              <a:gd name="connsiteY2620" fmla="*/ 845752 h 3098304"/>
              <a:gd name="connsiteX2621" fmla="*/ 3813851 w 10799257"/>
              <a:gd name="connsiteY2621" fmla="*/ 845752 h 3098304"/>
              <a:gd name="connsiteX2622" fmla="*/ 3891567 w 10799257"/>
              <a:gd name="connsiteY2622" fmla="*/ 923487 h 3098304"/>
              <a:gd name="connsiteX2623" fmla="*/ 3813851 w 10799257"/>
              <a:gd name="connsiteY2623" fmla="*/ 1001228 h 3098304"/>
              <a:gd name="connsiteX2624" fmla="*/ 3736077 w 10799257"/>
              <a:gd name="connsiteY2624" fmla="*/ 923487 h 3098304"/>
              <a:gd name="connsiteX2625" fmla="*/ 3813851 w 10799257"/>
              <a:gd name="connsiteY2625" fmla="*/ 845752 h 3098304"/>
              <a:gd name="connsiteX2626" fmla="*/ 3625636 w 10799257"/>
              <a:gd name="connsiteY2626" fmla="*/ 845752 h 3098304"/>
              <a:gd name="connsiteX2627" fmla="*/ 3703376 w 10799257"/>
              <a:gd name="connsiteY2627" fmla="*/ 923487 h 3098304"/>
              <a:gd name="connsiteX2628" fmla="*/ 3625636 w 10799257"/>
              <a:gd name="connsiteY2628" fmla="*/ 1001228 h 3098304"/>
              <a:gd name="connsiteX2629" fmla="*/ 3547906 w 10799257"/>
              <a:gd name="connsiteY2629" fmla="*/ 923487 h 3098304"/>
              <a:gd name="connsiteX2630" fmla="*/ 3625636 w 10799257"/>
              <a:gd name="connsiteY2630" fmla="*/ 845752 h 3098304"/>
              <a:gd name="connsiteX2631" fmla="*/ 3442100 w 10799257"/>
              <a:gd name="connsiteY2631" fmla="*/ 845752 h 3098304"/>
              <a:gd name="connsiteX2632" fmla="*/ 3519851 w 10799257"/>
              <a:gd name="connsiteY2632" fmla="*/ 923487 h 3098304"/>
              <a:gd name="connsiteX2633" fmla="*/ 3442100 w 10799257"/>
              <a:gd name="connsiteY2633" fmla="*/ 1001228 h 3098304"/>
              <a:gd name="connsiteX2634" fmla="*/ 3364537 w 10799257"/>
              <a:gd name="connsiteY2634" fmla="*/ 923487 h 3098304"/>
              <a:gd name="connsiteX2635" fmla="*/ 3442100 w 10799257"/>
              <a:gd name="connsiteY2635" fmla="*/ 845752 h 3098304"/>
              <a:gd name="connsiteX2636" fmla="*/ 3254053 w 10799257"/>
              <a:gd name="connsiteY2636" fmla="*/ 845752 h 3098304"/>
              <a:gd name="connsiteX2637" fmla="*/ 3331793 w 10799257"/>
              <a:gd name="connsiteY2637" fmla="*/ 923487 h 3098304"/>
              <a:gd name="connsiteX2638" fmla="*/ 3254053 w 10799257"/>
              <a:gd name="connsiteY2638" fmla="*/ 1001228 h 3098304"/>
              <a:gd name="connsiteX2639" fmla="*/ 3176307 w 10799257"/>
              <a:gd name="connsiteY2639" fmla="*/ 923487 h 3098304"/>
              <a:gd name="connsiteX2640" fmla="*/ 3254053 w 10799257"/>
              <a:gd name="connsiteY2640" fmla="*/ 845752 h 3098304"/>
              <a:gd name="connsiteX2641" fmla="*/ 2317622 w 10799257"/>
              <a:gd name="connsiteY2641" fmla="*/ 845752 h 3098304"/>
              <a:gd name="connsiteX2642" fmla="*/ 2395360 w 10799257"/>
              <a:gd name="connsiteY2642" fmla="*/ 923487 h 3098304"/>
              <a:gd name="connsiteX2643" fmla="*/ 2317622 w 10799257"/>
              <a:gd name="connsiteY2643" fmla="*/ 1001228 h 3098304"/>
              <a:gd name="connsiteX2644" fmla="*/ 2239894 w 10799257"/>
              <a:gd name="connsiteY2644" fmla="*/ 923487 h 3098304"/>
              <a:gd name="connsiteX2645" fmla="*/ 2317622 w 10799257"/>
              <a:gd name="connsiteY2645" fmla="*/ 845752 h 3098304"/>
              <a:gd name="connsiteX2646" fmla="*/ 2129431 w 10799257"/>
              <a:gd name="connsiteY2646" fmla="*/ 845752 h 3098304"/>
              <a:gd name="connsiteX2647" fmla="*/ 2207150 w 10799257"/>
              <a:gd name="connsiteY2647" fmla="*/ 923487 h 3098304"/>
              <a:gd name="connsiteX2648" fmla="*/ 2129431 w 10799257"/>
              <a:gd name="connsiteY2648" fmla="*/ 1001228 h 3098304"/>
              <a:gd name="connsiteX2649" fmla="*/ 2051703 w 10799257"/>
              <a:gd name="connsiteY2649" fmla="*/ 923487 h 3098304"/>
              <a:gd name="connsiteX2650" fmla="*/ 2129431 w 10799257"/>
              <a:gd name="connsiteY2650" fmla="*/ 845752 h 3098304"/>
              <a:gd name="connsiteX2651" fmla="*/ 1941239 w 10799257"/>
              <a:gd name="connsiteY2651" fmla="*/ 845752 h 3098304"/>
              <a:gd name="connsiteX2652" fmla="*/ 2018960 w 10799257"/>
              <a:gd name="connsiteY2652" fmla="*/ 923487 h 3098304"/>
              <a:gd name="connsiteX2653" fmla="*/ 1941239 w 10799257"/>
              <a:gd name="connsiteY2653" fmla="*/ 1001228 h 3098304"/>
              <a:gd name="connsiteX2654" fmla="*/ 1863515 w 10799257"/>
              <a:gd name="connsiteY2654" fmla="*/ 923487 h 3098304"/>
              <a:gd name="connsiteX2655" fmla="*/ 1941239 w 10799257"/>
              <a:gd name="connsiteY2655" fmla="*/ 845752 h 3098304"/>
              <a:gd name="connsiteX2656" fmla="*/ 1757753 w 10799257"/>
              <a:gd name="connsiteY2656" fmla="*/ 845752 h 3098304"/>
              <a:gd name="connsiteX2657" fmla="*/ 1835478 w 10799257"/>
              <a:gd name="connsiteY2657" fmla="*/ 923487 h 3098304"/>
              <a:gd name="connsiteX2658" fmla="*/ 1757753 w 10799257"/>
              <a:gd name="connsiteY2658" fmla="*/ 1001228 h 3098304"/>
              <a:gd name="connsiteX2659" fmla="*/ 1680025 w 10799257"/>
              <a:gd name="connsiteY2659" fmla="*/ 923487 h 3098304"/>
              <a:gd name="connsiteX2660" fmla="*/ 1757753 w 10799257"/>
              <a:gd name="connsiteY2660" fmla="*/ 845752 h 3098304"/>
              <a:gd name="connsiteX2661" fmla="*/ 8596457 w 10799257"/>
              <a:gd name="connsiteY2661" fmla="*/ 784733 h 3098304"/>
              <a:gd name="connsiteX2662" fmla="*/ 8597001 w 10799257"/>
              <a:gd name="connsiteY2662" fmla="*/ 784984 h 3098304"/>
              <a:gd name="connsiteX2663" fmla="*/ 8693733 w 10799257"/>
              <a:gd name="connsiteY2663" fmla="*/ 836430 h 3098304"/>
              <a:gd name="connsiteX2664" fmla="*/ 8669908 w 10799257"/>
              <a:gd name="connsiteY2664" fmla="*/ 841240 h 3098304"/>
              <a:gd name="connsiteX2665" fmla="*/ 8598280 w 10799257"/>
              <a:gd name="connsiteY2665" fmla="*/ 793763 h 3098304"/>
              <a:gd name="connsiteX2666" fmla="*/ 1827167 w 10799257"/>
              <a:gd name="connsiteY2666" fmla="*/ 729971 h 3098304"/>
              <a:gd name="connsiteX2667" fmla="*/ 1829376 w 10799257"/>
              <a:gd name="connsiteY2667" fmla="*/ 733247 h 3098304"/>
              <a:gd name="connsiteX2668" fmla="*/ 1835484 w 10799257"/>
              <a:gd name="connsiteY2668" fmla="*/ 763506 h 3098304"/>
              <a:gd name="connsiteX2669" fmla="*/ 1757760 w 10799257"/>
              <a:gd name="connsiteY2669" fmla="*/ 841242 h 3098304"/>
              <a:gd name="connsiteX2670" fmla="*/ 1702792 w 10799257"/>
              <a:gd name="connsiteY2670" fmla="*/ 818473 h 3098304"/>
              <a:gd name="connsiteX2671" fmla="*/ 1687452 w 10799257"/>
              <a:gd name="connsiteY2671" fmla="*/ 795714 h 3098304"/>
              <a:gd name="connsiteX2672" fmla="*/ 1707627 w 10799257"/>
              <a:gd name="connsiteY2672" fmla="*/ 784984 h 3098304"/>
              <a:gd name="connsiteX2673" fmla="*/ 8428408 w 10799257"/>
              <a:gd name="connsiteY2673" fmla="*/ 707396 h 3098304"/>
              <a:gd name="connsiteX2674" fmla="*/ 8558648 w 10799257"/>
              <a:gd name="connsiteY2674" fmla="*/ 767333 h 3098304"/>
              <a:gd name="connsiteX2675" fmla="*/ 8553312 w 10799257"/>
              <a:gd name="connsiteY2675" fmla="*/ 793763 h 3098304"/>
              <a:gd name="connsiteX2676" fmla="*/ 8481684 w 10799257"/>
              <a:gd name="connsiteY2676" fmla="*/ 841240 h 3098304"/>
              <a:gd name="connsiteX2677" fmla="*/ 8403948 w 10799257"/>
              <a:gd name="connsiteY2677" fmla="*/ 763506 h 3098304"/>
              <a:gd name="connsiteX2678" fmla="*/ 8426717 w 10799257"/>
              <a:gd name="connsiteY2678" fmla="*/ 708537 h 3098304"/>
              <a:gd name="connsiteX2679" fmla="*/ 7554693 w 10799257"/>
              <a:gd name="connsiteY2679" fmla="*/ 685769 h 3098304"/>
              <a:gd name="connsiteX2680" fmla="*/ 7632430 w 10799257"/>
              <a:gd name="connsiteY2680" fmla="*/ 763506 h 3098304"/>
              <a:gd name="connsiteX2681" fmla="*/ 7554693 w 10799257"/>
              <a:gd name="connsiteY2681" fmla="*/ 841242 h 3098304"/>
              <a:gd name="connsiteX2682" fmla="*/ 7476957 w 10799257"/>
              <a:gd name="connsiteY2682" fmla="*/ 763506 h 3098304"/>
              <a:gd name="connsiteX2683" fmla="*/ 7554693 w 10799257"/>
              <a:gd name="connsiteY2683" fmla="*/ 685769 h 3098304"/>
              <a:gd name="connsiteX2684" fmla="*/ 4373793 w 10799257"/>
              <a:gd name="connsiteY2684" fmla="*/ 685769 h 3098304"/>
              <a:gd name="connsiteX2685" fmla="*/ 4451526 w 10799257"/>
              <a:gd name="connsiteY2685" fmla="*/ 763506 h 3098304"/>
              <a:gd name="connsiteX2686" fmla="*/ 4373793 w 10799257"/>
              <a:gd name="connsiteY2686" fmla="*/ 841242 h 3098304"/>
              <a:gd name="connsiteX2687" fmla="*/ 4296066 w 10799257"/>
              <a:gd name="connsiteY2687" fmla="*/ 763506 h 3098304"/>
              <a:gd name="connsiteX2688" fmla="*/ 4373793 w 10799257"/>
              <a:gd name="connsiteY2688" fmla="*/ 685769 h 3098304"/>
              <a:gd name="connsiteX2689" fmla="*/ 4185559 w 10799257"/>
              <a:gd name="connsiteY2689" fmla="*/ 685769 h 3098304"/>
              <a:gd name="connsiteX2690" fmla="*/ 4263314 w 10799257"/>
              <a:gd name="connsiteY2690" fmla="*/ 763506 h 3098304"/>
              <a:gd name="connsiteX2691" fmla="*/ 4185559 w 10799257"/>
              <a:gd name="connsiteY2691" fmla="*/ 841242 h 3098304"/>
              <a:gd name="connsiteX2692" fmla="*/ 4107799 w 10799257"/>
              <a:gd name="connsiteY2692" fmla="*/ 763506 h 3098304"/>
              <a:gd name="connsiteX2693" fmla="*/ 4185559 w 10799257"/>
              <a:gd name="connsiteY2693" fmla="*/ 685769 h 3098304"/>
              <a:gd name="connsiteX2694" fmla="*/ 3997354 w 10799257"/>
              <a:gd name="connsiteY2694" fmla="*/ 685769 h 3098304"/>
              <a:gd name="connsiteX2695" fmla="*/ 4075062 w 10799257"/>
              <a:gd name="connsiteY2695" fmla="*/ 763506 h 3098304"/>
              <a:gd name="connsiteX2696" fmla="*/ 3997354 w 10799257"/>
              <a:gd name="connsiteY2696" fmla="*/ 841242 h 3098304"/>
              <a:gd name="connsiteX2697" fmla="*/ 3919622 w 10799257"/>
              <a:gd name="connsiteY2697" fmla="*/ 763506 h 3098304"/>
              <a:gd name="connsiteX2698" fmla="*/ 3997354 w 10799257"/>
              <a:gd name="connsiteY2698" fmla="*/ 685769 h 3098304"/>
              <a:gd name="connsiteX2699" fmla="*/ 3813851 w 10799257"/>
              <a:gd name="connsiteY2699" fmla="*/ 685769 h 3098304"/>
              <a:gd name="connsiteX2700" fmla="*/ 3891567 w 10799257"/>
              <a:gd name="connsiteY2700" fmla="*/ 763506 h 3098304"/>
              <a:gd name="connsiteX2701" fmla="*/ 3813851 w 10799257"/>
              <a:gd name="connsiteY2701" fmla="*/ 841242 h 3098304"/>
              <a:gd name="connsiteX2702" fmla="*/ 3736077 w 10799257"/>
              <a:gd name="connsiteY2702" fmla="*/ 763506 h 3098304"/>
              <a:gd name="connsiteX2703" fmla="*/ 3813851 w 10799257"/>
              <a:gd name="connsiteY2703" fmla="*/ 685769 h 3098304"/>
              <a:gd name="connsiteX2704" fmla="*/ 3625636 w 10799257"/>
              <a:gd name="connsiteY2704" fmla="*/ 685769 h 3098304"/>
              <a:gd name="connsiteX2705" fmla="*/ 3703376 w 10799257"/>
              <a:gd name="connsiteY2705" fmla="*/ 763506 h 3098304"/>
              <a:gd name="connsiteX2706" fmla="*/ 3625636 w 10799257"/>
              <a:gd name="connsiteY2706" fmla="*/ 841242 h 3098304"/>
              <a:gd name="connsiteX2707" fmla="*/ 3547906 w 10799257"/>
              <a:gd name="connsiteY2707" fmla="*/ 763506 h 3098304"/>
              <a:gd name="connsiteX2708" fmla="*/ 3625636 w 10799257"/>
              <a:gd name="connsiteY2708" fmla="*/ 685769 h 3098304"/>
              <a:gd name="connsiteX2709" fmla="*/ 3442100 w 10799257"/>
              <a:gd name="connsiteY2709" fmla="*/ 685769 h 3098304"/>
              <a:gd name="connsiteX2710" fmla="*/ 3519851 w 10799257"/>
              <a:gd name="connsiteY2710" fmla="*/ 763506 h 3098304"/>
              <a:gd name="connsiteX2711" fmla="*/ 3442100 w 10799257"/>
              <a:gd name="connsiteY2711" fmla="*/ 841242 h 3098304"/>
              <a:gd name="connsiteX2712" fmla="*/ 3364543 w 10799257"/>
              <a:gd name="connsiteY2712" fmla="*/ 763506 h 3098304"/>
              <a:gd name="connsiteX2713" fmla="*/ 3442100 w 10799257"/>
              <a:gd name="connsiteY2713" fmla="*/ 685769 h 3098304"/>
              <a:gd name="connsiteX2714" fmla="*/ 3254060 w 10799257"/>
              <a:gd name="connsiteY2714" fmla="*/ 685769 h 3098304"/>
              <a:gd name="connsiteX2715" fmla="*/ 3331797 w 10799257"/>
              <a:gd name="connsiteY2715" fmla="*/ 763506 h 3098304"/>
              <a:gd name="connsiteX2716" fmla="*/ 3254060 w 10799257"/>
              <a:gd name="connsiteY2716" fmla="*/ 841242 h 3098304"/>
              <a:gd name="connsiteX2717" fmla="*/ 3176313 w 10799257"/>
              <a:gd name="connsiteY2717" fmla="*/ 763506 h 3098304"/>
              <a:gd name="connsiteX2718" fmla="*/ 3254060 w 10799257"/>
              <a:gd name="connsiteY2718" fmla="*/ 685769 h 3098304"/>
              <a:gd name="connsiteX2719" fmla="*/ 2129431 w 10799257"/>
              <a:gd name="connsiteY2719" fmla="*/ 685769 h 3098304"/>
              <a:gd name="connsiteX2720" fmla="*/ 2207154 w 10799257"/>
              <a:gd name="connsiteY2720" fmla="*/ 763506 h 3098304"/>
              <a:gd name="connsiteX2721" fmla="*/ 2129431 w 10799257"/>
              <a:gd name="connsiteY2721" fmla="*/ 841242 h 3098304"/>
              <a:gd name="connsiteX2722" fmla="*/ 2051705 w 10799257"/>
              <a:gd name="connsiteY2722" fmla="*/ 763506 h 3098304"/>
              <a:gd name="connsiteX2723" fmla="*/ 2129431 w 10799257"/>
              <a:gd name="connsiteY2723" fmla="*/ 685769 h 3098304"/>
              <a:gd name="connsiteX2724" fmla="*/ 1941244 w 10799257"/>
              <a:gd name="connsiteY2724" fmla="*/ 685769 h 3098304"/>
              <a:gd name="connsiteX2725" fmla="*/ 2018966 w 10799257"/>
              <a:gd name="connsiteY2725" fmla="*/ 763506 h 3098304"/>
              <a:gd name="connsiteX2726" fmla="*/ 1941244 w 10799257"/>
              <a:gd name="connsiteY2726" fmla="*/ 841242 h 3098304"/>
              <a:gd name="connsiteX2727" fmla="*/ 1863520 w 10799257"/>
              <a:gd name="connsiteY2727" fmla="*/ 763506 h 3098304"/>
              <a:gd name="connsiteX2728" fmla="*/ 1941244 w 10799257"/>
              <a:gd name="connsiteY2728" fmla="*/ 685769 h 3098304"/>
              <a:gd name="connsiteX2729" fmla="*/ 2203878 w 10799257"/>
              <a:gd name="connsiteY2729" fmla="*/ 563755 h 3098304"/>
              <a:gd name="connsiteX2730" fmla="*/ 2207156 w 10799257"/>
              <a:gd name="connsiteY2730" fmla="*/ 579991 h 3098304"/>
              <a:gd name="connsiteX2731" fmla="*/ 2129440 w 10799257"/>
              <a:gd name="connsiteY2731" fmla="*/ 657724 h 3098304"/>
              <a:gd name="connsiteX2732" fmla="*/ 2074476 w 10799257"/>
              <a:gd name="connsiteY2732" fmla="*/ 634957 h 3098304"/>
              <a:gd name="connsiteX2733" fmla="*/ 2064804 w 10799257"/>
              <a:gd name="connsiteY2733" fmla="*/ 620609 h 3098304"/>
              <a:gd name="connsiteX2734" fmla="*/ 2098478 w 10799257"/>
              <a:gd name="connsiteY2734" fmla="*/ 605112 h 3098304"/>
              <a:gd name="connsiteX2735" fmla="*/ 7926434 w 10799257"/>
              <a:gd name="connsiteY2735" fmla="*/ 502255 h 3098304"/>
              <a:gd name="connsiteX2736" fmla="*/ 8004171 w 10799257"/>
              <a:gd name="connsiteY2736" fmla="*/ 579989 h 3098304"/>
              <a:gd name="connsiteX2737" fmla="*/ 7926434 w 10799257"/>
              <a:gd name="connsiteY2737" fmla="*/ 657724 h 3098304"/>
              <a:gd name="connsiteX2738" fmla="*/ 7848697 w 10799257"/>
              <a:gd name="connsiteY2738" fmla="*/ 579989 h 3098304"/>
              <a:gd name="connsiteX2739" fmla="*/ 7926434 w 10799257"/>
              <a:gd name="connsiteY2739" fmla="*/ 502255 h 3098304"/>
              <a:gd name="connsiteX2740" fmla="*/ 7738213 w 10799257"/>
              <a:gd name="connsiteY2740" fmla="*/ 502255 h 3098304"/>
              <a:gd name="connsiteX2741" fmla="*/ 7815950 w 10799257"/>
              <a:gd name="connsiteY2741" fmla="*/ 579989 h 3098304"/>
              <a:gd name="connsiteX2742" fmla="*/ 7738213 w 10799257"/>
              <a:gd name="connsiteY2742" fmla="*/ 657724 h 3098304"/>
              <a:gd name="connsiteX2743" fmla="*/ 7660476 w 10799257"/>
              <a:gd name="connsiteY2743" fmla="*/ 579989 h 3098304"/>
              <a:gd name="connsiteX2744" fmla="*/ 7738213 w 10799257"/>
              <a:gd name="connsiteY2744" fmla="*/ 502255 h 3098304"/>
              <a:gd name="connsiteX2745" fmla="*/ 4373793 w 10799257"/>
              <a:gd name="connsiteY2745" fmla="*/ 502255 h 3098304"/>
              <a:gd name="connsiteX2746" fmla="*/ 4451526 w 10799257"/>
              <a:gd name="connsiteY2746" fmla="*/ 579989 h 3098304"/>
              <a:gd name="connsiteX2747" fmla="*/ 4373793 w 10799257"/>
              <a:gd name="connsiteY2747" fmla="*/ 657724 h 3098304"/>
              <a:gd name="connsiteX2748" fmla="*/ 4296066 w 10799257"/>
              <a:gd name="connsiteY2748" fmla="*/ 579989 h 3098304"/>
              <a:gd name="connsiteX2749" fmla="*/ 4373793 w 10799257"/>
              <a:gd name="connsiteY2749" fmla="*/ 502255 h 3098304"/>
              <a:gd name="connsiteX2750" fmla="*/ 4185559 w 10799257"/>
              <a:gd name="connsiteY2750" fmla="*/ 502255 h 3098304"/>
              <a:gd name="connsiteX2751" fmla="*/ 4263314 w 10799257"/>
              <a:gd name="connsiteY2751" fmla="*/ 579989 h 3098304"/>
              <a:gd name="connsiteX2752" fmla="*/ 4185559 w 10799257"/>
              <a:gd name="connsiteY2752" fmla="*/ 657724 h 3098304"/>
              <a:gd name="connsiteX2753" fmla="*/ 4107799 w 10799257"/>
              <a:gd name="connsiteY2753" fmla="*/ 579989 h 3098304"/>
              <a:gd name="connsiteX2754" fmla="*/ 4185559 w 10799257"/>
              <a:gd name="connsiteY2754" fmla="*/ 502255 h 3098304"/>
              <a:gd name="connsiteX2755" fmla="*/ 3997354 w 10799257"/>
              <a:gd name="connsiteY2755" fmla="*/ 502255 h 3098304"/>
              <a:gd name="connsiteX2756" fmla="*/ 4075062 w 10799257"/>
              <a:gd name="connsiteY2756" fmla="*/ 579989 h 3098304"/>
              <a:gd name="connsiteX2757" fmla="*/ 3997354 w 10799257"/>
              <a:gd name="connsiteY2757" fmla="*/ 657724 h 3098304"/>
              <a:gd name="connsiteX2758" fmla="*/ 3919622 w 10799257"/>
              <a:gd name="connsiteY2758" fmla="*/ 579989 h 3098304"/>
              <a:gd name="connsiteX2759" fmla="*/ 3997354 w 10799257"/>
              <a:gd name="connsiteY2759" fmla="*/ 502255 h 3098304"/>
              <a:gd name="connsiteX2760" fmla="*/ 3813851 w 10799257"/>
              <a:gd name="connsiteY2760" fmla="*/ 502255 h 3098304"/>
              <a:gd name="connsiteX2761" fmla="*/ 3891567 w 10799257"/>
              <a:gd name="connsiteY2761" fmla="*/ 579989 h 3098304"/>
              <a:gd name="connsiteX2762" fmla="*/ 3813851 w 10799257"/>
              <a:gd name="connsiteY2762" fmla="*/ 657724 h 3098304"/>
              <a:gd name="connsiteX2763" fmla="*/ 3736077 w 10799257"/>
              <a:gd name="connsiteY2763" fmla="*/ 579989 h 3098304"/>
              <a:gd name="connsiteX2764" fmla="*/ 3813851 w 10799257"/>
              <a:gd name="connsiteY2764" fmla="*/ 502255 h 3098304"/>
              <a:gd name="connsiteX2765" fmla="*/ 3625636 w 10799257"/>
              <a:gd name="connsiteY2765" fmla="*/ 502255 h 3098304"/>
              <a:gd name="connsiteX2766" fmla="*/ 3703376 w 10799257"/>
              <a:gd name="connsiteY2766" fmla="*/ 579989 h 3098304"/>
              <a:gd name="connsiteX2767" fmla="*/ 3625636 w 10799257"/>
              <a:gd name="connsiteY2767" fmla="*/ 657724 h 3098304"/>
              <a:gd name="connsiteX2768" fmla="*/ 3547906 w 10799257"/>
              <a:gd name="connsiteY2768" fmla="*/ 579989 h 3098304"/>
              <a:gd name="connsiteX2769" fmla="*/ 3625636 w 10799257"/>
              <a:gd name="connsiteY2769" fmla="*/ 502255 h 3098304"/>
              <a:gd name="connsiteX2770" fmla="*/ 3442100 w 10799257"/>
              <a:gd name="connsiteY2770" fmla="*/ 502255 h 3098304"/>
              <a:gd name="connsiteX2771" fmla="*/ 3519851 w 10799257"/>
              <a:gd name="connsiteY2771" fmla="*/ 579989 h 3098304"/>
              <a:gd name="connsiteX2772" fmla="*/ 3442100 w 10799257"/>
              <a:gd name="connsiteY2772" fmla="*/ 657724 h 3098304"/>
              <a:gd name="connsiteX2773" fmla="*/ 3364545 w 10799257"/>
              <a:gd name="connsiteY2773" fmla="*/ 579989 h 3098304"/>
              <a:gd name="connsiteX2774" fmla="*/ 3442100 w 10799257"/>
              <a:gd name="connsiteY2774" fmla="*/ 502255 h 3098304"/>
              <a:gd name="connsiteX2775" fmla="*/ 3254065 w 10799257"/>
              <a:gd name="connsiteY2775" fmla="*/ 502255 h 3098304"/>
              <a:gd name="connsiteX2776" fmla="*/ 3331797 w 10799257"/>
              <a:gd name="connsiteY2776" fmla="*/ 579989 h 3098304"/>
              <a:gd name="connsiteX2777" fmla="*/ 3254065 w 10799257"/>
              <a:gd name="connsiteY2777" fmla="*/ 657724 h 3098304"/>
              <a:gd name="connsiteX2778" fmla="*/ 3176318 w 10799257"/>
              <a:gd name="connsiteY2778" fmla="*/ 579989 h 3098304"/>
              <a:gd name="connsiteX2779" fmla="*/ 3254065 w 10799257"/>
              <a:gd name="connsiteY2779" fmla="*/ 502255 h 3098304"/>
              <a:gd name="connsiteX2780" fmla="*/ 3061136 w 10799257"/>
              <a:gd name="connsiteY2780" fmla="*/ 502255 h 3098304"/>
              <a:gd name="connsiteX2781" fmla="*/ 3138881 w 10799257"/>
              <a:gd name="connsiteY2781" fmla="*/ 579989 h 3098304"/>
              <a:gd name="connsiteX2782" fmla="*/ 3061136 w 10799257"/>
              <a:gd name="connsiteY2782" fmla="*/ 657724 h 3098304"/>
              <a:gd name="connsiteX2783" fmla="*/ 2983381 w 10799257"/>
              <a:gd name="connsiteY2783" fmla="*/ 579989 h 3098304"/>
              <a:gd name="connsiteX2784" fmla="*/ 3061136 w 10799257"/>
              <a:gd name="connsiteY2784" fmla="*/ 502255 h 3098304"/>
              <a:gd name="connsiteX2785" fmla="*/ 2882313 w 10799257"/>
              <a:gd name="connsiteY2785" fmla="*/ 502255 h 3098304"/>
              <a:gd name="connsiteX2786" fmla="*/ 2960060 w 10799257"/>
              <a:gd name="connsiteY2786" fmla="*/ 579989 h 3098304"/>
              <a:gd name="connsiteX2787" fmla="*/ 2882313 w 10799257"/>
              <a:gd name="connsiteY2787" fmla="*/ 657724 h 3098304"/>
              <a:gd name="connsiteX2788" fmla="*/ 2804586 w 10799257"/>
              <a:gd name="connsiteY2788" fmla="*/ 579989 h 3098304"/>
              <a:gd name="connsiteX2789" fmla="*/ 2882313 w 10799257"/>
              <a:gd name="connsiteY2789" fmla="*/ 502255 h 3098304"/>
              <a:gd name="connsiteX2790" fmla="*/ 2689413 w 10799257"/>
              <a:gd name="connsiteY2790" fmla="*/ 502255 h 3098304"/>
              <a:gd name="connsiteX2791" fmla="*/ 2767122 w 10799257"/>
              <a:gd name="connsiteY2791" fmla="*/ 579991 h 3098304"/>
              <a:gd name="connsiteX2792" fmla="*/ 2689413 w 10799257"/>
              <a:gd name="connsiteY2792" fmla="*/ 657724 h 3098304"/>
              <a:gd name="connsiteX2793" fmla="*/ 2611683 w 10799257"/>
              <a:gd name="connsiteY2793" fmla="*/ 579991 h 3098304"/>
              <a:gd name="connsiteX2794" fmla="*/ 2689413 w 10799257"/>
              <a:gd name="connsiteY2794" fmla="*/ 502255 h 3098304"/>
              <a:gd name="connsiteX2795" fmla="*/ 2748247 w 10799257"/>
              <a:gd name="connsiteY2795" fmla="*/ 366081 h 3098304"/>
              <a:gd name="connsiteX2796" fmla="*/ 2761018 w 10799257"/>
              <a:gd name="connsiteY2796" fmla="*/ 385032 h 3098304"/>
              <a:gd name="connsiteX2797" fmla="*/ 2767122 w 10799257"/>
              <a:gd name="connsiteY2797" fmla="*/ 415288 h 3098304"/>
              <a:gd name="connsiteX2798" fmla="*/ 2689413 w 10799257"/>
              <a:gd name="connsiteY2798" fmla="*/ 493040 h 3098304"/>
              <a:gd name="connsiteX2799" fmla="*/ 2611683 w 10799257"/>
              <a:gd name="connsiteY2799" fmla="*/ 415288 h 3098304"/>
              <a:gd name="connsiteX2800" fmla="*/ 2612650 w 10799257"/>
              <a:gd name="connsiteY2800" fmla="*/ 410501 h 3098304"/>
              <a:gd name="connsiteX2801" fmla="*/ 3254065 w 10799257"/>
              <a:gd name="connsiteY2801" fmla="*/ 337555 h 3098304"/>
              <a:gd name="connsiteX2802" fmla="*/ 3331797 w 10799257"/>
              <a:gd name="connsiteY2802" fmla="*/ 415288 h 3098304"/>
              <a:gd name="connsiteX2803" fmla="*/ 3254065 w 10799257"/>
              <a:gd name="connsiteY2803" fmla="*/ 493040 h 3098304"/>
              <a:gd name="connsiteX2804" fmla="*/ 3176318 w 10799257"/>
              <a:gd name="connsiteY2804" fmla="*/ 415288 h 3098304"/>
              <a:gd name="connsiteX2805" fmla="*/ 3254065 w 10799257"/>
              <a:gd name="connsiteY2805" fmla="*/ 337555 h 3098304"/>
              <a:gd name="connsiteX2806" fmla="*/ 3061140 w 10799257"/>
              <a:gd name="connsiteY2806" fmla="*/ 337555 h 3098304"/>
              <a:gd name="connsiteX2807" fmla="*/ 3138881 w 10799257"/>
              <a:gd name="connsiteY2807" fmla="*/ 415288 h 3098304"/>
              <a:gd name="connsiteX2808" fmla="*/ 3061140 w 10799257"/>
              <a:gd name="connsiteY2808" fmla="*/ 493040 h 3098304"/>
              <a:gd name="connsiteX2809" fmla="*/ 2983383 w 10799257"/>
              <a:gd name="connsiteY2809" fmla="*/ 415288 h 3098304"/>
              <a:gd name="connsiteX2810" fmla="*/ 3061140 w 10799257"/>
              <a:gd name="connsiteY2810" fmla="*/ 337555 h 3098304"/>
              <a:gd name="connsiteX2811" fmla="*/ 2882313 w 10799257"/>
              <a:gd name="connsiteY2811" fmla="*/ 337555 h 3098304"/>
              <a:gd name="connsiteX2812" fmla="*/ 2960060 w 10799257"/>
              <a:gd name="connsiteY2812" fmla="*/ 415288 h 3098304"/>
              <a:gd name="connsiteX2813" fmla="*/ 2882313 w 10799257"/>
              <a:gd name="connsiteY2813" fmla="*/ 493040 h 3098304"/>
              <a:gd name="connsiteX2814" fmla="*/ 2804586 w 10799257"/>
              <a:gd name="connsiteY2814" fmla="*/ 415288 h 3098304"/>
              <a:gd name="connsiteX2815" fmla="*/ 2882313 w 10799257"/>
              <a:gd name="connsiteY2815" fmla="*/ 337555 h 3098304"/>
              <a:gd name="connsiteX2816" fmla="*/ 5870113 w 10799257"/>
              <a:gd name="connsiteY2816" fmla="*/ 337554 h 3098304"/>
              <a:gd name="connsiteX2817" fmla="*/ 5947850 w 10799257"/>
              <a:gd name="connsiteY2817" fmla="*/ 415288 h 3098304"/>
              <a:gd name="connsiteX2818" fmla="*/ 5870113 w 10799257"/>
              <a:gd name="connsiteY2818" fmla="*/ 493040 h 3098304"/>
              <a:gd name="connsiteX2819" fmla="*/ 5792376 w 10799257"/>
              <a:gd name="connsiteY2819" fmla="*/ 415288 h 3098304"/>
              <a:gd name="connsiteX2820" fmla="*/ 5870113 w 10799257"/>
              <a:gd name="connsiteY2820" fmla="*/ 337554 h 3098304"/>
              <a:gd name="connsiteX2821" fmla="*/ 4373793 w 10799257"/>
              <a:gd name="connsiteY2821" fmla="*/ 337554 h 3098304"/>
              <a:gd name="connsiteX2822" fmla="*/ 4451526 w 10799257"/>
              <a:gd name="connsiteY2822" fmla="*/ 415288 h 3098304"/>
              <a:gd name="connsiteX2823" fmla="*/ 4373793 w 10799257"/>
              <a:gd name="connsiteY2823" fmla="*/ 493040 h 3098304"/>
              <a:gd name="connsiteX2824" fmla="*/ 4296066 w 10799257"/>
              <a:gd name="connsiteY2824" fmla="*/ 415288 h 3098304"/>
              <a:gd name="connsiteX2825" fmla="*/ 4373793 w 10799257"/>
              <a:gd name="connsiteY2825" fmla="*/ 337554 h 3098304"/>
              <a:gd name="connsiteX2826" fmla="*/ 4185562 w 10799257"/>
              <a:gd name="connsiteY2826" fmla="*/ 337554 h 3098304"/>
              <a:gd name="connsiteX2827" fmla="*/ 4263323 w 10799257"/>
              <a:gd name="connsiteY2827" fmla="*/ 415288 h 3098304"/>
              <a:gd name="connsiteX2828" fmla="*/ 4185562 w 10799257"/>
              <a:gd name="connsiteY2828" fmla="*/ 493040 h 3098304"/>
              <a:gd name="connsiteX2829" fmla="*/ 4107803 w 10799257"/>
              <a:gd name="connsiteY2829" fmla="*/ 415288 h 3098304"/>
              <a:gd name="connsiteX2830" fmla="*/ 4185562 w 10799257"/>
              <a:gd name="connsiteY2830" fmla="*/ 337554 h 3098304"/>
              <a:gd name="connsiteX2831" fmla="*/ 3997354 w 10799257"/>
              <a:gd name="connsiteY2831" fmla="*/ 337554 h 3098304"/>
              <a:gd name="connsiteX2832" fmla="*/ 4075062 w 10799257"/>
              <a:gd name="connsiteY2832" fmla="*/ 415288 h 3098304"/>
              <a:gd name="connsiteX2833" fmla="*/ 3997354 w 10799257"/>
              <a:gd name="connsiteY2833" fmla="*/ 493040 h 3098304"/>
              <a:gd name="connsiteX2834" fmla="*/ 3919622 w 10799257"/>
              <a:gd name="connsiteY2834" fmla="*/ 415288 h 3098304"/>
              <a:gd name="connsiteX2835" fmla="*/ 3997354 w 10799257"/>
              <a:gd name="connsiteY2835" fmla="*/ 337554 h 3098304"/>
              <a:gd name="connsiteX2836" fmla="*/ 3813851 w 10799257"/>
              <a:gd name="connsiteY2836" fmla="*/ 337554 h 3098304"/>
              <a:gd name="connsiteX2837" fmla="*/ 3891567 w 10799257"/>
              <a:gd name="connsiteY2837" fmla="*/ 415288 h 3098304"/>
              <a:gd name="connsiteX2838" fmla="*/ 3813851 w 10799257"/>
              <a:gd name="connsiteY2838" fmla="*/ 493040 h 3098304"/>
              <a:gd name="connsiteX2839" fmla="*/ 3736077 w 10799257"/>
              <a:gd name="connsiteY2839" fmla="*/ 415288 h 3098304"/>
              <a:gd name="connsiteX2840" fmla="*/ 3813851 w 10799257"/>
              <a:gd name="connsiteY2840" fmla="*/ 337554 h 3098304"/>
              <a:gd name="connsiteX2841" fmla="*/ 3625636 w 10799257"/>
              <a:gd name="connsiteY2841" fmla="*/ 337554 h 3098304"/>
              <a:gd name="connsiteX2842" fmla="*/ 3703376 w 10799257"/>
              <a:gd name="connsiteY2842" fmla="*/ 415288 h 3098304"/>
              <a:gd name="connsiteX2843" fmla="*/ 3625636 w 10799257"/>
              <a:gd name="connsiteY2843" fmla="*/ 493040 h 3098304"/>
              <a:gd name="connsiteX2844" fmla="*/ 3547906 w 10799257"/>
              <a:gd name="connsiteY2844" fmla="*/ 415288 h 3098304"/>
              <a:gd name="connsiteX2845" fmla="*/ 3625636 w 10799257"/>
              <a:gd name="connsiteY2845" fmla="*/ 337554 h 3098304"/>
              <a:gd name="connsiteX2846" fmla="*/ 3442100 w 10799257"/>
              <a:gd name="connsiteY2846" fmla="*/ 337554 h 3098304"/>
              <a:gd name="connsiteX2847" fmla="*/ 3519851 w 10799257"/>
              <a:gd name="connsiteY2847" fmla="*/ 415288 h 3098304"/>
              <a:gd name="connsiteX2848" fmla="*/ 3442100 w 10799257"/>
              <a:gd name="connsiteY2848" fmla="*/ 493040 h 3098304"/>
              <a:gd name="connsiteX2849" fmla="*/ 3364551 w 10799257"/>
              <a:gd name="connsiteY2849" fmla="*/ 415288 h 3098304"/>
              <a:gd name="connsiteX2850" fmla="*/ 3442100 w 10799257"/>
              <a:gd name="connsiteY2850" fmla="*/ 337554 h 3098304"/>
              <a:gd name="connsiteX2851" fmla="*/ 3135600 w 10799257"/>
              <a:gd name="connsiteY2851" fmla="*/ 252734 h 3098304"/>
              <a:gd name="connsiteX2852" fmla="*/ 3132770 w 10799257"/>
              <a:gd name="connsiteY2852" fmla="*/ 266748 h 3098304"/>
              <a:gd name="connsiteX2853" fmla="*/ 3061140 w 10799257"/>
              <a:gd name="connsiteY2853" fmla="*/ 314222 h 3098304"/>
              <a:gd name="connsiteX2854" fmla="*/ 3006157 w 10799257"/>
              <a:gd name="connsiteY2854" fmla="*/ 291456 h 3098304"/>
              <a:gd name="connsiteX2855" fmla="*/ 3003640 w 10799257"/>
              <a:gd name="connsiteY2855" fmla="*/ 287723 h 3098304"/>
              <a:gd name="connsiteX2856" fmla="*/ 3323461 w 10799257"/>
              <a:gd name="connsiteY2856" fmla="*/ 202923 h 3098304"/>
              <a:gd name="connsiteX2857" fmla="*/ 3325693 w 10799257"/>
              <a:gd name="connsiteY2857" fmla="*/ 206233 h 3098304"/>
              <a:gd name="connsiteX2858" fmla="*/ 3331804 w 10799257"/>
              <a:gd name="connsiteY2858" fmla="*/ 236490 h 3098304"/>
              <a:gd name="connsiteX2859" fmla="*/ 3254069 w 10799257"/>
              <a:gd name="connsiteY2859" fmla="*/ 314222 h 3098304"/>
              <a:gd name="connsiteX2860" fmla="*/ 3182428 w 10799257"/>
              <a:gd name="connsiteY2860" fmla="*/ 266748 h 3098304"/>
              <a:gd name="connsiteX2861" fmla="*/ 3177362 w 10799257"/>
              <a:gd name="connsiteY2861" fmla="*/ 241661 h 3098304"/>
              <a:gd name="connsiteX2862" fmla="*/ 3479450 w 10799257"/>
              <a:gd name="connsiteY2862" fmla="*/ 169640 h 3098304"/>
              <a:gd name="connsiteX2863" fmla="*/ 3497078 w 10799257"/>
              <a:gd name="connsiteY2863" fmla="*/ 181523 h 3098304"/>
              <a:gd name="connsiteX2864" fmla="*/ 3519851 w 10799257"/>
              <a:gd name="connsiteY2864" fmla="*/ 236490 h 3098304"/>
              <a:gd name="connsiteX2865" fmla="*/ 3442100 w 10799257"/>
              <a:gd name="connsiteY2865" fmla="*/ 314222 h 3098304"/>
              <a:gd name="connsiteX2866" fmla="*/ 3364554 w 10799257"/>
              <a:gd name="connsiteY2866" fmla="*/ 236490 h 3098304"/>
              <a:gd name="connsiteX2867" fmla="*/ 3370660 w 10799257"/>
              <a:gd name="connsiteY2867" fmla="*/ 206233 h 3098304"/>
              <a:gd name="connsiteX2868" fmla="*/ 3381860 w 10799257"/>
              <a:gd name="connsiteY2868" fmla="*/ 189598 h 3098304"/>
              <a:gd name="connsiteX2869" fmla="*/ 6053633 w 10799257"/>
              <a:gd name="connsiteY2869" fmla="*/ 158753 h 3098304"/>
              <a:gd name="connsiteX2870" fmla="*/ 6131370 w 10799257"/>
              <a:gd name="connsiteY2870" fmla="*/ 236488 h 3098304"/>
              <a:gd name="connsiteX2871" fmla="*/ 6053633 w 10799257"/>
              <a:gd name="connsiteY2871" fmla="*/ 314222 h 3098304"/>
              <a:gd name="connsiteX2872" fmla="*/ 5975896 w 10799257"/>
              <a:gd name="connsiteY2872" fmla="*/ 236488 h 3098304"/>
              <a:gd name="connsiteX2873" fmla="*/ 6053633 w 10799257"/>
              <a:gd name="connsiteY2873" fmla="*/ 158753 h 3098304"/>
              <a:gd name="connsiteX2874" fmla="*/ 5870113 w 10799257"/>
              <a:gd name="connsiteY2874" fmla="*/ 158753 h 3098304"/>
              <a:gd name="connsiteX2875" fmla="*/ 5947850 w 10799257"/>
              <a:gd name="connsiteY2875" fmla="*/ 236488 h 3098304"/>
              <a:gd name="connsiteX2876" fmla="*/ 5870113 w 10799257"/>
              <a:gd name="connsiteY2876" fmla="*/ 314222 h 3098304"/>
              <a:gd name="connsiteX2877" fmla="*/ 5792376 w 10799257"/>
              <a:gd name="connsiteY2877" fmla="*/ 236488 h 3098304"/>
              <a:gd name="connsiteX2878" fmla="*/ 5870113 w 10799257"/>
              <a:gd name="connsiteY2878" fmla="*/ 158753 h 3098304"/>
              <a:gd name="connsiteX2879" fmla="*/ 4557299 w 10799257"/>
              <a:gd name="connsiteY2879" fmla="*/ 158753 h 3098304"/>
              <a:gd name="connsiteX2880" fmla="*/ 4635049 w 10799257"/>
              <a:gd name="connsiteY2880" fmla="*/ 236488 h 3098304"/>
              <a:gd name="connsiteX2881" fmla="*/ 4557299 w 10799257"/>
              <a:gd name="connsiteY2881" fmla="*/ 314222 h 3098304"/>
              <a:gd name="connsiteX2882" fmla="*/ 4479562 w 10799257"/>
              <a:gd name="connsiteY2882" fmla="*/ 236488 h 3098304"/>
              <a:gd name="connsiteX2883" fmla="*/ 4557299 w 10799257"/>
              <a:gd name="connsiteY2883" fmla="*/ 158753 h 3098304"/>
              <a:gd name="connsiteX2884" fmla="*/ 4373793 w 10799257"/>
              <a:gd name="connsiteY2884" fmla="*/ 158753 h 3098304"/>
              <a:gd name="connsiteX2885" fmla="*/ 4451526 w 10799257"/>
              <a:gd name="connsiteY2885" fmla="*/ 236488 h 3098304"/>
              <a:gd name="connsiteX2886" fmla="*/ 4373793 w 10799257"/>
              <a:gd name="connsiteY2886" fmla="*/ 314222 h 3098304"/>
              <a:gd name="connsiteX2887" fmla="*/ 4296066 w 10799257"/>
              <a:gd name="connsiteY2887" fmla="*/ 236488 h 3098304"/>
              <a:gd name="connsiteX2888" fmla="*/ 4373793 w 10799257"/>
              <a:gd name="connsiteY2888" fmla="*/ 158753 h 3098304"/>
              <a:gd name="connsiteX2889" fmla="*/ 4185562 w 10799257"/>
              <a:gd name="connsiteY2889" fmla="*/ 158753 h 3098304"/>
              <a:gd name="connsiteX2890" fmla="*/ 4263323 w 10799257"/>
              <a:gd name="connsiteY2890" fmla="*/ 236490 h 3098304"/>
              <a:gd name="connsiteX2891" fmla="*/ 4185562 w 10799257"/>
              <a:gd name="connsiteY2891" fmla="*/ 314222 h 3098304"/>
              <a:gd name="connsiteX2892" fmla="*/ 4107803 w 10799257"/>
              <a:gd name="connsiteY2892" fmla="*/ 236490 h 3098304"/>
              <a:gd name="connsiteX2893" fmla="*/ 4185562 w 10799257"/>
              <a:gd name="connsiteY2893" fmla="*/ 158753 h 3098304"/>
              <a:gd name="connsiteX2894" fmla="*/ 3997354 w 10799257"/>
              <a:gd name="connsiteY2894" fmla="*/ 158753 h 3098304"/>
              <a:gd name="connsiteX2895" fmla="*/ 4075062 w 10799257"/>
              <a:gd name="connsiteY2895" fmla="*/ 236490 h 3098304"/>
              <a:gd name="connsiteX2896" fmla="*/ 3997354 w 10799257"/>
              <a:gd name="connsiteY2896" fmla="*/ 314222 h 3098304"/>
              <a:gd name="connsiteX2897" fmla="*/ 3919622 w 10799257"/>
              <a:gd name="connsiteY2897" fmla="*/ 236490 h 3098304"/>
              <a:gd name="connsiteX2898" fmla="*/ 3997354 w 10799257"/>
              <a:gd name="connsiteY2898" fmla="*/ 158753 h 3098304"/>
              <a:gd name="connsiteX2899" fmla="*/ 3813851 w 10799257"/>
              <a:gd name="connsiteY2899" fmla="*/ 158753 h 3098304"/>
              <a:gd name="connsiteX2900" fmla="*/ 3891567 w 10799257"/>
              <a:gd name="connsiteY2900" fmla="*/ 236490 h 3098304"/>
              <a:gd name="connsiteX2901" fmla="*/ 3813851 w 10799257"/>
              <a:gd name="connsiteY2901" fmla="*/ 314222 h 3098304"/>
              <a:gd name="connsiteX2902" fmla="*/ 3736077 w 10799257"/>
              <a:gd name="connsiteY2902" fmla="*/ 236490 h 3098304"/>
              <a:gd name="connsiteX2903" fmla="*/ 3813851 w 10799257"/>
              <a:gd name="connsiteY2903" fmla="*/ 158753 h 3098304"/>
              <a:gd name="connsiteX2904" fmla="*/ 3625636 w 10799257"/>
              <a:gd name="connsiteY2904" fmla="*/ 158753 h 3098304"/>
              <a:gd name="connsiteX2905" fmla="*/ 3703376 w 10799257"/>
              <a:gd name="connsiteY2905" fmla="*/ 236490 h 3098304"/>
              <a:gd name="connsiteX2906" fmla="*/ 3625636 w 10799257"/>
              <a:gd name="connsiteY2906" fmla="*/ 314222 h 3098304"/>
              <a:gd name="connsiteX2907" fmla="*/ 3547906 w 10799257"/>
              <a:gd name="connsiteY2907" fmla="*/ 236490 h 3098304"/>
              <a:gd name="connsiteX2908" fmla="*/ 3625636 w 10799257"/>
              <a:gd name="connsiteY2908" fmla="*/ 158753 h 3098304"/>
              <a:gd name="connsiteX2909" fmla="*/ 3666858 w 10799257"/>
              <a:gd name="connsiteY2909" fmla="*/ 131312 h 3098304"/>
              <a:gd name="connsiteX2910" fmla="*/ 3655889 w 10799257"/>
              <a:gd name="connsiteY2910" fmla="*/ 138707 h 3098304"/>
              <a:gd name="connsiteX2911" fmla="*/ 3625636 w 10799257"/>
              <a:gd name="connsiteY2911" fmla="*/ 144816 h 3098304"/>
              <a:gd name="connsiteX2912" fmla="*/ 3613152 w 10799257"/>
              <a:gd name="connsiteY2912" fmla="*/ 142296 h 3098304"/>
              <a:gd name="connsiteX2913" fmla="*/ 3886446 w 10799257"/>
              <a:gd name="connsiteY2913" fmla="*/ 92463 h 3098304"/>
              <a:gd name="connsiteX2914" fmla="*/ 3885462 w 10799257"/>
              <a:gd name="connsiteY2914" fmla="*/ 97338 h 3098304"/>
              <a:gd name="connsiteX2915" fmla="*/ 3813851 w 10799257"/>
              <a:gd name="connsiteY2915" fmla="*/ 144816 h 3098304"/>
              <a:gd name="connsiteX2916" fmla="*/ 3758862 w 10799257"/>
              <a:gd name="connsiteY2916" fmla="*/ 122047 h 3098304"/>
              <a:gd name="connsiteX2917" fmla="*/ 3753199 w 10799257"/>
              <a:gd name="connsiteY2917" fmla="*/ 113654 h 3098304"/>
              <a:gd name="connsiteX2918" fmla="*/ 3784279 w 10799257"/>
              <a:gd name="connsiteY2918" fmla="*/ 107297 h 3098304"/>
              <a:gd name="connsiteX2919" fmla="*/ 4074670 w 10799257"/>
              <a:gd name="connsiteY2919" fmla="*/ 65135 h 3098304"/>
              <a:gd name="connsiteX2920" fmla="*/ 4075062 w 10799257"/>
              <a:gd name="connsiteY2920" fmla="*/ 67080 h 3098304"/>
              <a:gd name="connsiteX2921" fmla="*/ 3997354 w 10799257"/>
              <a:gd name="connsiteY2921" fmla="*/ 144814 h 3098304"/>
              <a:gd name="connsiteX2922" fmla="*/ 3925733 w 10799257"/>
              <a:gd name="connsiteY2922" fmla="*/ 97338 h 3098304"/>
              <a:gd name="connsiteX2923" fmla="*/ 3923657 w 10799257"/>
              <a:gd name="connsiteY2923" fmla="*/ 87061 h 3098304"/>
              <a:gd name="connsiteX2924" fmla="*/ 4257864 w 10799257"/>
              <a:gd name="connsiteY2924" fmla="*/ 40054 h 3098304"/>
              <a:gd name="connsiteX2925" fmla="*/ 4263323 w 10799257"/>
              <a:gd name="connsiteY2925" fmla="*/ 67080 h 3098304"/>
              <a:gd name="connsiteX2926" fmla="*/ 4185562 w 10799257"/>
              <a:gd name="connsiteY2926" fmla="*/ 144814 h 3098304"/>
              <a:gd name="connsiteX2927" fmla="*/ 4107803 w 10799257"/>
              <a:gd name="connsiteY2927" fmla="*/ 67080 h 3098304"/>
              <a:gd name="connsiteX2928" fmla="*/ 4109209 w 10799257"/>
              <a:gd name="connsiteY2928" fmla="*/ 60120 h 3098304"/>
              <a:gd name="connsiteX2929" fmla="*/ 4231894 w 10799257"/>
              <a:gd name="connsiteY2929" fmla="*/ 42307 h 3098304"/>
              <a:gd name="connsiteX2930" fmla="*/ 4437115 w 10799257"/>
              <a:gd name="connsiteY2930" fmla="*/ 24502 h 3098304"/>
              <a:gd name="connsiteX2931" fmla="*/ 4445419 w 10799257"/>
              <a:gd name="connsiteY2931" fmla="*/ 36821 h 3098304"/>
              <a:gd name="connsiteX2932" fmla="*/ 4451526 w 10799257"/>
              <a:gd name="connsiteY2932" fmla="*/ 67080 h 3098304"/>
              <a:gd name="connsiteX2933" fmla="*/ 4373793 w 10799257"/>
              <a:gd name="connsiteY2933" fmla="*/ 144814 h 3098304"/>
              <a:gd name="connsiteX2934" fmla="*/ 4296066 w 10799257"/>
              <a:gd name="connsiteY2934" fmla="*/ 67080 h 3098304"/>
              <a:gd name="connsiteX2935" fmla="*/ 4302175 w 10799257"/>
              <a:gd name="connsiteY2935" fmla="*/ 36821 h 3098304"/>
              <a:gd name="connsiteX2936" fmla="*/ 4302613 w 10799257"/>
              <a:gd name="connsiteY2936" fmla="*/ 36171 h 3098304"/>
              <a:gd name="connsiteX2937" fmla="*/ 4608587 w 10799257"/>
              <a:gd name="connsiteY2937" fmla="*/ 9626 h 3098304"/>
              <a:gd name="connsiteX2938" fmla="*/ 4612276 w 10799257"/>
              <a:gd name="connsiteY2938" fmla="*/ 12112 h 3098304"/>
              <a:gd name="connsiteX2939" fmla="*/ 4635049 w 10799257"/>
              <a:gd name="connsiteY2939" fmla="*/ 67080 h 3098304"/>
              <a:gd name="connsiteX2940" fmla="*/ 4557299 w 10799257"/>
              <a:gd name="connsiteY2940" fmla="*/ 144814 h 3098304"/>
              <a:gd name="connsiteX2941" fmla="*/ 4479562 w 10799257"/>
              <a:gd name="connsiteY2941" fmla="*/ 67080 h 3098304"/>
              <a:gd name="connsiteX2942" fmla="*/ 4485670 w 10799257"/>
              <a:gd name="connsiteY2942" fmla="*/ 36821 h 3098304"/>
              <a:gd name="connsiteX2943" fmla="*/ 4497506 w 10799257"/>
              <a:gd name="connsiteY2943" fmla="*/ 19263 h 3098304"/>
              <a:gd name="connsiteX2944" fmla="*/ 4782535 w 10799257"/>
              <a:gd name="connsiteY2944" fmla="*/ 0 h 3098304"/>
              <a:gd name="connsiteX2945" fmla="*/ 4800498 w 10799257"/>
              <a:gd name="connsiteY2945" fmla="*/ 12112 h 3098304"/>
              <a:gd name="connsiteX2946" fmla="*/ 4823266 w 10799257"/>
              <a:gd name="connsiteY2946" fmla="*/ 67080 h 3098304"/>
              <a:gd name="connsiteX2947" fmla="*/ 4745539 w 10799257"/>
              <a:gd name="connsiteY2947" fmla="*/ 144814 h 3098304"/>
              <a:gd name="connsiteX2948" fmla="*/ 4667788 w 10799257"/>
              <a:gd name="connsiteY2948" fmla="*/ 67080 h 3098304"/>
              <a:gd name="connsiteX2949" fmla="*/ 4690554 w 10799257"/>
              <a:gd name="connsiteY2949" fmla="*/ 12112 h 3098304"/>
              <a:gd name="connsiteX2950" fmla="*/ 4705216 w 10799257"/>
              <a:gd name="connsiteY2950" fmla="*/ 2229 h 3098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</a:cxnLst>
            <a:rect l="l" t="t" r="r" b="b"/>
            <a:pathLst>
              <a:path w="10799257" h="3098304">
                <a:moveTo>
                  <a:pt x="10721519" y="3066700"/>
                </a:moveTo>
                <a:cubicBezTo>
                  <a:pt x="10742985" y="3066700"/>
                  <a:pt x="10762420" y="3075401"/>
                  <a:pt x="10776487" y="3089469"/>
                </a:cubicBezTo>
                <a:lnTo>
                  <a:pt x="10782444" y="3098304"/>
                </a:lnTo>
                <a:lnTo>
                  <a:pt x="10660594" y="3098304"/>
                </a:lnTo>
                <a:lnTo>
                  <a:pt x="10666551" y="3089469"/>
                </a:lnTo>
                <a:cubicBezTo>
                  <a:pt x="10680618" y="3075401"/>
                  <a:pt x="10700052" y="3066700"/>
                  <a:pt x="10721519" y="3066700"/>
                </a:cubicBezTo>
                <a:close/>
                <a:moveTo>
                  <a:pt x="10538003" y="3066700"/>
                </a:moveTo>
                <a:cubicBezTo>
                  <a:pt x="10559469" y="3066700"/>
                  <a:pt x="10578904" y="3075401"/>
                  <a:pt x="10592971" y="3089469"/>
                </a:cubicBezTo>
                <a:lnTo>
                  <a:pt x="10598928" y="3098304"/>
                </a:lnTo>
                <a:lnTo>
                  <a:pt x="10477078" y="3098304"/>
                </a:lnTo>
                <a:lnTo>
                  <a:pt x="10483035" y="3089469"/>
                </a:lnTo>
                <a:cubicBezTo>
                  <a:pt x="10497102" y="3075401"/>
                  <a:pt x="10516536" y="3066700"/>
                  <a:pt x="10538003" y="3066700"/>
                </a:cubicBezTo>
                <a:close/>
                <a:moveTo>
                  <a:pt x="9978043" y="3066700"/>
                </a:moveTo>
                <a:cubicBezTo>
                  <a:pt x="9999509" y="3066700"/>
                  <a:pt x="10018943" y="3075401"/>
                  <a:pt x="10033011" y="3089469"/>
                </a:cubicBezTo>
                <a:lnTo>
                  <a:pt x="10038968" y="3098304"/>
                </a:lnTo>
                <a:lnTo>
                  <a:pt x="9917118" y="3098304"/>
                </a:lnTo>
                <a:lnTo>
                  <a:pt x="9923075" y="3089469"/>
                </a:lnTo>
                <a:cubicBezTo>
                  <a:pt x="9937142" y="3075401"/>
                  <a:pt x="9956577" y="3066700"/>
                  <a:pt x="9978043" y="3066700"/>
                </a:cubicBezTo>
                <a:close/>
                <a:moveTo>
                  <a:pt x="9789822" y="3066700"/>
                </a:moveTo>
                <a:cubicBezTo>
                  <a:pt x="9811288" y="3066700"/>
                  <a:pt x="9830722" y="3075401"/>
                  <a:pt x="9844790" y="3089469"/>
                </a:cubicBezTo>
                <a:lnTo>
                  <a:pt x="9850746" y="3098304"/>
                </a:lnTo>
                <a:lnTo>
                  <a:pt x="9728897" y="3098304"/>
                </a:lnTo>
                <a:lnTo>
                  <a:pt x="9734854" y="3089469"/>
                </a:lnTo>
                <a:cubicBezTo>
                  <a:pt x="9748921" y="3075401"/>
                  <a:pt x="9768356" y="3066700"/>
                  <a:pt x="9789822" y="3066700"/>
                </a:cubicBezTo>
                <a:close/>
                <a:moveTo>
                  <a:pt x="9606306" y="3066700"/>
                </a:moveTo>
                <a:cubicBezTo>
                  <a:pt x="9627772" y="3066700"/>
                  <a:pt x="9647206" y="3075401"/>
                  <a:pt x="9661274" y="3089469"/>
                </a:cubicBezTo>
                <a:lnTo>
                  <a:pt x="9667231" y="3098304"/>
                </a:lnTo>
                <a:lnTo>
                  <a:pt x="9545381" y="3098304"/>
                </a:lnTo>
                <a:lnTo>
                  <a:pt x="9551338" y="3089469"/>
                </a:lnTo>
                <a:cubicBezTo>
                  <a:pt x="9565405" y="3075401"/>
                  <a:pt x="9584840" y="3066700"/>
                  <a:pt x="9606306" y="3066700"/>
                </a:cubicBezTo>
                <a:close/>
                <a:moveTo>
                  <a:pt x="9413378" y="3066700"/>
                </a:moveTo>
                <a:cubicBezTo>
                  <a:pt x="9434845" y="3066700"/>
                  <a:pt x="9454279" y="3075401"/>
                  <a:pt x="9468346" y="3089469"/>
                </a:cubicBezTo>
                <a:lnTo>
                  <a:pt x="9474303" y="3098304"/>
                </a:lnTo>
                <a:lnTo>
                  <a:pt x="9352453" y="3098304"/>
                </a:lnTo>
                <a:lnTo>
                  <a:pt x="9358410" y="3089469"/>
                </a:lnTo>
                <a:cubicBezTo>
                  <a:pt x="9372477" y="3075401"/>
                  <a:pt x="9391912" y="3066700"/>
                  <a:pt x="9413378" y="3066700"/>
                </a:cubicBezTo>
                <a:close/>
                <a:moveTo>
                  <a:pt x="9234567" y="3066700"/>
                </a:moveTo>
                <a:cubicBezTo>
                  <a:pt x="9256034" y="3066700"/>
                  <a:pt x="9275468" y="3075401"/>
                  <a:pt x="9289535" y="3089469"/>
                </a:cubicBezTo>
                <a:lnTo>
                  <a:pt x="9295492" y="3098304"/>
                </a:lnTo>
                <a:lnTo>
                  <a:pt x="9173643" y="3098304"/>
                </a:lnTo>
                <a:lnTo>
                  <a:pt x="9179599" y="3089469"/>
                </a:lnTo>
                <a:cubicBezTo>
                  <a:pt x="9193667" y="3075401"/>
                  <a:pt x="9213101" y="3066700"/>
                  <a:pt x="9234567" y="3066700"/>
                </a:cubicBezTo>
                <a:close/>
                <a:moveTo>
                  <a:pt x="9036936" y="3066700"/>
                </a:moveTo>
                <a:cubicBezTo>
                  <a:pt x="9058403" y="3066700"/>
                  <a:pt x="9077837" y="3075401"/>
                  <a:pt x="9091904" y="3089469"/>
                </a:cubicBezTo>
                <a:lnTo>
                  <a:pt x="9097861" y="3098304"/>
                </a:lnTo>
                <a:lnTo>
                  <a:pt x="8976011" y="3098304"/>
                </a:lnTo>
                <a:lnTo>
                  <a:pt x="8981968" y="3089469"/>
                </a:lnTo>
                <a:cubicBezTo>
                  <a:pt x="8996035" y="3075401"/>
                  <a:pt x="9015469" y="3066700"/>
                  <a:pt x="9036936" y="3066700"/>
                </a:cubicBezTo>
                <a:close/>
                <a:moveTo>
                  <a:pt x="8853419" y="3066700"/>
                </a:moveTo>
                <a:cubicBezTo>
                  <a:pt x="8874885" y="3066700"/>
                  <a:pt x="8894320" y="3075401"/>
                  <a:pt x="8908387" y="3089469"/>
                </a:cubicBezTo>
                <a:lnTo>
                  <a:pt x="8914344" y="3098304"/>
                </a:lnTo>
                <a:lnTo>
                  <a:pt x="8792494" y="3098304"/>
                </a:lnTo>
                <a:lnTo>
                  <a:pt x="8798451" y="3089469"/>
                </a:lnTo>
                <a:cubicBezTo>
                  <a:pt x="8812518" y="3075401"/>
                  <a:pt x="8831953" y="3066700"/>
                  <a:pt x="8853419" y="3066700"/>
                </a:cubicBezTo>
                <a:close/>
                <a:moveTo>
                  <a:pt x="8669907" y="3066700"/>
                </a:moveTo>
                <a:cubicBezTo>
                  <a:pt x="8691374" y="3066700"/>
                  <a:pt x="8710808" y="3075401"/>
                  <a:pt x="8724875" y="3089469"/>
                </a:cubicBezTo>
                <a:lnTo>
                  <a:pt x="8730832" y="3098304"/>
                </a:lnTo>
                <a:lnTo>
                  <a:pt x="8608982" y="3098304"/>
                </a:lnTo>
                <a:lnTo>
                  <a:pt x="8614939" y="3089469"/>
                </a:lnTo>
                <a:cubicBezTo>
                  <a:pt x="8629006" y="3075401"/>
                  <a:pt x="8648440" y="3066700"/>
                  <a:pt x="8669907" y="3066700"/>
                </a:cubicBezTo>
                <a:close/>
                <a:moveTo>
                  <a:pt x="8481683" y="3066700"/>
                </a:moveTo>
                <a:cubicBezTo>
                  <a:pt x="8503149" y="3066700"/>
                  <a:pt x="8522584" y="3075401"/>
                  <a:pt x="8536651" y="3089469"/>
                </a:cubicBezTo>
                <a:lnTo>
                  <a:pt x="8542608" y="3098304"/>
                </a:lnTo>
                <a:lnTo>
                  <a:pt x="8420758" y="3098304"/>
                </a:lnTo>
                <a:lnTo>
                  <a:pt x="8426715" y="3089469"/>
                </a:lnTo>
                <a:cubicBezTo>
                  <a:pt x="8440782" y="3075401"/>
                  <a:pt x="8460217" y="3066700"/>
                  <a:pt x="8481683" y="3066700"/>
                </a:cubicBezTo>
                <a:close/>
                <a:moveTo>
                  <a:pt x="8298167" y="3066700"/>
                </a:moveTo>
                <a:cubicBezTo>
                  <a:pt x="8319633" y="3066700"/>
                  <a:pt x="8339068" y="3075401"/>
                  <a:pt x="8353135" y="3089469"/>
                </a:cubicBezTo>
                <a:lnTo>
                  <a:pt x="8359092" y="3098304"/>
                </a:lnTo>
                <a:lnTo>
                  <a:pt x="8237242" y="3098304"/>
                </a:lnTo>
                <a:lnTo>
                  <a:pt x="8243199" y="3089469"/>
                </a:lnTo>
                <a:cubicBezTo>
                  <a:pt x="8257267" y="3075401"/>
                  <a:pt x="8276701" y="3066700"/>
                  <a:pt x="8298167" y="3066700"/>
                </a:cubicBezTo>
                <a:close/>
                <a:moveTo>
                  <a:pt x="8109949" y="3066700"/>
                </a:moveTo>
                <a:cubicBezTo>
                  <a:pt x="8131415" y="3066700"/>
                  <a:pt x="8150850" y="3075401"/>
                  <a:pt x="8164917" y="3089469"/>
                </a:cubicBezTo>
                <a:lnTo>
                  <a:pt x="8170874" y="3098304"/>
                </a:lnTo>
                <a:lnTo>
                  <a:pt x="8049024" y="3098304"/>
                </a:lnTo>
                <a:lnTo>
                  <a:pt x="8054981" y="3089469"/>
                </a:lnTo>
                <a:cubicBezTo>
                  <a:pt x="8069048" y="3075401"/>
                  <a:pt x="8088482" y="3066700"/>
                  <a:pt x="8109949" y="3066700"/>
                </a:cubicBezTo>
                <a:close/>
                <a:moveTo>
                  <a:pt x="7926432" y="3066700"/>
                </a:moveTo>
                <a:cubicBezTo>
                  <a:pt x="7947898" y="3066700"/>
                  <a:pt x="7967332" y="3075401"/>
                  <a:pt x="7981400" y="3089469"/>
                </a:cubicBezTo>
                <a:lnTo>
                  <a:pt x="7987357" y="3098304"/>
                </a:lnTo>
                <a:lnTo>
                  <a:pt x="7865507" y="3098304"/>
                </a:lnTo>
                <a:lnTo>
                  <a:pt x="7871464" y="3089469"/>
                </a:lnTo>
                <a:cubicBezTo>
                  <a:pt x="7885531" y="3075401"/>
                  <a:pt x="7904966" y="3066700"/>
                  <a:pt x="7926432" y="3066700"/>
                </a:cubicBezTo>
                <a:close/>
                <a:moveTo>
                  <a:pt x="7738211" y="3066700"/>
                </a:moveTo>
                <a:cubicBezTo>
                  <a:pt x="7759677" y="3066700"/>
                  <a:pt x="7779111" y="3075401"/>
                  <a:pt x="7793179" y="3089469"/>
                </a:cubicBezTo>
                <a:lnTo>
                  <a:pt x="7799135" y="3098304"/>
                </a:lnTo>
                <a:lnTo>
                  <a:pt x="7677286" y="3098304"/>
                </a:lnTo>
                <a:lnTo>
                  <a:pt x="7683243" y="3089469"/>
                </a:lnTo>
                <a:cubicBezTo>
                  <a:pt x="7697310" y="3075401"/>
                  <a:pt x="7716744" y="3066700"/>
                  <a:pt x="7738211" y="3066700"/>
                </a:cubicBezTo>
                <a:close/>
                <a:moveTo>
                  <a:pt x="7554693" y="3066700"/>
                </a:moveTo>
                <a:cubicBezTo>
                  <a:pt x="7576159" y="3066700"/>
                  <a:pt x="7595594" y="3075401"/>
                  <a:pt x="7609661" y="3089469"/>
                </a:cubicBezTo>
                <a:lnTo>
                  <a:pt x="7615618" y="3098304"/>
                </a:lnTo>
                <a:lnTo>
                  <a:pt x="7493769" y="3098304"/>
                </a:lnTo>
                <a:lnTo>
                  <a:pt x="7499725" y="3089469"/>
                </a:lnTo>
                <a:cubicBezTo>
                  <a:pt x="7513793" y="3075401"/>
                  <a:pt x="7533227" y="3066700"/>
                  <a:pt x="7554693" y="3066700"/>
                </a:cubicBezTo>
                <a:close/>
                <a:moveTo>
                  <a:pt x="7366472" y="3066700"/>
                </a:moveTo>
                <a:cubicBezTo>
                  <a:pt x="7387939" y="3066700"/>
                  <a:pt x="7407373" y="3075401"/>
                  <a:pt x="7421441" y="3089469"/>
                </a:cubicBezTo>
                <a:lnTo>
                  <a:pt x="7427397" y="3098304"/>
                </a:lnTo>
                <a:lnTo>
                  <a:pt x="7305548" y="3098304"/>
                </a:lnTo>
                <a:lnTo>
                  <a:pt x="7311505" y="3089469"/>
                </a:lnTo>
                <a:cubicBezTo>
                  <a:pt x="7325572" y="3075401"/>
                  <a:pt x="7345006" y="3066700"/>
                  <a:pt x="7366472" y="3066700"/>
                </a:cubicBezTo>
                <a:close/>
                <a:moveTo>
                  <a:pt x="7178251" y="3066700"/>
                </a:moveTo>
                <a:cubicBezTo>
                  <a:pt x="7199718" y="3066700"/>
                  <a:pt x="7219152" y="3075401"/>
                  <a:pt x="7233220" y="3089469"/>
                </a:cubicBezTo>
                <a:lnTo>
                  <a:pt x="7239176" y="3098304"/>
                </a:lnTo>
                <a:lnTo>
                  <a:pt x="7117326" y="3098304"/>
                </a:lnTo>
                <a:lnTo>
                  <a:pt x="7123283" y="3089469"/>
                </a:lnTo>
                <a:cubicBezTo>
                  <a:pt x="7137351" y="3075401"/>
                  <a:pt x="7156785" y="3066700"/>
                  <a:pt x="7178251" y="3066700"/>
                </a:cubicBezTo>
                <a:close/>
                <a:moveTo>
                  <a:pt x="6985327" y="3066700"/>
                </a:moveTo>
                <a:cubicBezTo>
                  <a:pt x="7006793" y="3066700"/>
                  <a:pt x="7026228" y="3075401"/>
                  <a:pt x="7040295" y="3089469"/>
                </a:cubicBezTo>
                <a:lnTo>
                  <a:pt x="7046252" y="3098304"/>
                </a:lnTo>
                <a:lnTo>
                  <a:pt x="6924402" y="3098304"/>
                </a:lnTo>
                <a:lnTo>
                  <a:pt x="6930358" y="3089469"/>
                </a:lnTo>
                <a:cubicBezTo>
                  <a:pt x="6944426" y="3075401"/>
                  <a:pt x="6963860" y="3066700"/>
                  <a:pt x="6985327" y="3066700"/>
                </a:cubicBezTo>
                <a:close/>
                <a:moveTo>
                  <a:pt x="6801807" y="3066700"/>
                </a:moveTo>
                <a:cubicBezTo>
                  <a:pt x="6823274" y="3066700"/>
                  <a:pt x="6842708" y="3075401"/>
                  <a:pt x="6856775" y="3089469"/>
                </a:cubicBezTo>
                <a:lnTo>
                  <a:pt x="6862732" y="3098304"/>
                </a:lnTo>
                <a:lnTo>
                  <a:pt x="6740882" y="3098304"/>
                </a:lnTo>
                <a:lnTo>
                  <a:pt x="6746839" y="3089469"/>
                </a:lnTo>
                <a:cubicBezTo>
                  <a:pt x="6760907" y="3075401"/>
                  <a:pt x="6780341" y="3066700"/>
                  <a:pt x="6801807" y="3066700"/>
                </a:cubicBezTo>
                <a:close/>
                <a:moveTo>
                  <a:pt x="5681918" y="3066700"/>
                </a:moveTo>
                <a:cubicBezTo>
                  <a:pt x="5703371" y="3066700"/>
                  <a:pt x="5722798" y="3075401"/>
                  <a:pt x="5736863" y="3089469"/>
                </a:cubicBezTo>
                <a:lnTo>
                  <a:pt x="5742818" y="3098304"/>
                </a:lnTo>
                <a:lnTo>
                  <a:pt x="5620982" y="3098304"/>
                </a:lnTo>
                <a:lnTo>
                  <a:pt x="5626940" y="3089469"/>
                </a:lnTo>
                <a:cubicBezTo>
                  <a:pt x="5641010" y="3075401"/>
                  <a:pt x="5660447" y="3066700"/>
                  <a:pt x="5681918" y="3066700"/>
                </a:cubicBezTo>
                <a:close/>
                <a:moveTo>
                  <a:pt x="5498376" y="3066700"/>
                </a:moveTo>
                <a:cubicBezTo>
                  <a:pt x="5519844" y="3066700"/>
                  <a:pt x="5539280" y="3075401"/>
                  <a:pt x="5553349" y="3089469"/>
                </a:cubicBezTo>
                <a:lnTo>
                  <a:pt x="5559307" y="3098304"/>
                </a:lnTo>
                <a:lnTo>
                  <a:pt x="5437452" y="3098304"/>
                </a:lnTo>
                <a:lnTo>
                  <a:pt x="5443409" y="3089469"/>
                </a:lnTo>
                <a:cubicBezTo>
                  <a:pt x="5457477" y="3075401"/>
                  <a:pt x="5476911" y="3066700"/>
                  <a:pt x="5498376" y="3066700"/>
                </a:cubicBezTo>
                <a:close/>
                <a:moveTo>
                  <a:pt x="5310161" y="3066700"/>
                </a:moveTo>
                <a:cubicBezTo>
                  <a:pt x="5331627" y="3066700"/>
                  <a:pt x="5351061" y="3075401"/>
                  <a:pt x="5365128" y="3089469"/>
                </a:cubicBezTo>
                <a:lnTo>
                  <a:pt x="5371085" y="3098304"/>
                </a:lnTo>
                <a:lnTo>
                  <a:pt x="5249241" y="3098304"/>
                </a:lnTo>
                <a:lnTo>
                  <a:pt x="5255197" y="3089469"/>
                </a:lnTo>
                <a:cubicBezTo>
                  <a:pt x="5269263" y="3075401"/>
                  <a:pt x="5288695" y="3066700"/>
                  <a:pt x="5310161" y="3066700"/>
                </a:cubicBezTo>
                <a:close/>
                <a:moveTo>
                  <a:pt x="5126649" y="3066700"/>
                </a:moveTo>
                <a:cubicBezTo>
                  <a:pt x="5148118" y="3066700"/>
                  <a:pt x="5167552" y="3075401"/>
                  <a:pt x="5181620" y="3089469"/>
                </a:cubicBezTo>
                <a:lnTo>
                  <a:pt x="5187576" y="3098304"/>
                </a:lnTo>
                <a:lnTo>
                  <a:pt x="5065733" y="3098304"/>
                </a:lnTo>
                <a:lnTo>
                  <a:pt x="5071690" y="3089469"/>
                </a:lnTo>
                <a:cubicBezTo>
                  <a:pt x="5085757" y="3075401"/>
                  <a:pt x="5105189" y="3066700"/>
                  <a:pt x="5126649" y="3066700"/>
                </a:cubicBezTo>
                <a:close/>
                <a:moveTo>
                  <a:pt x="2129305" y="3066700"/>
                </a:moveTo>
                <a:cubicBezTo>
                  <a:pt x="2150769" y="3066700"/>
                  <a:pt x="2170201" y="3075401"/>
                  <a:pt x="2184268" y="3089469"/>
                </a:cubicBezTo>
                <a:lnTo>
                  <a:pt x="2190224" y="3098304"/>
                </a:lnTo>
                <a:lnTo>
                  <a:pt x="2068384" y="3098304"/>
                </a:lnTo>
                <a:lnTo>
                  <a:pt x="2074340" y="3089469"/>
                </a:lnTo>
                <a:cubicBezTo>
                  <a:pt x="2088407" y="3075401"/>
                  <a:pt x="2107840" y="3066700"/>
                  <a:pt x="2129305" y="3066700"/>
                </a:cubicBezTo>
                <a:close/>
                <a:moveTo>
                  <a:pt x="1941099" y="3066700"/>
                </a:moveTo>
                <a:cubicBezTo>
                  <a:pt x="1962565" y="3066700"/>
                  <a:pt x="1981997" y="3075401"/>
                  <a:pt x="1996064" y="3089469"/>
                </a:cubicBezTo>
                <a:lnTo>
                  <a:pt x="2002020" y="3098304"/>
                </a:lnTo>
                <a:lnTo>
                  <a:pt x="1880181" y="3098304"/>
                </a:lnTo>
                <a:lnTo>
                  <a:pt x="1886137" y="3089469"/>
                </a:lnTo>
                <a:cubicBezTo>
                  <a:pt x="1900203" y="3075401"/>
                  <a:pt x="1919635" y="3066700"/>
                  <a:pt x="1941099" y="3066700"/>
                </a:cubicBezTo>
                <a:close/>
                <a:moveTo>
                  <a:pt x="1757600" y="3066700"/>
                </a:moveTo>
                <a:cubicBezTo>
                  <a:pt x="1779066" y="3066700"/>
                  <a:pt x="1798498" y="3075401"/>
                  <a:pt x="1812565" y="3089469"/>
                </a:cubicBezTo>
                <a:lnTo>
                  <a:pt x="1818521" y="3098304"/>
                </a:lnTo>
                <a:lnTo>
                  <a:pt x="1696678" y="3098304"/>
                </a:lnTo>
                <a:lnTo>
                  <a:pt x="1702633" y="3089469"/>
                </a:lnTo>
                <a:cubicBezTo>
                  <a:pt x="1716699" y="3075401"/>
                  <a:pt x="1736132" y="3066700"/>
                  <a:pt x="1757600" y="3066700"/>
                </a:cubicBezTo>
                <a:close/>
                <a:moveTo>
                  <a:pt x="1569376" y="3066700"/>
                </a:moveTo>
                <a:cubicBezTo>
                  <a:pt x="1590850" y="3066700"/>
                  <a:pt x="1610286" y="3075401"/>
                  <a:pt x="1624355" y="3089469"/>
                </a:cubicBezTo>
                <a:lnTo>
                  <a:pt x="1630311" y="3098304"/>
                </a:lnTo>
                <a:lnTo>
                  <a:pt x="1508459" y="3098304"/>
                </a:lnTo>
                <a:lnTo>
                  <a:pt x="1514416" y="3089469"/>
                </a:lnTo>
                <a:cubicBezTo>
                  <a:pt x="1528483" y="3075401"/>
                  <a:pt x="1547915" y="3066700"/>
                  <a:pt x="1569376" y="3066700"/>
                </a:cubicBezTo>
                <a:close/>
                <a:moveTo>
                  <a:pt x="1385849" y="3066700"/>
                </a:moveTo>
                <a:cubicBezTo>
                  <a:pt x="1407318" y="3066700"/>
                  <a:pt x="1426756" y="3075401"/>
                  <a:pt x="1440826" y="3089469"/>
                </a:cubicBezTo>
                <a:lnTo>
                  <a:pt x="1446784" y="3098304"/>
                </a:lnTo>
                <a:lnTo>
                  <a:pt x="1324913" y="3098304"/>
                </a:lnTo>
                <a:lnTo>
                  <a:pt x="1330871" y="3089469"/>
                </a:lnTo>
                <a:cubicBezTo>
                  <a:pt x="1344941" y="3075401"/>
                  <a:pt x="1364379" y="3066700"/>
                  <a:pt x="1385849" y="3066700"/>
                </a:cubicBezTo>
                <a:close/>
                <a:moveTo>
                  <a:pt x="1202313" y="3066700"/>
                </a:moveTo>
                <a:cubicBezTo>
                  <a:pt x="1223780" y="3066700"/>
                  <a:pt x="1243215" y="3075401"/>
                  <a:pt x="1257283" y="3089469"/>
                </a:cubicBezTo>
                <a:lnTo>
                  <a:pt x="1263240" y="3098304"/>
                </a:lnTo>
                <a:lnTo>
                  <a:pt x="1141397" y="3098304"/>
                </a:lnTo>
                <a:lnTo>
                  <a:pt x="1147351" y="3089469"/>
                </a:lnTo>
                <a:cubicBezTo>
                  <a:pt x="1161413" y="3075401"/>
                  <a:pt x="1180842" y="3066700"/>
                  <a:pt x="1202313" y="3066700"/>
                </a:cubicBezTo>
                <a:close/>
                <a:moveTo>
                  <a:pt x="1014085" y="3066700"/>
                </a:moveTo>
                <a:cubicBezTo>
                  <a:pt x="1035559" y="3066700"/>
                  <a:pt x="1054998" y="3075401"/>
                  <a:pt x="1069068" y="3089469"/>
                </a:cubicBezTo>
                <a:lnTo>
                  <a:pt x="1075026" y="3098304"/>
                </a:lnTo>
                <a:lnTo>
                  <a:pt x="953182" y="3098304"/>
                </a:lnTo>
                <a:lnTo>
                  <a:pt x="959138" y="3089469"/>
                </a:lnTo>
                <a:cubicBezTo>
                  <a:pt x="973202" y="3075401"/>
                  <a:pt x="992631" y="3066700"/>
                  <a:pt x="1014085" y="3066700"/>
                </a:cubicBezTo>
                <a:close/>
                <a:moveTo>
                  <a:pt x="830577" y="3066700"/>
                </a:moveTo>
                <a:cubicBezTo>
                  <a:pt x="852039" y="3066700"/>
                  <a:pt x="871477" y="3075401"/>
                  <a:pt x="885549" y="3089469"/>
                </a:cubicBezTo>
                <a:lnTo>
                  <a:pt x="891508" y="3098304"/>
                </a:lnTo>
                <a:lnTo>
                  <a:pt x="769649" y="3098304"/>
                </a:lnTo>
                <a:lnTo>
                  <a:pt x="775607" y="3089469"/>
                </a:lnTo>
                <a:cubicBezTo>
                  <a:pt x="789675" y="3075401"/>
                  <a:pt x="809110" y="3066700"/>
                  <a:pt x="830577" y="3066700"/>
                </a:cubicBezTo>
                <a:close/>
                <a:moveTo>
                  <a:pt x="642348" y="3066700"/>
                </a:moveTo>
                <a:cubicBezTo>
                  <a:pt x="663816" y="3066700"/>
                  <a:pt x="683251" y="3075401"/>
                  <a:pt x="697320" y="3089469"/>
                </a:cubicBezTo>
                <a:lnTo>
                  <a:pt x="703276" y="3098304"/>
                </a:lnTo>
                <a:lnTo>
                  <a:pt x="581426" y="3098304"/>
                </a:lnTo>
                <a:lnTo>
                  <a:pt x="587383" y="3089469"/>
                </a:lnTo>
                <a:cubicBezTo>
                  <a:pt x="601450" y="3075401"/>
                  <a:pt x="620883" y="3066700"/>
                  <a:pt x="642348" y="3066700"/>
                </a:cubicBezTo>
                <a:close/>
                <a:moveTo>
                  <a:pt x="10721519" y="2902009"/>
                </a:moveTo>
                <a:cubicBezTo>
                  <a:pt x="10764452" y="2902009"/>
                  <a:pt x="10799256" y="2936814"/>
                  <a:pt x="10799256" y="2979747"/>
                </a:cubicBezTo>
                <a:cubicBezTo>
                  <a:pt x="10799256" y="3022679"/>
                  <a:pt x="10764452" y="3057483"/>
                  <a:pt x="10721519" y="3057483"/>
                </a:cubicBezTo>
                <a:cubicBezTo>
                  <a:pt x="10678586" y="3057483"/>
                  <a:pt x="10643782" y="3022679"/>
                  <a:pt x="10643782" y="2979747"/>
                </a:cubicBezTo>
                <a:cubicBezTo>
                  <a:pt x="10643782" y="2936814"/>
                  <a:pt x="10678586" y="2902009"/>
                  <a:pt x="10721519" y="2902009"/>
                </a:cubicBezTo>
                <a:close/>
                <a:moveTo>
                  <a:pt x="10349781" y="2902009"/>
                </a:moveTo>
                <a:cubicBezTo>
                  <a:pt x="10392714" y="2902009"/>
                  <a:pt x="10427518" y="2936814"/>
                  <a:pt x="10427518" y="2979747"/>
                </a:cubicBezTo>
                <a:cubicBezTo>
                  <a:pt x="10427518" y="3022679"/>
                  <a:pt x="10392714" y="3057483"/>
                  <a:pt x="10349781" y="3057483"/>
                </a:cubicBezTo>
                <a:cubicBezTo>
                  <a:pt x="10306848" y="3057483"/>
                  <a:pt x="10272044" y="3022679"/>
                  <a:pt x="10272044" y="2979747"/>
                </a:cubicBezTo>
                <a:cubicBezTo>
                  <a:pt x="10272044" y="2936814"/>
                  <a:pt x="10306848" y="2902009"/>
                  <a:pt x="10349781" y="2902009"/>
                </a:cubicBezTo>
                <a:close/>
                <a:moveTo>
                  <a:pt x="9978043" y="2902009"/>
                </a:moveTo>
                <a:cubicBezTo>
                  <a:pt x="10020975" y="2902009"/>
                  <a:pt x="10055780" y="2936814"/>
                  <a:pt x="10055780" y="2979747"/>
                </a:cubicBezTo>
                <a:cubicBezTo>
                  <a:pt x="10055780" y="3022679"/>
                  <a:pt x="10020975" y="3057483"/>
                  <a:pt x="9978043" y="3057483"/>
                </a:cubicBezTo>
                <a:cubicBezTo>
                  <a:pt x="9935110" y="3057483"/>
                  <a:pt x="9900306" y="3022679"/>
                  <a:pt x="9900306" y="2979747"/>
                </a:cubicBezTo>
                <a:cubicBezTo>
                  <a:pt x="9900306" y="2936814"/>
                  <a:pt x="9935110" y="2902009"/>
                  <a:pt x="9978043" y="2902009"/>
                </a:cubicBezTo>
                <a:close/>
                <a:moveTo>
                  <a:pt x="9789822" y="2902009"/>
                </a:moveTo>
                <a:cubicBezTo>
                  <a:pt x="9832754" y="2902009"/>
                  <a:pt x="9867558" y="2936814"/>
                  <a:pt x="9867558" y="2979747"/>
                </a:cubicBezTo>
                <a:cubicBezTo>
                  <a:pt x="9867558" y="3022679"/>
                  <a:pt x="9832754" y="3057483"/>
                  <a:pt x="9789822" y="3057483"/>
                </a:cubicBezTo>
                <a:cubicBezTo>
                  <a:pt x="9746889" y="3057483"/>
                  <a:pt x="9712085" y="3022679"/>
                  <a:pt x="9712085" y="2979747"/>
                </a:cubicBezTo>
                <a:cubicBezTo>
                  <a:pt x="9712085" y="2936814"/>
                  <a:pt x="9746889" y="2902009"/>
                  <a:pt x="9789822" y="2902009"/>
                </a:cubicBezTo>
                <a:close/>
                <a:moveTo>
                  <a:pt x="9606306" y="2902009"/>
                </a:moveTo>
                <a:cubicBezTo>
                  <a:pt x="9649238" y="2902009"/>
                  <a:pt x="9684043" y="2936814"/>
                  <a:pt x="9684043" y="2979747"/>
                </a:cubicBezTo>
                <a:cubicBezTo>
                  <a:pt x="9684043" y="3022679"/>
                  <a:pt x="9649238" y="3057483"/>
                  <a:pt x="9606306" y="3057483"/>
                </a:cubicBezTo>
                <a:cubicBezTo>
                  <a:pt x="9563373" y="3057483"/>
                  <a:pt x="9528569" y="3022679"/>
                  <a:pt x="9528569" y="2979747"/>
                </a:cubicBezTo>
                <a:cubicBezTo>
                  <a:pt x="9528569" y="2936814"/>
                  <a:pt x="9563373" y="2902009"/>
                  <a:pt x="9606306" y="2902009"/>
                </a:cubicBezTo>
                <a:close/>
                <a:moveTo>
                  <a:pt x="9413381" y="2902009"/>
                </a:moveTo>
                <a:cubicBezTo>
                  <a:pt x="9456314" y="2902009"/>
                  <a:pt x="9491118" y="2936814"/>
                  <a:pt x="9491118" y="2979747"/>
                </a:cubicBezTo>
                <a:cubicBezTo>
                  <a:pt x="9491118" y="3022679"/>
                  <a:pt x="9456314" y="3057483"/>
                  <a:pt x="9413381" y="3057483"/>
                </a:cubicBezTo>
                <a:cubicBezTo>
                  <a:pt x="9370448" y="3057483"/>
                  <a:pt x="9335644" y="3022679"/>
                  <a:pt x="9335644" y="2979747"/>
                </a:cubicBezTo>
                <a:cubicBezTo>
                  <a:pt x="9335644" y="2936814"/>
                  <a:pt x="9370448" y="2902009"/>
                  <a:pt x="9413381" y="2902009"/>
                </a:cubicBezTo>
                <a:close/>
                <a:moveTo>
                  <a:pt x="9234570" y="2902009"/>
                </a:moveTo>
                <a:cubicBezTo>
                  <a:pt x="9277503" y="2902009"/>
                  <a:pt x="9312307" y="2936814"/>
                  <a:pt x="9312307" y="2979747"/>
                </a:cubicBezTo>
                <a:cubicBezTo>
                  <a:pt x="9312307" y="3022679"/>
                  <a:pt x="9277503" y="3057483"/>
                  <a:pt x="9234570" y="3057483"/>
                </a:cubicBezTo>
                <a:cubicBezTo>
                  <a:pt x="9191637" y="3057483"/>
                  <a:pt x="9156833" y="3022679"/>
                  <a:pt x="9156833" y="2979747"/>
                </a:cubicBezTo>
                <a:cubicBezTo>
                  <a:pt x="9156833" y="2936814"/>
                  <a:pt x="9191637" y="2902009"/>
                  <a:pt x="9234570" y="2902009"/>
                </a:cubicBezTo>
                <a:close/>
                <a:moveTo>
                  <a:pt x="9036939" y="2902009"/>
                </a:moveTo>
                <a:cubicBezTo>
                  <a:pt x="9079871" y="2902009"/>
                  <a:pt x="9114675" y="2936814"/>
                  <a:pt x="9114675" y="2979747"/>
                </a:cubicBezTo>
                <a:cubicBezTo>
                  <a:pt x="9114675" y="3022679"/>
                  <a:pt x="9079871" y="3057483"/>
                  <a:pt x="9036939" y="3057483"/>
                </a:cubicBezTo>
                <a:cubicBezTo>
                  <a:pt x="8994006" y="3057483"/>
                  <a:pt x="8959202" y="3022679"/>
                  <a:pt x="8959202" y="2979747"/>
                </a:cubicBezTo>
                <a:cubicBezTo>
                  <a:pt x="8959202" y="2936814"/>
                  <a:pt x="8994006" y="2902009"/>
                  <a:pt x="9036939" y="2902009"/>
                </a:cubicBezTo>
                <a:close/>
                <a:moveTo>
                  <a:pt x="8853421" y="2902009"/>
                </a:moveTo>
                <a:cubicBezTo>
                  <a:pt x="8896354" y="2902009"/>
                  <a:pt x="8931158" y="2936814"/>
                  <a:pt x="8931158" y="2979747"/>
                </a:cubicBezTo>
                <a:cubicBezTo>
                  <a:pt x="8931158" y="3022679"/>
                  <a:pt x="8896354" y="3057483"/>
                  <a:pt x="8853421" y="3057483"/>
                </a:cubicBezTo>
                <a:cubicBezTo>
                  <a:pt x="8810489" y="3057483"/>
                  <a:pt x="8775685" y="3022679"/>
                  <a:pt x="8775685" y="2979747"/>
                </a:cubicBezTo>
                <a:cubicBezTo>
                  <a:pt x="8775685" y="2936814"/>
                  <a:pt x="8810489" y="2902009"/>
                  <a:pt x="8853421" y="2902009"/>
                </a:cubicBezTo>
                <a:close/>
                <a:moveTo>
                  <a:pt x="8669908" y="2902009"/>
                </a:moveTo>
                <a:cubicBezTo>
                  <a:pt x="8712841" y="2902009"/>
                  <a:pt x="8747645" y="2936814"/>
                  <a:pt x="8747645" y="2979747"/>
                </a:cubicBezTo>
                <a:cubicBezTo>
                  <a:pt x="8747645" y="3022679"/>
                  <a:pt x="8712841" y="3057483"/>
                  <a:pt x="8669908" y="3057483"/>
                </a:cubicBezTo>
                <a:cubicBezTo>
                  <a:pt x="8626975" y="3057483"/>
                  <a:pt x="8592171" y="3022679"/>
                  <a:pt x="8592171" y="2979747"/>
                </a:cubicBezTo>
                <a:cubicBezTo>
                  <a:pt x="8592171" y="2936814"/>
                  <a:pt x="8626975" y="2902009"/>
                  <a:pt x="8669908" y="2902009"/>
                </a:cubicBezTo>
                <a:close/>
                <a:moveTo>
                  <a:pt x="8481684" y="2902009"/>
                </a:moveTo>
                <a:cubicBezTo>
                  <a:pt x="8524617" y="2902009"/>
                  <a:pt x="8559421" y="2936814"/>
                  <a:pt x="8559421" y="2979747"/>
                </a:cubicBezTo>
                <a:cubicBezTo>
                  <a:pt x="8559421" y="3022679"/>
                  <a:pt x="8524617" y="3057483"/>
                  <a:pt x="8481684" y="3057483"/>
                </a:cubicBezTo>
                <a:cubicBezTo>
                  <a:pt x="8438752" y="3057483"/>
                  <a:pt x="8403948" y="3022679"/>
                  <a:pt x="8403948" y="2979747"/>
                </a:cubicBezTo>
                <a:cubicBezTo>
                  <a:pt x="8403948" y="2936814"/>
                  <a:pt x="8438752" y="2902009"/>
                  <a:pt x="8481684" y="2902009"/>
                </a:cubicBezTo>
                <a:close/>
                <a:moveTo>
                  <a:pt x="8298167" y="2902009"/>
                </a:moveTo>
                <a:cubicBezTo>
                  <a:pt x="8341100" y="2902009"/>
                  <a:pt x="8375904" y="2936814"/>
                  <a:pt x="8375904" y="2979747"/>
                </a:cubicBezTo>
                <a:cubicBezTo>
                  <a:pt x="8375904" y="3022679"/>
                  <a:pt x="8341100" y="3057483"/>
                  <a:pt x="8298167" y="3057483"/>
                </a:cubicBezTo>
                <a:cubicBezTo>
                  <a:pt x="8255235" y="3057483"/>
                  <a:pt x="8220430" y="3022679"/>
                  <a:pt x="8220430" y="2979747"/>
                </a:cubicBezTo>
                <a:cubicBezTo>
                  <a:pt x="8220430" y="2936814"/>
                  <a:pt x="8255235" y="2902009"/>
                  <a:pt x="8298167" y="2902009"/>
                </a:cubicBezTo>
                <a:close/>
                <a:moveTo>
                  <a:pt x="8109949" y="2902009"/>
                </a:moveTo>
                <a:cubicBezTo>
                  <a:pt x="8152882" y="2902009"/>
                  <a:pt x="8187686" y="2936814"/>
                  <a:pt x="8187686" y="2979747"/>
                </a:cubicBezTo>
                <a:cubicBezTo>
                  <a:pt x="8187686" y="3022679"/>
                  <a:pt x="8152882" y="3057483"/>
                  <a:pt x="8109949" y="3057483"/>
                </a:cubicBezTo>
                <a:cubicBezTo>
                  <a:pt x="8067016" y="3057483"/>
                  <a:pt x="8032212" y="3022679"/>
                  <a:pt x="8032212" y="2979747"/>
                </a:cubicBezTo>
                <a:cubicBezTo>
                  <a:pt x="8032212" y="2936814"/>
                  <a:pt x="8067016" y="2902009"/>
                  <a:pt x="8109949" y="2902009"/>
                </a:cubicBezTo>
                <a:close/>
                <a:moveTo>
                  <a:pt x="7926434" y="2902009"/>
                </a:moveTo>
                <a:cubicBezTo>
                  <a:pt x="7969367" y="2902009"/>
                  <a:pt x="8004171" y="2936814"/>
                  <a:pt x="8004171" y="2979747"/>
                </a:cubicBezTo>
                <a:cubicBezTo>
                  <a:pt x="8004171" y="3022679"/>
                  <a:pt x="7969367" y="3057483"/>
                  <a:pt x="7926434" y="3057483"/>
                </a:cubicBezTo>
                <a:cubicBezTo>
                  <a:pt x="7883501" y="3057483"/>
                  <a:pt x="7848697" y="3022679"/>
                  <a:pt x="7848697" y="2979747"/>
                </a:cubicBezTo>
                <a:cubicBezTo>
                  <a:pt x="7848697" y="2936814"/>
                  <a:pt x="7883501" y="2902009"/>
                  <a:pt x="7926434" y="2902009"/>
                </a:cubicBezTo>
                <a:close/>
                <a:moveTo>
                  <a:pt x="7738213" y="2902009"/>
                </a:moveTo>
                <a:cubicBezTo>
                  <a:pt x="7781146" y="2902009"/>
                  <a:pt x="7815950" y="2936814"/>
                  <a:pt x="7815950" y="2979747"/>
                </a:cubicBezTo>
                <a:cubicBezTo>
                  <a:pt x="7815950" y="3022679"/>
                  <a:pt x="7781146" y="3057483"/>
                  <a:pt x="7738213" y="3057483"/>
                </a:cubicBezTo>
                <a:cubicBezTo>
                  <a:pt x="7695280" y="3057483"/>
                  <a:pt x="7660476" y="3022679"/>
                  <a:pt x="7660476" y="2979747"/>
                </a:cubicBezTo>
                <a:cubicBezTo>
                  <a:pt x="7660476" y="2936814"/>
                  <a:pt x="7695280" y="2902009"/>
                  <a:pt x="7738213" y="2902009"/>
                </a:cubicBezTo>
                <a:close/>
                <a:moveTo>
                  <a:pt x="7554696" y="2902009"/>
                </a:moveTo>
                <a:cubicBezTo>
                  <a:pt x="7597629" y="2902009"/>
                  <a:pt x="7632433" y="2936814"/>
                  <a:pt x="7632433" y="2979747"/>
                </a:cubicBezTo>
                <a:cubicBezTo>
                  <a:pt x="7632433" y="3022679"/>
                  <a:pt x="7597629" y="3057483"/>
                  <a:pt x="7554696" y="3057483"/>
                </a:cubicBezTo>
                <a:cubicBezTo>
                  <a:pt x="7511763" y="3057483"/>
                  <a:pt x="7476959" y="3022679"/>
                  <a:pt x="7476959" y="2979747"/>
                </a:cubicBezTo>
                <a:cubicBezTo>
                  <a:pt x="7476959" y="2936814"/>
                  <a:pt x="7511763" y="2902009"/>
                  <a:pt x="7554696" y="2902009"/>
                </a:cubicBezTo>
                <a:close/>
                <a:moveTo>
                  <a:pt x="7178251" y="2902009"/>
                </a:moveTo>
                <a:cubicBezTo>
                  <a:pt x="7221184" y="2902009"/>
                  <a:pt x="7255988" y="2936814"/>
                  <a:pt x="7255988" y="2979747"/>
                </a:cubicBezTo>
                <a:cubicBezTo>
                  <a:pt x="7255988" y="3022679"/>
                  <a:pt x="7221184" y="3057483"/>
                  <a:pt x="7178251" y="3057483"/>
                </a:cubicBezTo>
                <a:cubicBezTo>
                  <a:pt x="7135319" y="3057483"/>
                  <a:pt x="7100514" y="3022679"/>
                  <a:pt x="7100514" y="2979747"/>
                </a:cubicBezTo>
                <a:cubicBezTo>
                  <a:pt x="7100514" y="2936814"/>
                  <a:pt x="7135319" y="2902009"/>
                  <a:pt x="7178251" y="2902009"/>
                </a:cubicBezTo>
                <a:close/>
                <a:moveTo>
                  <a:pt x="6985327" y="2902009"/>
                </a:moveTo>
                <a:cubicBezTo>
                  <a:pt x="7028260" y="2902009"/>
                  <a:pt x="7063064" y="2936814"/>
                  <a:pt x="7063064" y="2979747"/>
                </a:cubicBezTo>
                <a:cubicBezTo>
                  <a:pt x="7063064" y="3022679"/>
                  <a:pt x="7028260" y="3057483"/>
                  <a:pt x="6985327" y="3057483"/>
                </a:cubicBezTo>
                <a:cubicBezTo>
                  <a:pt x="6942394" y="3057483"/>
                  <a:pt x="6907590" y="3022679"/>
                  <a:pt x="6907590" y="2979747"/>
                </a:cubicBezTo>
                <a:cubicBezTo>
                  <a:pt x="6907590" y="2936814"/>
                  <a:pt x="6942394" y="2902009"/>
                  <a:pt x="6985327" y="2902009"/>
                </a:cubicBezTo>
                <a:close/>
                <a:moveTo>
                  <a:pt x="6801810" y="2902009"/>
                </a:moveTo>
                <a:cubicBezTo>
                  <a:pt x="6844742" y="2902009"/>
                  <a:pt x="6879546" y="2936814"/>
                  <a:pt x="6879546" y="2979747"/>
                </a:cubicBezTo>
                <a:cubicBezTo>
                  <a:pt x="6879546" y="3022679"/>
                  <a:pt x="6844742" y="3057483"/>
                  <a:pt x="6801810" y="3057483"/>
                </a:cubicBezTo>
                <a:cubicBezTo>
                  <a:pt x="6758877" y="3057483"/>
                  <a:pt x="6724073" y="3022679"/>
                  <a:pt x="6724073" y="2979747"/>
                </a:cubicBezTo>
                <a:cubicBezTo>
                  <a:pt x="6724073" y="2936814"/>
                  <a:pt x="6758877" y="2902009"/>
                  <a:pt x="6801810" y="2902009"/>
                </a:cubicBezTo>
                <a:close/>
                <a:moveTo>
                  <a:pt x="6613588" y="2902009"/>
                </a:moveTo>
                <a:cubicBezTo>
                  <a:pt x="6656521" y="2902009"/>
                  <a:pt x="6691325" y="2936814"/>
                  <a:pt x="6691325" y="2979747"/>
                </a:cubicBezTo>
                <a:cubicBezTo>
                  <a:pt x="6691325" y="3022679"/>
                  <a:pt x="6656521" y="3057483"/>
                  <a:pt x="6613588" y="3057483"/>
                </a:cubicBezTo>
                <a:cubicBezTo>
                  <a:pt x="6570656" y="3057483"/>
                  <a:pt x="6535852" y="3022679"/>
                  <a:pt x="6535852" y="2979747"/>
                </a:cubicBezTo>
                <a:cubicBezTo>
                  <a:pt x="6535852" y="2936814"/>
                  <a:pt x="6570656" y="2902009"/>
                  <a:pt x="6613588" y="2902009"/>
                </a:cubicBezTo>
                <a:close/>
                <a:moveTo>
                  <a:pt x="6425367" y="2902009"/>
                </a:moveTo>
                <a:cubicBezTo>
                  <a:pt x="6468300" y="2902009"/>
                  <a:pt x="6503104" y="2936814"/>
                  <a:pt x="6503104" y="2979747"/>
                </a:cubicBezTo>
                <a:cubicBezTo>
                  <a:pt x="6503104" y="3022679"/>
                  <a:pt x="6468300" y="3057483"/>
                  <a:pt x="6425367" y="3057483"/>
                </a:cubicBezTo>
                <a:cubicBezTo>
                  <a:pt x="6382435" y="3057483"/>
                  <a:pt x="6347631" y="3022679"/>
                  <a:pt x="6347631" y="2979747"/>
                </a:cubicBezTo>
                <a:cubicBezTo>
                  <a:pt x="6347631" y="2936814"/>
                  <a:pt x="6382435" y="2902009"/>
                  <a:pt x="6425367" y="2902009"/>
                </a:cubicBezTo>
                <a:close/>
                <a:moveTo>
                  <a:pt x="6241850" y="2902009"/>
                </a:moveTo>
                <a:cubicBezTo>
                  <a:pt x="6284783" y="2902009"/>
                  <a:pt x="6319587" y="2936814"/>
                  <a:pt x="6319587" y="2979747"/>
                </a:cubicBezTo>
                <a:cubicBezTo>
                  <a:pt x="6319587" y="3022679"/>
                  <a:pt x="6284783" y="3057483"/>
                  <a:pt x="6241850" y="3057483"/>
                </a:cubicBezTo>
                <a:cubicBezTo>
                  <a:pt x="6198917" y="3057483"/>
                  <a:pt x="6164113" y="3022679"/>
                  <a:pt x="6164113" y="2979747"/>
                </a:cubicBezTo>
                <a:cubicBezTo>
                  <a:pt x="6164113" y="2936814"/>
                  <a:pt x="6198917" y="2902009"/>
                  <a:pt x="6241850" y="2902009"/>
                </a:cubicBezTo>
                <a:close/>
                <a:moveTo>
                  <a:pt x="5870113" y="2902009"/>
                </a:moveTo>
                <a:cubicBezTo>
                  <a:pt x="5913046" y="2902009"/>
                  <a:pt x="5947850" y="2936814"/>
                  <a:pt x="5947850" y="2979747"/>
                </a:cubicBezTo>
                <a:cubicBezTo>
                  <a:pt x="5947850" y="3022679"/>
                  <a:pt x="5913046" y="3057483"/>
                  <a:pt x="5870113" y="3057483"/>
                </a:cubicBezTo>
                <a:cubicBezTo>
                  <a:pt x="5827181" y="3057483"/>
                  <a:pt x="5792376" y="3022679"/>
                  <a:pt x="5792376" y="2979747"/>
                </a:cubicBezTo>
                <a:cubicBezTo>
                  <a:pt x="5792376" y="2936814"/>
                  <a:pt x="5827181" y="2902009"/>
                  <a:pt x="5870113" y="2902009"/>
                </a:cubicBezTo>
                <a:close/>
                <a:moveTo>
                  <a:pt x="5126655" y="2902009"/>
                </a:moveTo>
                <a:cubicBezTo>
                  <a:pt x="5169588" y="2902009"/>
                  <a:pt x="5204389" y="2936814"/>
                  <a:pt x="5204389" y="2979747"/>
                </a:cubicBezTo>
                <a:cubicBezTo>
                  <a:pt x="5204389" y="3022679"/>
                  <a:pt x="5169588" y="3057483"/>
                  <a:pt x="5126655" y="3057483"/>
                </a:cubicBezTo>
                <a:cubicBezTo>
                  <a:pt x="5083732" y="3057483"/>
                  <a:pt x="5048921" y="3022679"/>
                  <a:pt x="5048921" y="2979747"/>
                </a:cubicBezTo>
                <a:cubicBezTo>
                  <a:pt x="5048921" y="2936814"/>
                  <a:pt x="5083732" y="2902009"/>
                  <a:pt x="5126655" y="2902009"/>
                </a:cubicBezTo>
                <a:close/>
                <a:moveTo>
                  <a:pt x="4938438" y="2902009"/>
                </a:moveTo>
                <a:cubicBezTo>
                  <a:pt x="4981374" y="2902009"/>
                  <a:pt x="5016170" y="2936814"/>
                  <a:pt x="5016170" y="2979747"/>
                </a:cubicBezTo>
                <a:cubicBezTo>
                  <a:pt x="5016170" y="3022679"/>
                  <a:pt x="4981374" y="3057483"/>
                  <a:pt x="4938438" y="3057483"/>
                </a:cubicBezTo>
                <a:cubicBezTo>
                  <a:pt x="4895508" y="3057483"/>
                  <a:pt x="4860700" y="3022679"/>
                  <a:pt x="4860700" y="2979747"/>
                </a:cubicBezTo>
                <a:cubicBezTo>
                  <a:pt x="4860700" y="2936814"/>
                  <a:pt x="4895508" y="2902009"/>
                  <a:pt x="4938438" y="2902009"/>
                </a:cubicBezTo>
                <a:close/>
                <a:moveTo>
                  <a:pt x="2317516" y="2902009"/>
                </a:moveTo>
                <a:cubicBezTo>
                  <a:pt x="2360447" y="2902009"/>
                  <a:pt x="2395256" y="2936814"/>
                  <a:pt x="2395256" y="2979747"/>
                </a:cubicBezTo>
                <a:cubicBezTo>
                  <a:pt x="2395256" y="3022679"/>
                  <a:pt x="2360447" y="3057483"/>
                  <a:pt x="2317516" y="3057483"/>
                </a:cubicBezTo>
                <a:cubicBezTo>
                  <a:pt x="2274587" y="3057483"/>
                  <a:pt x="2239787" y="3022679"/>
                  <a:pt x="2239787" y="2979747"/>
                </a:cubicBezTo>
                <a:cubicBezTo>
                  <a:pt x="2239787" y="2936814"/>
                  <a:pt x="2274587" y="2902009"/>
                  <a:pt x="2317516" y="2902009"/>
                </a:cubicBezTo>
                <a:close/>
                <a:moveTo>
                  <a:pt x="2129311" y="2902009"/>
                </a:moveTo>
                <a:cubicBezTo>
                  <a:pt x="2172240" y="2902009"/>
                  <a:pt x="2207040" y="2936814"/>
                  <a:pt x="2207040" y="2979747"/>
                </a:cubicBezTo>
                <a:cubicBezTo>
                  <a:pt x="2207040" y="3022679"/>
                  <a:pt x="2172240" y="3057483"/>
                  <a:pt x="2129311" y="3057483"/>
                </a:cubicBezTo>
                <a:cubicBezTo>
                  <a:pt x="2086383" y="3057483"/>
                  <a:pt x="2051581" y="3022679"/>
                  <a:pt x="2051581" y="2979747"/>
                </a:cubicBezTo>
                <a:cubicBezTo>
                  <a:pt x="2051581" y="2936814"/>
                  <a:pt x="2086383" y="2902009"/>
                  <a:pt x="2129311" y="2902009"/>
                </a:cubicBezTo>
                <a:close/>
                <a:moveTo>
                  <a:pt x="1941108" y="2902009"/>
                </a:moveTo>
                <a:cubicBezTo>
                  <a:pt x="1984036" y="2902009"/>
                  <a:pt x="2018839" y="2936814"/>
                  <a:pt x="2018839" y="2979747"/>
                </a:cubicBezTo>
                <a:cubicBezTo>
                  <a:pt x="2018839" y="3022679"/>
                  <a:pt x="1984036" y="3057483"/>
                  <a:pt x="1941108" y="3057483"/>
                </a:cubicBezTo>
                <a:cubicBezTo>
                  <a:pt x="1898180" y="3057483"/>
                  <a:pt x="1863379" y="3022679"/>
                  <a:pt x="1863379" y="2979747"/>
                </a:cubicBezTo>
                <a:cubicBezTo>
                  <a:pt x="1863379" y="2936814"/>
                  <a:pt x="1898180" y="2902009"/>
                  <a:pt x="1941108" y="2902009"/>
                </a:cubicBezTo>
                <a:close/>
                <a:moveTo>
                  <a:pt x="1757610" y="2902009"/>
                </a:moveTo>
                <a:cubicBezTo>
                  <a:pt x="1800539" y="2902009"/>
                  <a:pt x="1835341" y="2936814"/>
                  <a:pt x="1835341" y="2979747"/>
                </a:cubicBezTo>
                <a:cubicBezTo>
                  <a:pt x="1835341" y="3022679"/>
                  <a:pt x="1800539" y="3057483"/>
                  <a:pt x="1757610" y="3057483"/>
                </a:cubicBezTo>
                <a:cubicBezTo>
                  <a:pt x="1714667" y="3057483"/>
                  <a:pt x="1679879" y="3022679"/>
                  <a:pt x="1679879" y="2979747"/>
                </a:cubicBezTo>
                <a:cubicBezTo>
                  <a:pt x="1679879" y="2936814"/>
                  <a:pt x="1714667" y="2902009"/>
                  <a:pt x="1757610" y="2902009"/>
                </a:cubicBezTo>
                <a:close/>
                <a:moveTo>
                  <a:pt x="1569376" y="2902009"/>
                </a:moveTo>
                <a:cubicBezTo>
                  <a:pt x="1612335" y="2902009"/>
                  <a:pt x="1647137" y="2936814"/>
                  <a:pt x="1647137" y="2979747"/>
                </a:cubicBezTo>
                <a:cubicBezTo>
                  <a:pt x="1647137" y="3022679"/>
                  <a:pt x="1612335" y="3057483"/>
                  <a:pt x="1569376" y="3057483"/>
                </a:cubicBezTo>
                <a:cubicBezTo>
                  <a:pt x="1526467" y="3057483"/>
                  <a:pt x="1491657" y="3022679"/>
                  <a:pt x="1491657" y="2979747"/>
                </a:cubicBezTo>
                <a:cubicBezTo>
                  <a:pt x="1491657" y="2936814"/>
                  <a:pt x="1526467" y="2902009"/>
                  <a:pt x="1569376" y="2902009"/>
                </a:cubicBezTo>
                <a:close/>
                <a:moveTo>
                  <a:pt x="1385857" y="2902009"/>
                </a:moveTo>
                <a:cubicBezTo>
                  <a:pt x="1428799" y="2902009"/>
                  <a:pt x="1463610" y="2936814"/>
                  <a:pt x="1463610" y="2979747"/>
                </a:cubicBezTo>
                <a:cubicBezTo>
                  <a:pt x="1463610" y="3022679"/>
                  <a:pt x="1428799" y="3057483"/>
                  <a:pt x="1385857" y="3057483"/>
                </a:cubicBezTo>
                <a:cubicBezTo>
                  <a:pt x="1342917" y="3057483"/>
                  <a:pt x="1308106" y="3022679"/>
                  <a:pt x="1308106" y="2979747"/>
                </a:cubicBezTo>
                <a:cubicBezTo>
                  <a:pt x="1308106" y="2936814"/>
                  <a:pt x="1342917" y="2902009"/>
                  <a:pt x="1385857" y="2902009"/>
                </a:cubicBezTo>
                <a:close/>
                <a:moveTo>
                  <a:pt x="1202320" y="2902009"/>
                </a:moveTo>
                <a:cubicBezTo>
                  <a:pt x="1245257" y="2902009"/>
                  <a:pt x="1280058" y="2936814"/>
                  <a:pt x="1280058" y="2979747"/>
                </a:cubicBezTo>
                <a:cubicBezTo>
                  <a:pt x="1280058" y="3022679"/>
                  <a:pt x="1245257" y="3057483"/>
                  <a:pt x="1202320" y="3057483"/>
                </a:cubicBezTo>
                <a:cubicBezTo>
                  <a:pt x="1159377" y="3057483"/>
                  <a:pt x="1124603" y="3022679"/>
                  <a:pt x="1124603" y="2979747"/>
                </a:cubicBezTo>
                <a:cubicBezTo>
                  <a:pt x="1124603" y="2936814"/>
                  <a:pt x="1159377" y="2902009"/>
                  <a:pt x="1202320" y="2902009"/>
                </a:cubicBezTo>
                <a:close/>
                <a:moveTo>
                  <a:pt x="1014100" y="2902009"/>
                </a:moveTo>
                <a:cubicBezTo>
                  <a:pt x="1057033" y="2902009"/>
                  <a:pt x="1091847" y="2936814"/>
                  <a:pt x="1091847" y="2979747"/>
                </a:cubicBezTo>
                <a:cubicBezTo>
                  <a:pt x="1091847" y="3022679"/>
                  <a:pt x="1057033" y="3057483"/>
                  <a:pt x="1014100" y="3057483"/>
                </a:cubicBezTo>
                <a:cubicBezTo>
                  <a:pt x="971183" y="3057483"/>
                  <a:pt x="936381" y="3022679"/>
                  <a:pt x="936381" y="2979747"/>
                </a:cubicBezTo>
                <a:cubicBezTo>
                  <a:pt x="936381" y="2936814"/>
                  <a:pt x="971183" y="2902009"/>
                  <a:pt x="1014100" y="2902009"/>
                </a:cubicBezTo>
                <a:close/>
                <a:moveTo>
                  <a:pt x="830585" y="2902009"/>
                </a:moveTo>
                <a:cubicBezTo>
                  <a:pt x="873511" y="2902009"/>
                  <a:pt x="908338" y="2936814"/>
                  <a:pt x="908338" y="2979747"/>
                </a:cubicBezTo>
                <a:cubicBezTo>
                  <a:pt x="908338" y="3022679"/>
                  <a:pt x="873511" y="3057483"/>
                  <a:pt x="830585" y="3057483"/>
                </a:cubicBezTo>
                <a:cubicBezTo>
                  <a:pt x="787650" y="3057483"/>
                  <a:pt x="752846" y="3022679"/>
                  <a:pt x="752846" y="2979747"/>
                </a:cubicBezTo>
                <a:cubicBezTo>
                  <a:pt x="752846" y="2936814"/>
                  <a:pt x="787650" y="2902009"/>
                  <a:pt x="830585" y="2902009"/>
                </a:cubicBezTo>
                <a:close/>
                <a:moveTo>
                  <a:pt x="642357" y="2902009"/>
                </a:moveTo>
                <a:cubicBezTo>
                  <a:pt x="685294" y="2902009"/>
                  <a:pt x="720097" y="2936814"/>
                  <a:pt x="720097" y="2979747"/>
                </a:cubicBezTo>
                <a:cubicBezTo>
                  <a:pt x="720097" y="3022679"/>
                  <a:pt x="685294" y="3057483"/>
                  <a:pt x="642357" y="3057483"/>
                </a:cubicBezTo>
                <a:cubicBezTo>
                  <a:pt x="599426" y="3057483"/>
                  <a:pt x="564622" y="3022679"/>
                  <a:pt x="564622" y="2979747"/>
                </a:cubicBezTo>
                <a:cubicBezTo>
                  <a:pt x="564622" y="2936814"/>
                  <a:pt x="599426" y="2902009"/>
                  <a:pt x="642357" y="2902009"/>
                </a:cubicBezTo>
                <a:close/>
                <a:moveTo>
                  <a:pt x="458842" y="2902009"/>
                </a:moveTo>
                <a:cubicBezTo>
                  <a:pt x="501775" y="2902009"/>
                  <a:pt x="536579" y="2936814"/>
                  <a:pt x="536579" y="2979747"/>
                </a:cubicBezTo>
                <a:cubicBezTo>
                  <a:pt x="536579" y="3022679"/>
                  <a:pt x="501775" y="3057483"/>
                  <a:pt x="458842" y="3057483"/>
                </a:cubicBezTo>
                <a:cubicBezTo>
                  <a:pt x="415909" y="3057483"/>
                  <a:pt x="381108" y="3022679"/>
                  <a:pt x="381108" y="2979747"/>
                </a:cubicBezTo>
                <a:cubicBezTo>
                  <a:pt x="381108" y="2936814"/>
                  <a:pt x="415909" y="2902009"/>
                  <a:pt x="458842" y="2902009"/>
                </a:cubicBezTo>
                <a:close/>
                <a:moveTo>
                  <a:pt x="458849" y="2727907"/>
                </a:moveTo>
                <a:cubicBezTo>
                  <a:pt x="501781" y="2727907"/>
                  <a:pt x="536586" y="2762711"/>
                  <a:pt x="536586" y="2805643"/>
                </a:cubicBezTo>
                <a:cubicBezTo>
                  <a:pt x="536586" y="2848576"/>
                  <a:pt x="501781" y="2883380"/>
                  <a:pt x="458849" y="2883380"/>
                </a:cubicBezTo>
                <a:cubicBezTo>
                  <a:pt x="415918" y="2883380"/>
                  <a:pt x="381115" y="2848576"/>
                  <a:pt x="381115" y="2805643"/>
                </a:cubicBezTo>
                <a:cubicBezTo>
                  <a:pt x="381115" y="2762711"/>
                  <a:pt x="415918" y="2727907"/>
                  <a:pt x="458849" y="2727907"/>
                </a:cubicBezTo>
                <a:close/>
                <a:moveTo>
                  <a:pt x="1202330" y="2727904"/>
                </a:moveTo>
                <a:cubicBezTo>
                  <a:pt x="1245263" y="2727904"/>
                  <a:pt x="1280065" y="2762708"/>
                  <a:pt x="1280065" y="2805641"/>
                </a:cubicBezTo>
                <a:cubicBezTo>
                  <a:pt x="1280065" y="2848574"/>
                  <a:pt x="1245263" y="2883379"/>
                  <a:pt x="1202330" y="2883379"/>
                </a:cubicBezTo>
                <a:cubicBezTo>
                  <a:pt x="1159386" y="2883379"/>
                  <a:pt x="1124612" y="2848574"/>
                  <a:pt x="1124612" y="2805641"/>
                </a:cubicBezTo>
                <a:cubicBezTo>
                  <a:pt x="1124612" y="2762708"/>
                  <a:pt x="1159386" y="2727904"/>
                  <a:pt x="1202330" y="2727904"/>
                </a:cubicBezTo>
                <a:close/>
                <a:moveTo>
                  <a:pt x="1014100" y="2727904"/>
                </a:moveTo>
                <a:cubicBezTo>
                  <a:pt x="1057033" y="2727904"/>
                  <a:pt x="1091855" y="2762708"/>
                  <a:pt x="1091855" y="2805641"/>
                </a:cubicBezTo>
                <a:cubicBezTo>
                  <a:pt x="1091855" y="2848574"/>
                  <a:pt x="1057033" y="2883379"/>
                  <a:pt x="1014100" y="2883379"/>
                </a:cubicBezTo>
                <a:cubicBezTo>
                  <a:pt x="971192" y="2883379"/>
                  <a:pt x="936391" y="2848574"/>
                  <a:pt x="936391" y="2805641"/>
                </a:cubicBezTo>
                <a:cubicBezTo>
                  <a:pt x="936391" y="2762708"/>
                  <a:pt x="971192" y="2727904"/>
                  <a:pt x="1014100" y="2727904"/>
                </a:cubicBezTo>
                <a:close/>
                <a:moveTo>
                  <a:pt x="830594" y="2727904"/>
                </a:moveTo>
                <a:cubicBezTo>
                  <a:pt x="873518" y="2727904"/>
                  <a:pt x="908346" y="2762708"/>
                  <a:pt x="908346" y="2805641"/>
                </a:cubicBezTo>
                <a:cubicBezTo>
                  <a:pt x="908346" y="2848574"/>
                  <a:pt x="873518" y="2883379"/>
                  <a:pt x="830594" y="2883379"/>
                </a:cubicBezTo>
                <a:cubicBezTo>
                  <a:pt x="787657" y="2883379"/>
                  <a:pt x="752853" y="2848574"/>
                  <a:pt x="752853" y="2805641"/>
                </a:cubicBezTo>
                <a:cubicBezTo>
                  <a:pt x="752853" y="2762708"/>
                  <a:pt x="787657" y="2727904"/>
                  <a:pt x="830594" y="2727904"/>
                </a:cubicBezTo>
                <a:close/>
                <a:moveTo>
                  <a:pt x="642364" y="2727904"/>
                </a:moveTo>
                <a:cubicBezTo>
                  <a:pt x="685303" y="2727904"/>
                  <a:pt x="720105" y="2762708"/>
                  <a:pt x="720105" y="2805641"/>
                </a:cubicBezTo>
                <a:cubicBezTo>
                  <a:pt x="720105" y="2848574"/>
                  <a:pt x="685303" y="2883379"/>
                  <a:pt x="642364" y="2883379"/>
                </a:cubicBezTo>
                <a:cubicBezTo>
                  <a:pt x="599434" y="2883379"/>
                  <a:pt x="564631" y="2848574"/>
                  <a:pt x="564631" y="2805641"/>
                </a:cubicBezTo>
                <a:cubicBezTo>
                  <a:pt x="564631" y="2762708"/>
                  <a:pt x="599434" y="2727904"/>
                  <a:pt x="642364" y="2727904"/>
                </a:cubicBezTo>
                <a:close/>
                <a:moveTo>
                  <a:pt x="10721520" y="2727902"/>
                </a:moveTo>
                <a:cubicBezTo>
                  <a:pt x="10764453" y="2727902"/>
                  <a:pt x="10799257" y="2762707"/>
                  <a:pt x="10799257" y="2805639"/>
                </a:cubicBezTo>
                <a:cubicBezTo>
                  <a:pt x="10799257" y="2848572"/>
                  <a:pt x="10764453" y="2883377"/>
                  <a:pt x="10721520" y="2883377"/>
                </a:cubicBezTo>
                <a:cubicBezTo>
                  <a:pt x="10678587" y="2883377"/>
                  <a:pt x="10643783" y="2848572"/>
                  <a:pt x="10643783" y="2805639"/>
                </a:cubicBezTo>
                <a:cubicBezTo>
                  <a:pt x="10643783" y="2762707"/>
                  <a:pt x="10678587" y="2727902"/>
                  <a:pt x="10721520" y="2727902"/>
                </a:cubicBezTo>
                <a:close/>
                <a:moveTo>
                  <a:pt x="10349782" y="2727902"/>
                </a:moveTo>
                <a:cubicBezTo>
                  <a:pt x="10392715" y="2727902"/>
                  <a:pt x="10427519" y="2762707"/>
                  <a:pt x="10427519" y="2805639"/>
                </a:cubicBezTo>
                <a:cubicBezTo>
                  <a:pt x="10427519" y="2848572"/>
                  <a:pt x="10392715" y="2883377"/>
                  <a:pt x="10349782" y="2883377"/>
                </a:cubicBezTo>
                <a:cubicBezTo>
                  <a:pt x="10306849" y="2883377"/>
                  <a:pt x="10272045" y="2848572"/>
                  <a:pt x="10272045" y="2805639"/>
                </a:cubicBezTo>
                <a:cubicBezTo>
                  <a:pt x="10272045" y="2762707"/>
                  <a:pt x="10306849" y="2727902"/>
                  <a:pt x="10349782" y="2727902"/>
                </a:cubicBezTo>
                <a:close/>
                <a:moveTo>
                  <a:pt x="10166265" y="2727902"/>
                </a:moveTo>
                <a:cubicBezTo>
                  <a:pt x="10209198" y="2727902"/>
                  <a:pt x="10244002" y="2762707"/>
                  <a:pt x="10244002" y="2805639"/>
                </a:cubicBezTo>
                <a:cubicBezTo>
                  <a:pt x="10244002" y="2848572"/>
                  <a:pt x="10209198" y="2883377"/>
                  <a:pt x="10166265" y="2883377"/>
                </a:cubicBezTo>
                <a:cubicBezTo>
                  <a:pt x="10123332" y="2883377"/>
                  <a:pt x="10088528" y="2848572"/>
                  <a:pt x="10088528" y="2805639"/>
                </a:cubicBezTo>
                <a:cubicBezTo>
                  <a:pt x="10088528" y="2762707"/>
                  <a:pt x="10123332" y="2727902"/>
                  <a:pt x="10166265" y="2727902"/>
                </a:cubicBezTo>
                <a:close/>
                <a:moveTo>
                  <a:pt x="9978044" y="2727902"/>
                </a:moveTo>
                <a:cubicBezTo>
                  <a:pt x="10020977" y="2727902"/>
                  <a:pt x="10055781" y="2762707"/>
                  <a:pt x="10055781" y="2805639"/>
                </a:cubicBezTo>
                <a:cubicBezTo>
                  <a:pt x="10055781" y="2848572"/>
                  <a:pt x="10020977" y="2883377"/>
                  <a:pt x="9978044" y="2883377"/>
                </a:cubicBezTo>
                <a:cubicBezTo>
                  <a:pt x="9935111" y="2883377"/>
                  <a:pt x="9900307" y="2848572"/>
                  <a:pt x="9900307" y="2805639"/>
                </a:cubicBezTo>
                <a:cubicBezTo>
                  <a:pt x="9900307" y="2762707"/>
                  <a:pt x="9935111" y="2727902"/>
                  <a:pt x="9978044" y="2727902"/>
                </a:cubicBezTo>
                <a:close/>
                <a:moveTo>
                  <a:pt x="9789823" y="2727902"/>
                </a:moveTo>
                <a:cubicBezTo>
                  <a:pt x="9832756" y="2727902"/>
                  <a:pt x="9867560" y="2762707"/>
                  <a:pt x="9867560" y="2805639"/>
                </a:cubicBezTo>
                <a:cubicBezTo>
                  <a:pt x="9867560" y="2848572"/>
                  <a:pt x="9832756" y="2883377"/>
                  <a:pt x="9789823" y="2883377"/>
                </a:cubicBezTo>
                <a:cubicBezTo>
                  <a:pt x="9746890" y="2883377"/>
                  <a:pt x="9712086" y="2848572"/>
                  <a:pt x="9712086" y="2805639"/>
                </a:cubicBezTo>
                <a:cubicBezTo>
                  <a:pt x="9712086" y="2762707"/>
                  <a:pt x="9746890" y="2727902"/>
                  <a:pt x="9789823" y="2727902"/>
                </a:cubicBezTo>
                <a:close/>
                <a:moveTo>
                  <a:pt x="9606308" y="2727902"/>
                </a:moveTo>
                <a:cubicBezTo>
                  <a:pt x="9649241" y="2727902"/>
                  <a:pt x="9684045" y="2762707"/>
                  <a:pt x="9684045" y="2805639"/>
                </a:cubicBezTo>
                <a:cubicBezTo>
                  <a:pt x="9684045" y="2848572"/>
                  <a:pt x="9649241" y="2883377"/>
                  <a:pt x="9606308" y="2883377"/>
                </a:cubicBezTo>
                <a:cubicBezTo>
                  <a:pt x="9563375" y="2883377"/>
                  <a:pt x="9528571" y="2848572"/>
                  <a:pt x="9528571" y="2805639"/>
                </a:cubicBezTo>
                <a:cubicBezTo>
                  <a:pt x="9528571" y="2762707"/>
                  <a:pt x="9563375" y="2727902"/>
                  <a:pt x="9606308" y="2727902"/>
                </a:cubicBezTo>
                <a:close/>
                <a:moveTo>
                  <a:pt x="9413381" y="2727902"/>
                </a:moveTo>
                <a:cubicBezTo>
                  <a:pt x="9456314" y="2727902"/>
                  <a:pt x="9491118" y="2762707"/>
                  <a:pt x="9491118" y="2805639"/>
                </a:cubicBezTo>
                <a:cubicBezTo>
                  <a:pt x="9491118" y="2848572"/>
                  <a:pt x="9456314" y="2883377"/>
                  <a:pt x="9413381" y="2883377"/>
                </a:cubicBezTo>
                <a:cubicBezTo>
                  <a:pt x="9370448" y="2883377"/>
                  <a:pt x="9335644" y="2848572"/>
                  <a:pt x="9335644" y="2805639"/>
                </a:cubicBezTo>
                <a:cubicBezTo>
                  <a:pt x="9335644" y="2762707"/>
                  <a:pt x="9370448" y="2727902"/>
                  <a:pt x="9413381" y="2727902"/>
                </a:cubicBezTo>
                <a:close/>
                <a:moveTo>
                  <a:pt x="9234570" y="2727902"/>
                </a:moveTo>
                <a:cubicBezTo>
                  <a:pt x="9277503" y="2727902"/>
                  <a:pt x="9312307" y="2762707"/>
                  <a:pt x="9312307" y="2805639"/>
                </a:cubicBezTo>
                <a:cubicBezTo>
                  <a:pt x="9312307" y="2848572"/>
                  <a:pt x="9277503" y="2883377"/>
                  <a:pt x="9234570" y="2883377"/>
                </a:cubicBezTo>
                <a:cubicBezTo>
                  <a:pt x="9191637" y="2883377"/>
                  <a:pt x="9156833" y="2848572"/>
                  <a:pt x="9156833" y="2805639"/>
                </a:cubicBezTo>
                <a:cubicBezTo>
                  <a:pt x="9156833" y="2762707"/>
                  <a:pt x="9191637" y="2727902"/>
                  <a:pt x="9234570" y="2727902"/>
                </a:cubicBezTo>
                <a:close/>
                <a:moveTo>
                  <a:pt x="9036939" y="2727902"/>
                </a:moveTo>
                <a:cubicBezTo>
                  <a:pt x="9079871" y="2727902"/>
                  <a:pt x="9114675" y="2762707"/>
                  <a:pt x="9114675" y="2805639"/>
                </a:cubicBezTo>
                <a:cubicBezTo>
                  <a:pt x="9114675" y="2848572"/>
                  <a:pt x="9079871" y="2883377"/>
                  <a:pt x="9036939" y="2883377"/>
                </a:cubicBezTo>
                <a:cubicBezTo>
                  <a:pt x="8994006" y="2883377"/>
                  <a:pt x="8959202" y="2848572"/>
                  <a:pt x="8959202" y="2805639"/>
                </a:cubicBezTo>
                <a:cubicBezTo>
                  <a:pt x="8959202" y="2762707"/>
                  <a:pt x="8994006" y="2727902"/>
                  <a:pt x="9036939" y="2727902"/>
                </a:cubicBezTo>
                <a:close/>
                <a:moveTo>
                  <a:pt x="8853421" y="2727902"/>
                </a:moveTo>
                <a:cubicBezTo>
                  <a:pt x="8896354" y="2727902"/>
                  <a:pt x="8931158" y="2762707"/>
                  <a:pt x="8931158" y="2805639"/>
                </a:cubicBezTo>
                <a:cubicBezTo>
                  <a:pt x="8931158" y="2848572"/>
                  <a:pt x="8896354" y="2883377"/>
                  <a:pt x="8853421" y="2883377"/>
                </a:cubicBezTo>
                <a:cubicBezTo>
                  <a:pt x="8810489" y="2883377"/>
                  <a:pt x="8775685" y="2848572"/>
                  <a:pt x="8775685" y="2805639"/>
                </a:cubicBezTo>
                <a:cubicBezTo>
                  <a:pt x="8775685" y="2762707"/>
                  <a:pt x="8810489" y="2727902"/>
                  <a:pt x="8853421" y="2727902"/>
                </a:cubicBezTo>
                <a:close/>
                <a:moveTo>
                  <a:pt x="8669908" y="2727902"/>
                </a:moveTo>
                <a:cubicBezTo>
                  <a:pt x="8712841" y="2727902"/>
                  <a:pt x="8747645" y="2762707"/>
                  <a:pt x="8747645" y="2805639"/>
                </a:cubicBezTo>
                <a:cubicBezTo>
                  <a:pt x="8747645" y="2848572"/>
                  <a:pt x="8712841" y="2883377"/>
                  <a:pt x="8669908" y="2883377"/>
                </a:cubicBezTo>
                <a:cubicBezTo>
                  <a:pt x="8626975" y="2883377"/>
                  <a:pt x="8592171" y="2848572"/>
                  <a:pt x="8592171" y="2805639"/>
                </a:cubicBezTo>
                <a:cubicBezTo>
                  <a:pt x="8592171" y="2762707"/>
                  <a:pt x="8626975" y="2727902"/>
                  <a:pt x="8669908" y="2727902"/>
                </a:cubicBezTo>
                <a:close/>
                <a:moveTo>
                  <a:pt x="8481684" y="2727902"/>
                </a:moveTo>
                <a:cubicBezTo>
                  <a:pt x="8524617" y="2727902"/>
                  <a:pt x="8559421" y="2762707"/>
                  <a:pt x="8559421" y="2805639"/>
                </a:cubicBezTo>
                <a:cubicBezTo>
                  <a:pt x="8559421" y="2848572"/>
                  <a:pt x="8524617" y="2883377"/>
                  <a:pt x="8481684" y="2883377"/>
                </a:cubicBezTo>
                <a:cubicBezTo>
                  <a:pt x="8438752" y="2883377"/>
                  <a:pt x="8403948" y="2848572"/>
                  <a:pt x="8403948" y="2805639"/>
                </a:cubicBezTo>
                <a:cubicBezTo>
                  <a:pt x="8403948" y="2762707"/>
                  <a:pt x="8438752" y="2727902"/>
                  <a:pt x="8481684" y="2727902"/>
                </a:cubicBezTo>
                <a:close/>
                <a:moveTo>
                  <a:pt x="8298167" y="2727902"/>
                </a:moveTo>
                <a:cubicBezTo>
                  <a:pt x="8341100" y="2727902"/>
                  <a:pt x="8375904" y="2762707"/>
                  <a:pt x="8375904" y="2805639"/>
                </a:cubicBezTo>
                <a:cubicBezTo>
                  <a:pt x="8375904" y="2848572"/>
                  <a:pt x="8341100" y="2883377"/>
                  <a:pt x="8298167" y="2883377"/>
                </a:cubicBezTo>
                <a:cubicBezTo>
                  <a:pt x="8255235" y="2883377"/>
                  <a:pt x="8220430" y="2848572"/>
                  <a:pt x="8220430" y="2805639"/>
                </a:cubicBezTo>
                <a:cubicBezTo>
                  <a:pt x="8220430" y="2762707"/>
                  <a:pt x="8255235" y="2727902"/>
                  <a:pt x="8298167" y="2727902"/>
                </a:cubicBezTo>
                <a:close/>
                <a:moveTo>
                  <a:pt x="8109949" y="2727902"/>
                </a:moveTo>
                <a:cubicBezTo>
                  <a:pt x="8152882" y="2727902"/>
                  <a:pt x="8187686" y="2762707"/>
                  <a:pt x="8187686" y="2805639"/>
                </a:cubicBezTo>
                <a:cubicBezTo>
                  <a:pt x="8187686" y="2848572"/>
                  <a:pt x="8152882" y="2883377"/>
                  <a:pt x="8109949" y="2883377"/>
                </a:cubicBezTo>
                <a:cubicBezTo>
                  <a:pt x="8067016" y="2883377"/>
                  <a:pt x="8032212" y="2848572"/>
                  <a:pt x="8032212" y="2805639"/>
                </a:cubicBezTo>
                <a:cubicBezTo>
                  <a:pt x="8032212" y="2762707"/>
                  <a:pt x="8067016" y="2727902"/>
                  <a:pt x="8109949" y="2727902"/>
                </a:cubicBezTo>
                <a:close/>
                <a:moveTo>
                  <a:pt x="7926434" y="2727902"/>
                </a:moveTo>
                <a:cubicBezTo>
                  <a:pt x="7969367" y="2727902"/>
                  <a:pt x="8004171" y="2762707"/>
                  <a:pt x="8004171" y="2805639"/>
                </a:cubicBezTo>
                <a:cubicBezTo>
                  <a:pt x="8004171" y="2848572"/>
                  <a:pt x="7969367" y="2883377"/>
                  <a:pt x="7926434" y="2883377"/>
                </a:cubicBezTo>
                <a:cubicBezTo>
                  <a:pt x="7883501" y="2883377"/>
                  <a:pt x="7848697" y="2848572"/>
                  <a:pt x="7848697" y="2805639"/>
                </a:cubicBezTo>
                <a:cubicBezTo>
                  <a:pt x="7848697" y="2762707"/>
                  <a:pt x="7883501" y="2727902"/>
                  <a:pt x="7926434" y="2727902"/>
                </a:cubicBezTo>
                <a:close/>
                <a:moveTo>
                  <a:pt x="7738213" y="2727902"/>
                </a:moveTo>
                <a:cubicBezTo>
                  <a:pt x="7781146" y="2727902"/>
                  <a:pt x="7815950" y="2762707"/>
                  <a:pt x="7815950" y="2805639"/>
                </a:cubicBezTo>
                <a:cubicBezTo>
                  <a:pt x="7815950" y="2848572"/>
                  <a:pt x="7781146" y="2883377"/>
                  <a:pt x="7738213" y="2883377"/>
                </a:cubicBezTo>
                <a:cubicBezTo>
                  <a:pt x="7695280" y="2883377"/>
                  <a:pt x="7660476" y="2848572"/>
                  <a:pt x="7660476" y="2805639"/>
                </a:cubicBezTo>
                <a:cubicBezTo>
                  <a:pt x="7660476" y="2762707"/>
                  <a:pt x="7695280" y="2727902"/>
                  <a:pt x="7738213" y="2727902"/>
                </a:cubicBezTo>
                <a:close/>
                <a:moveTo>
                  <a:pt x="7554696" y="2727902"/>
                </a:moveTo>
                <a:cubicBezTo>
                  <a:pt x="7597629" y="2727902"/>
                  <a:pt x="7632433" y="2762707"/>
                  <a:pt x="7632433" y="2805639"/>
                </a:cubicBezTo>
                <a:cubicBezTo>
                  <a:pt x="7632433" y="2848572"/>
                  <a:pt x="7597629" y="2883377"/>
                  <a:pt x="7554696" y="2883377"/>
                </a:cubicBezTo>
                <a:cubicBezTo>
                  <a:pt x="7511763" y="2883377"/>
                  <a:pt x="7476959" y="2848572"/>
                  <a:pt x="7476959" y="2805639"/>
                </a:cubicBezTo>
                <a:cubicBezTo>
                  <a:pt x="7476959" y="2762707"/>
                  <a:pt x="7511763" y="2727902"/>
                  <a:pt x="7554696" y="2727902"/>
                </a:cubicBezTo>
                <a:close/>
                <a:moveTo>
                  <a:pt x="7178251" y="2727902"/>
                </a:moveTo>
                <a:cubicBezTo>
                  <a:pt x="7221184" y="2727902"/>
                  <a:pt x="7255988" y="2762707"/>
                  <a:pt x="7255988" y="2805639"/>
                </a:cubicBezTo>
                <a:cubicBezTo>
                  <a:pt x="7255988" y="2848572"/>
                  <a:pt x="7221184" y="2883377"/>
                  <a:pt x="7178251" y="2883377"/>
                </a:cubicBezTo>
                <a:cubicBezTo>
                  <a:pt x="7135319" y="2883377"/>
                  <a:pt x="7100514" y="2848572"/>
                  <a:pt x="7100514" y="2805639"/>
                </a:cubicBezTo>
                <a:cubicBezTo>
                  <a:pt x="7100514" y="2762707"/>
                  <a:pt x="7135319" y="2727902"/>
                  <a:pt x="7178251" y="2727902"/>
                </a:cubicBezTo>
                <a:close/>
                <a:moveTo>
                  <a:pt x="6985327" y="2727902"/>
                </a:moveTo>
                <a:cubicBezTo>
                  <a:pt x="7028260" y="2727902"/>
                  <a:pt x="7063064" y="2762707"/>
                  <a:pt x="7063064" y="2805639"/>
                </a:cubicBezTo>
                <a:cubicBezTo>
                  <a:pt x="7063064" y="2848572"/>
                  <a:pt x="7028260" y="2883377"/>
                  <a:pt x="6985327" y="2883377"/>
                </a:cubicBezTo>
                <a:cubicBezTo>
                  <a:pt x="6942394" y="2883377"/>
                  <a:pt x="6907590" y="2848572"/>
                  <a:pt x="6907590" y="2805639"/>
                </a:cubicBezTo>
                <a:cubicBezTo>
                  <a:pt x="6907590" y="2762707"/>
                  <a:pt x="6942394" y="2727902"/>
                  <a:pt x="6985327" y="2727902"/>
                </a:cubicBezTo>
                <a:close/>
                <a:moveTo>
                  <a:pt x="6801810" y="2727902"/>
                </a:moveTo>
                <a:cubicBezTo>
                  <a:pt x="6844742" y="2727902"/>
                  <a:pt x="6879546" y="2762707"/>
                  <a:pt x="6879546" y="2805639"/>
                </a:cubicBezTo>
                <a:cubicBezTo>
                  <a:pt x="6879546" y="2848572"/>
                  <a:pt x="6844742" y="2883377"/>
                  <a:pt x="6801810" y="2883377"/>
                </a:cubicBezTo>
                <a:cubicBezTo>
                  <a:pt x="6758877" y="2883377"/>
                  <a:pt x="6724073" y="2848572"/>
                  <a:pt x="6724073" y="2805639"/>
                </a:cubicBezTo>
                <a:cubicBezTo>
                  <a:pt x="6724073" y="2762707"/>
                  <a:pt x="6758877" y="2727902"/>
                  <a:pt x="6801810" y="2727902"/>
                </a:cubicBezTo>
                <a:close/>
                <a:moveTo>
                  <a:pt x="6613588" y="2727902"/>
                </a:moveTo>
                <a:cubicBezTo>
                  <a:pt x="6656521" y="2727902"/>
                  <a:pt x="6691325" y="2762707"/>
                  <a:pt x="6691325" y="2805639"/>
                </a:cubicBezTo>
                <a:cubicBezTo>
                  <a:pt x="6691325" y="2848572"/>
                  <a:pt x="6656521" y="2883377"/>
                  <a:pt x="6613588" y="2883377"/>
                </a:cubicBezTo>
                <a:cubicBezTo>
                  <a:pt x="6570656" y="2883377"/>
                  <a:pt x="6535852" y="2848572"/>
                  <a:pt x="6535852" y="2805639"/>
                </a:cubicBezTo>
                <a:cubicBezTo>
                  <a:pt x="6535852" y="2762707"/>
                  <a:pt x="6570656" y="2727902"/>
                  <a:pt x="6613588" y="2727902"/>
                </a:cubicBezTo>
                <a:close/>
                <a:moveTo>
                  <a:pt x="6425367" y="2727902"/>
                </a:moveTo>
                <a:cubicBezTo>
                  <a:pt x="6468300" y="2727902"/>
                  <a:pt x="6503104" y="2762707"/>
                  <a:pt x="6503104" y="2805639"/>
                </a:cubicBezTo>
                <a:cubicBezTo>
                  <a:pt x="6503104" y="2848572"/>
                  <a:pt x="6468300" y="2883377"/>
                  <a:pt x="6425367" y="2883377"/>
                </a:cubicBezTo>
                <a:cubicBezTo>
                  <a:pt x="6382435" y="2883377"/>
                  <a:pt x="6347631" y="2848572"/>
                  <a:pt x="6347631" y="2805639"/>
                </a:cubicBezTo>
                <a:cubicBezTo>
                  <a:pt x="6347631" y="2762707"/>
                  <a:pt x="6382435" y="2727902"/>
                  <a:pt x="6425367" y="2727902"/>
                </a:cubicBezTo>
                <a:close/>
                <a:moveTo>
                  <a:pt x="6241850" y="2727902"/>
                </a:moveTo>
                <a:cubicBezTo>
                  <a:pt x="6284783" y="2727902"/>
                  <a:pt x="6319587" y="2762707"/>
                  <a:pt x="6319587" y="2805639"/>
                </a:cubicBezTo>
                <a:cubicBezTo>
                  <a:pt x="6319587" y="2848572"/>
                  <a:pt x="6284783" y="2883377"/>
                  <a:pt x="6241850" y="2883377"/>
                </a:cubicBezTo>
                <a:cubicBezTo>
                  <a:pt x="6198917" y="2883377"/>
                  <a:pt x="6164113" y="2848572"/>
                  <a:pt x="6164113" y="2805639"/>
                </a:cubicBezTo>
                <a:cubicBezTo>
                  <a:pt x="6164113" y="2762707"/>
                  <a:pt x="6198917" y="2727902"/>
                  <a:pt x="6241850" y="2727902"/>
                </a:cubicBezTo>
                <a:close/>
                <a:moveTo>
                  <a:pt x="6053630" y="2727902"/>
                </a:moveTo>
                <a:cubicBezTo>
                  <a:pt x="6096563" y="2727902"/>
                  <a:pt x="6131367" y="2762707"/>
                  <a:pt x="6131367" y="2805639"/>
                </a:cubicBezTo>
                <a:cubicBezTo>
                  <a:pt x="6131367" y="2848572"/>
                  <a:pt x="6096563" y="2883377"/>
                  <a:pt x="6053630" y="2883377"/>
                </a:cubicBezTo>
                <a:cubicBezTo>
                  <a:pt x="6010698" y="2883377"/>
                  <a:pt x="5975894" y="2848572"/>
                  <a:pt x="5975894" y="2805639"/>
                </a:cubicBezTo>
                <a:cubicBezTo>
                  <a:pt x="5975894" y="2762707"/>
                  <a:pt x="6010698" y="2727902"/>
                  <a:pt x="6053630" y="2727902"/>
                </a:cubicBezTo>
                <a:close/>
                <a:moveTo>
                  <a:pt x="5870113" y="2727902"/>
                </a:moveTo>
                <a:cubicBezTo>
                  <a:pt x="5913046" y="2727902"/>
                  <a:pt x="5947850" y="2762707"/>
                  <a:pt x="5947850" y="2805639"/>
                </a:cubicBezTo>
                <a:cubicBezTo>
                  <a:pt x="5947850" y="2848572"/>
                  <a:pt x="5913046" y="2883377"/>
                  <a:pt x="5870113" y="2883377"/>
                </a:cubicBezTo>
                <a:cubicBezTo>
                  <a:pt x="5827181" y="2883377"/>
                  <a:pt x="5792376" y="2848572"/>
                  <a:pt x="5792376" y="2805639"/>
                </a:cubicBezTo>
                <a:cubicBezTo>
                  <a:pt x="5792376" y="2762707"/>
                  <a:pt x="5827181" y="2727902"/>
                  <a:pt x="5870113" y="2727902"/>
                </a:cubicBezTo>
                <a:close/>
                <a:moveTo>
                  <a:pt x="5310163" y="2727902"/>
                </a:moveTo>
                <a:cubicBezTo>
                  <a:pt x="5353095" y="2727902"/>
                  <a:pt x="5387896" y="2762707"/>
                  <a:pt x="5387896" y="2805639"/>
                </a:cubicBezTo>
                <a:cubicBezTo>
                  <a:pt x="5387896" y="2848572"/>
                  <a:pt x="5353095" y="2883377"/>
                  <a:pt x="5310163" y="2883377"/>
                </a:cubicBezTo>
                <a:cubicBezTo>
                  <a:pt x="5267230" y="2883377"/>
                  <a:pt x="5232434" y="2848572"/>
                  <a:pt x="5232434" y="2805639"/>
                </a:cubicBezTo>
                <a:cubicBezTo>
                  <a:pt x="5232434" y="2762707"/>
                  <a:pt x="5267230" y="2727902"/>
                  <a:pt x="5310163" y="2727902"/>
                </a:cubicBezTo>
                <a:close/>
                <a:moveTo>
                  <a:pt x="5126655" y="2727902"/>
                </a:moveTo>
                <a:cubicBezTo>
                  <a:pt x="5169588" y="2727902"/>
                  <a:pt x="5204391" y="2762707"/>
                  <a:pt x="5204391" y="2805639"/>
                </a:cubicBezTo>
                <a:cubicBezTo>
                  <a:pt x="5204391" y="2848572"/>
                  <a:pt x="5169588" y="2883377"/>
                  <a:pt x="5126655" y="2883377"/>
                </a:cubicBezTo>
                <a:cubicBezTo>
                  <a:pt x="5083732" y="2883377"/>
                  <a:pt x="5048924" y="2848572"/>
                  <a:pt x="5048924" y="2805639"/>
                </a:cubicBezTo>
                <a:cubicBezTo>
                  <a:pt x="5048924" y="2762707"/>
                  <a:pt x="5083732" y="2727902"/>
                  <a:pt x="5126655" y="2727902"/>
                </a:cubicBezTo>
                <a:close/>
                <a:moveTo>
                  <a:pt x="4938438" y="2727902"/>
                </a:moveTo>
                <a:cubicBezTo>
                  <a:pt x="4981377" y="2727902"/>
                  <a:pt x="5016170" y="2762707"/>
                  <a:pt x="5016170" y="2805639"/>
                </a:cubicBezTo>
                <a:cubicBezTo>
                  <a:pt x="5016170" y="2848572"/>
                  <a:pt x="4981377" y="2883377"/>
                  <a:pt x="4938438" y="2883377"/>
                </a:cubicBezTo>
                <a:cubicBezTo>
                  <a:pt x="4895511" y="2883377"/>
                  <a:pt x="4860701" y="2848572"/>
                  <a:pt x="4860701" y="2805639"/>
                </a:cubicBezTo>
                <a:cubicBezTo>
                  <a:pt x="4860701" y="2762707"/>
                  <a:pt x="4895511" y="2727902"/>
                  <a:pt x="4938438" y="2727902"/>
                </a:cubicBezTo>
                <a:close/>
                <a:moveTo>
                  <a:pt x="2510472" y="2727902"/>
                </a:moveTo>
                <a:cubicBezTo>
                  <a:pt x="2553413" y="2727902"/>
                  <a:pt x="2588214" y="2762707"/>
                  <a:pt x="2588214" y="2805639"/>
                </a:cubicBezTo>
                <a:cubicBezTo>
                  <a:pt x="2588214" y="2848572"/>
                  <a:pt x="2553413" y="2883377"/>
                  <a:pt x="2510472" y="2883377"/>
                </a:cubicBezTo>
                <a:cubicBezTo>
                  <a:pt x="2467532" y="2883377"/>
                  <a:pt x="2432721" y="2848572"/>
                  <a:pt x="2432721" y="2805639"/>
                </a:cubicBezTo>
                <a:cubicBezTo>
                  <a:pt x="2432721" y="2762707"/>
                  <a:pt x="2467532" y="2727902"/>
                  <a:pt x="2510472" y="2727902"/>
                </a:cubicBezTo>
                <a:close/>
                <a:moveTo>
                  <a:pt x="2317522" y="2727902"/>
                </a:moveTo>
                <a:cubicBezTo>
                  <a:pt x="2360452" y="2727902"/>
                  <a:pt x="2395263" y="2762707"/>
                  <a:pt x="2395263" y="2805639"/>
                </a:cubicBezTo>
                <a:cubicBezTo>
                  <a:pt x="2395263" y="2848572"/>
                  <a:pt x="2360452" y="2883377"/>
                  <a:pt x="2317522" y="2883377"/>
                </a:cubicBezTo>
                <a:cubicBezTo>
                  <a:pt x="2274594" y="2883377"/>
                  <a:pt x="2239793" y="2848572"/>
                  <a:pt x="2239793" y="2805639"/>
                </a:cubicBezTo>
                <a:cubicBezTo>
                  <a:pt x="2239793" y="2762707"/>
                  <a:pt x="2274594" y="2727902"/>
                  <a:pt x="2317522" y="2727902"/>
                </a:cubicBezTo>
                <a:close/>
                <a:moveTo>
                  <a:pt x="2129319" y="2727902"/>
                </a:moveTo>
                <a:cubicBezTo>
                  <a:pt x="2172247" y="2727902"/>
                  <a:pt x="2207048" y="2762707"/>
                  <a:pt x="2207048" y="2805639"/>
                </a:cubicBezTo>
                <a:cubicBezTo>
                  <a:pt x="2207048" y="2848572"/>
                  <a:pt x="2172247" y="2883377"/>
                  <a:pt x="2129319" y="2883377"/>
                </a:cubicBezTo>
                <a:cubicBezTo>
                  <a:pt x="2086390" y="2883377"/>
                  <a:pt x="2051590" y="2848572"/>
                  <a:pt x="2051590" y="2805639"/>
                </a:cubicBezTo>
                <a:cubicBezTo>
                  <a:pt x="2051590" y="2762707"/>
                  <a:pt x="2086390" y="2727902"/>
                  <a:pt x="2129319" y="2727902"/>
                </a:cubicBezTo>
                <a:close/>
                <a:moveTo>
                  <a:pt x="1941117" y="2727902"/>
                </a:moveTo>
                <a:cubicBezTo>
                  <a:pt x="1984045" y="2727902"/>
                  <a:pt x="2018846" y="2762707"/>
                  <a:pt x="2018846" y="2805639"/>
                </a:cubicBezTo>
                <a:cubicBezTo>
                  <a:pt x="2018846" y="2848572"/>
                  <a:pt x="1984045" y="2883377"/>
                  <a:pt x="1941117" y="2883377"/>
                </a:cubicBezTo>
                <a:cubicBezTo>
                  <a:pt x="1898189" y="2883377"/>
                  <a:pt x="1863389" y="2848572"/>
                  <a:pt x="1863389" y="2805639"/>
                </a:cubicBezTo>
                <a:cubicBezTo>
                  <a:pt x="1863389" y="2762707"/>
                  <a:pt x="1898189" y="2727902"/>
                  <a:pt x="1941117" y="2727902"/>
                </a:cubicBezTo>
                <a:close/>
                <a:moveTo>
                  <a:pt x="1757621" y="2727902"/>
                </a:moveTo>
                <a:cubicBezTo>
                  <a:pt x="1800546" y="2727902"/>
                  <a:pt x="1835350" y="2762707"/>
                  <a:pt x="1835350" y="2805639"/>
                </a:cubicBezTo>
                <a:cubicBezTo>
                  <a:pt x="1835350" y="2848572"/>
                  <a:pt x="1800546" y="2883377"/>
                  <a:pt x="1757621" y="2883377"/>
                </a:cubicBezTo>
                <a:cubicBezTo>
                  <a:pt x="1714679" y="2883377"/>
                  <a:pt x="1679891" y="2848572"/>
                  <a:pt x="1679891" y="2805639"/>
                </a:cubicBezTo>
                <a:cubicBezTo>
                  <a:pt x="1679891" y="2762707"/>
                  <a:pt x="1714679" y="2727902"/>
                  <a:pt x="1757621" y="2727902"/>
                </a:cubicBezTo>
                <a:close/>
                <a:moveTo>
                  <a:pt x="1569401" y="2727902"/>
                </a:moveTo>
                <a:cubicBezTo>
                  <a:pt x="1612347" y="2727902"/>
                  <a:pt x="1647145" y="2762707"/>
                  <a:pt x="1647145" y="2805639"/>
                </a:cubicBezTo>
                <a:cubicBezTo>
                  <a:pt x="1647145" y="2848572"/>
                  <a:pt x="1612347" y="2883377"/>
                  <a:pt x="1569401" y="2883377"/>
                </a:cubicBezTo>
                <a:cubicBezTo>
                  <a:pt x="1526479" y="2883377"/>
                  <a:pt x="1491668" y="2848572"/>
                  <a:pt x="1491668" y="2805639"/>
                </a:cubicBezTo>
                <a:cubicBezTo>
                  <a:pt x="1491668" y="2762707"/>
                  <a:pt x="1526479" y="2727902"/>
                  <a:pt x="1569401" y="2727902"/>
                </a:cubicBezTo>
                <a:close/>
                <a:moveTo>
                  <a:pt x="1385867" y="2727902"/>
                </a:moveTo>
                <a:cubicBezTo>
                  <a:pt x="1428808" y="2727902"/>
                  <a:pt x="1463620" y="2762707"/>
                  <a:pt x="1463620" y="2805639"/>
                </a:cubicBezTo>
                <a:cubicBezTo>
                  <a:pt x="1463620" y="2848572"/>
                  <a:pt x="1428808" y="2883377"/>
                  <a:pt x="1385867" y="2883377"/>
                </a:cubicBezTo>
                <a:cubicBezTo>
                  <a:pt x="1342926" y="2883377"/>
                  <a:pt x="1308114" y="2848572"/>
                  <a:pt x="1308114" y="2805639"/>
                </a:cubicBezTo>
                <a:cubicBezTo>
                  <a:pt x="1308114" y="2762707"/>
                  <a:pt x="1342926" y="2727902"/>
                  <a:pt x="1385867" y="2727902"/>
                </a:cubicBezTo>
                <a:close/>
                <a:moveTo>
                  <a:pt x="10538005" y="2558507"/>
                </a:moveTo>
                <a:cubicBezTo>
                  <a:pt x="10580938" y="2558507"/>
                  <a:pt x="10615742" y="2593311"/>
                  <a:pt x="10615742" y="2636244"/>
                </a:cubicBezTo>
                <a:cubicBezTo>
                  <a:pt x="10615742" y="2679177"/>
                  <a:pt x="10580938" y="2713981"/>
                  <a:pt x="10538005" y="2713981"/>
                </a:cubicBezTo>
                <a:cubicBezTo>
                  <a:pt x="10495073" y="2713981"/>
                  <a:pt x="10460268" y="2679177"/>
                  <a:pt x="10460268" y="2636244"/>
                </a:cubicBezTo>
                <a:cubicBezTo>
                  <a:pt x="10460268" y="2593311"/>
                  <a:pt x="10495073" y="2558507"/>
                  <a:pt x="10538005" y="2558507"/>
                </a:cubicBezTo>
                <a:close/>
                <a:moveTo>
                  <a:pt x="10349782" y="2558507"/>
                </a:moveTo>
                <a:cubicBezTo>
                  <a:pt x="10392715" y="2558507"/>
                  <a:pt x="10427519" y="2593311"/>
                  <a:pt x="10427519" y="2636244"/>
                </a:cubicBezTo>
                <a:cubicBezTo>
                  <a:pt x="10427519" y="2679177"/>
                  <a:pt x="10392715" y="2713981"/>
                  <a:pt x="10349782" y="2713981"/>
                </a:cubicBezTo>
                <a:cubicBezTo>
                  <a:pt x="10306849" y="2713981"/>
                  <a:pt x="10272045" y="2679177"/>
                  <a:pt x="10272045" y="2636244"/>
                </a:cubicBezTo>
                <a:cubicBezTo>
                  <a:pt x="10272045" y="2593311"/>
                  <a:pt x="10306849" y="2558507"/>
                  <a:pt x="10349782" y="2558507"/>
                </a:cubicBezTo>
                <a:close/>
                <a:moveTo>
                  <a:pt x="10166265" y="2558507"/>
                </a:moveTo>
                <a:cubicBezTo>
                  <a:pt x="10209198" y="2558507"/>
                  <a:pt x="10244002" y="2593311"/>
                  <a:pt x="10244002" y="2636244"/>
                </a:cubicBezTo>
                <a:cubicBezTo>
                  <a:pt x="10244002" y="2679177"/>
                  <a:pt x="10209198" y="2713981"/>
                  <a:pt x="10166265" y="2713981"/>
                </a:cubicBezTo>
                <a:cubicBezTo>
                  <a:pt x="10123332" y="2713981"/>
                  <a:pt x="10088528" y="2679177"/>
                  <a:pt x="10088528" y="2636244"/>
                </a:cubicBezTo>
                <a:cubicBezTo>
                  <a:pt x="10088528" y="2593311"/>
                  <a:pt x="10123332" y="2558507"/>
                  <a:pt x="10166265" y="2558507"/>
                </a:cubicBezTo>
                <a:close/>
                <a:moveTo>
                  <a:pt x="9978044" y="2558507"/>
                </a:moveTo>
                <a:cubicBezTo>
                  <a:pt x="10020977" y="2558507"/>
                  <a:pt x="10055781" y="2593311"/>
                  <a:pt x="10055781" y="2636244"/>
                </a:cubicBezTo>
                <a:cubicBezTo>
                  <a:pt x="10055781" y="2679177"/>
                  <a:pt x="10020977" y="2713981"/>
                  <a:pt x="9978044" y="2713981"/>
                </a:cubicBezTo>
                <a:cubicBezTo>
                  <a:pt x="9935111" y="2713981"/>
                  <a:pt x="9900307" y="2679177"/>
                  <a:pt x="9900307" y="2636244"/>
                </a:cubicBezTo>
                <a:cubicBezTo>
                  <a:pt x="9900307" y="2593311"/>
                  <a:pt x="9935111" y="2558507"/>
                  <a:pt x="9978044" y="2558507"/>
                </a:cubicBezTo>
                <a:close/>
                <a:moveTo>
                  <a:pt x="9789823" y="2558507"/>
                </a:moveTo>
                <a:cubicBezTo>
                  <a:pt x="9832756" y="2558507"/>
                  <a:pt x="9867560" y="2593311"/>
                  <a:pt x="9867560" y="2636244"/>
                </a:cubicBezTo>
                <a:cubicBezTo>
                  <a:pt x="9867560" y="2679177"/>
                  <a:pt x="9832756" y="2713981"/>
                  <a:pt x="9789823" y="2713981"/>
                </a:cubicBezTo>
                <a:cubicBezTo>
                  <a:pt x="9746890" y="2713981"/>
                  <a:pt x="9712086" y="2679177"/>
                  <a:pt x="9712086" y="2636244"/>
                </a:cubicBezTo>
                <a:cubicBezTo>
                  <a:pt x="9712086" y="2593311"/>
                  <a:pt x="9746890" y="2558507"/>
                  <a:pt x="9789823" y="2558507"/>
                </a:cubicBezTo>
                <a:close/>
                <a:moveTo>
                  <a:pt x="9606308" y="2558507"/>
                </a:moveTo>
                <a:cubicBezTo>
                  <a:pt x="9649241" y="2558507"/>
                  <a:pt x="9684045" y="2593311"/>
                  <a:pt x="9684045" y="2636244"/>
                </a:cubicBezTo>
                <a:cubicBezTo>
                  <a:pt x="9684045" y="2679177"/>
                  <a:pt x="9649241" y="2713981"/>
                  <a:pt x="9606308" y="2713981"/>
                </a:cubicBezTo>
                <a:cubicBezTo>
                  <a:pt x="9563375" y="2713981"/>
                  <a:pt x="9528571" y="2679177"/>
                  <a:pt x="9528571" y="2636244"/>
                </a:cubicBezTo>
                <a:cubicBezTo>
                  <a:pt x="9528571" y="2593311"/>
                  <a:pt x="9563375" y="2558507"/>
                  <a:pt x="9606308" y="2558507"/>
                </a:cubicBezTo>
                <a:close/>
                <a:moveTo>
                  <a:pt x="9413381" y="2558507"/>
                </a:moveTo>
                <a:cubicBezTo>
                  <a:pt x="9456314" y="2558507"/>
                  <a:pt x="9491118" y="2593311"/>
                  <a:pt x="9491118" y="2636244"/>
                </a:cubicBezTo>
                <a:cubicBezTo>
                  <a:pt x="9491118" y="2679177"/>
                  <a:pt x="9456314" y="2713981"/>
                  <a:pt x="9413381" y="2713981"/>
                </a:cubicBezTo>
                <a:cubicBezTo>
                  <a:pt x="9370448" y="2713981"/>
                  <a:pt x="9335644" y="2679177"/>
                  <a:pt x="9335644" y="2636244"/>
                </a:cubicBezTo>
                <a:cubicBezTo>
                  <a:pt x="9335644" y="2593311"/>
                  <a:pt x="9370448" y="2558507"/>
                  <a:pt x="9413381" y="2558507"/>
                </a:cubicBezTo>
                <a:close/>
                <a:moveTo>
                  <a:pt x="9234570" y="2558507"/>
                </a:moveTo>
                <a:cubicBezTo>
                  <a:pt x="9277503" y="2558507"/>
                  <a:pt x="9312307" y="2593311"/>
                  <a:pt x="9312307" y="2636244"/>
                </a:cubicBezTo>
                <a:cubicBezTo>
                  <a:pt x="9312307" y="2679177"/>
                  <a:pt x="9277503" y="2713981"/>
                  <a:pt x="9234570" y="2713981"/>
                </a:cubicBezTo>
                <a:cubicBezTo>
                  <a:pt x="9191637" y="2713981"/>
                  <a:pt x="9156833" y="2679177"/>
                  <a:pt x="9156833" y="2636244"/>
                </a:cubicBezTo>
                <a:cubicBezTo>
                  <a:pt x="9156833" y="2593311"/>
                  <a:pt x="9191637" y="2558507"/>
                  <a:pt x="9234570" y="2558507"/>
                </a:cubicBezTo>
                <a:close/>
                <a:moveTo>
                  <a:pt x="9036939" y="2558507"/>
                </a:moveTo>
                <a:cubicBezTo>
                  <a:pt x="9079871" y="2558507"/>
                  <a:pt x="9114675" y="2593311"/>
                  <a:pt x="9114675" y="2636244"/>
                </a:cubicBezTo>
                <a:cubicBezTo>
                  <a:pt x="9114675" y="2679177"/>
                  <a:pt x="9079871" y="2713981"/>
                  <a:pt x="9036939" y="2713981"/>
                </a:cubicBezTo>
                <a:cubicBezTo>
                  <a:pt x="8994006" y="2713981"/>
                  <a:pt x="8959202" y="2679177"/>
                  <a:pt x="8959202" y="2636244"/>
                </a:cubicBezTo>
                <a:cubicBezTo>
                  <a:pt x="8959202" y="2593311"/>
                  <a:pt x="8994006" y="2558507"/>
                  <a:pt x="9036939" y="2558507"/>
                </a:cubicBezTo>
                <a:close/>
                <a:moveTo>
                  <a:pt x="8853421" y="2558507"/>
                </a:moveTo>
                <a:cubicBezTo>
                  <a:pt x="8896354" y="2558507"/>
                  <a:pt x="8931158" y="2593311"/>
                  <a:pt x="8931158" y="2636244"/>
                </a:cubicBezTo>
                <a:cubicBezTo>
                  <a:pt x="8931158" y="2679177"/>
                  <a:pt x="8896354" y="2713981"/>
                  <a:pt x="8853421" y="2713981"/>
                </a:cubicBezTo>
                <a:cubicBezTo>
                  <a:pt x="8810489" y="2713981"/>
                  <a:pt x="8775685" y="2679177"/>
                  <a:pt x="8775685" y="2636244"/>
                </a:cubicBezTo>
                <a:cubicBezTo>
                  <a:pt x="8775685" y="2593311"/>
                  <a:pt x="8810489" y="2558507"/>
                  <a:pt x="8853421" y="2558507"/>
                </a:cubicBezTo>
                <a:close/>
                <a:moveTo>
                  <a:pt x="8669908" y="2558507"/>
                </a:moveTo>
                <a:cubicBezTo>
                  <a:pt x="8712841" y="2558507"/>
                  <a:pt x="8747645" y="2593311"/>
                  <a:pt x="8747645" y="2636244"/>
                </a:cubicBezTo>
                <a:cubicBezTo>
                  <a:pt x="8747645" y="2679177"/>
                  <a:pt x="8712841" y="2713981"/>
                  <a:pt x="8669908" y="2713981"/>
                </a:cubicBezTo>
                <a:cubicBezTo>
                  <a:pt x="8626975" y="2713981"/>
                  <a:pt x="8592171" y="2679177"/>
                  <a:pt x="8592171" y="2636244"/>
                </a:cubicBezTo>
                <a:cubicBezTo>
                  <a:pt x="8592171" y="2593311"/>
                  <a:pt x="8626975" y="2558507"/>
                  <a:pt x="8669908" y="2558507"/>
                </a:cubicBezTo>
                <a:close/>
                <a:moveTo>
                  <a:pt x="8481684" y="2558507"/>
                </a:moveTo>
                <a:cubicBezTo>
                  <a:pt x="8524617" y="2558507"/>
                  <a:pt x="8559421" y="2593311"/>
                  <a:pt x="8559421" y="2636244"/>
                </a:cubicBezTo>
                <a:cubicBezTo>
                  <a:pt x="8559421" y="2679177"/>
                  <a:pt x="8524617" y="2713981"/>
                  <a:pt x="8481684" y="2713981"/>
                </a:cubicBezTo>
                <a:cubicBezTo>
                  <a:pt x="8438752" y="2713981"/>
                  <a:pt x="8403948" y="2679177"/>
                  <a:pt x="8403948" y="2636244"/>
                </a:cubicBezTo>
                <a:cubicBezTo>
                  <a:pt x="8403948" y="2593311"/>
                  <a:pt x="8438752" y="2558507"/>
                  <a:pt x="8481684" y="2558507"/>
                </a:cubicBezTo>
                <a:close/>
                <a:moveTo>
                  <a:pt x="8298167" y="2558507"/>
                </a:moveTo>
                <a:cubicBezTo>
                  <a:pt x="8341100" y="2558507"/>
                  <a:pt x="8375904" y="2593311"/>
                  <a:pt x="8375904" y="2636244"/>
                </a:cubicBezTo>
                <a:cubicBezTo>
                  <a:pt x="8375904" y="2679177"/>
                  <a:pt x="8341100" y="2713981"/>
                  <a:pt x="8298167" y="2713981"/>
                </a:cubicBezTo>
                <a:cubicBezTo>
                  <a:pt x="8255235" y="2713981"/>
                  <a:pt x="8220430" y="2679177"/>
                  <a:pt x="8220430" y="2636244"/>
                </a:cubicBezTo>
                <a:cubicBezTo>
                  <a:pt x="8220430" y="2593311"/>
                  <a:pt x="8255235" y="2558507"/>
                  <a:pt x="8298167" y="2558507"/>
                </a:cubicBezTo>
                <a:close/>
                <a:moveTo>
                  <a:pt x="8109949" y="2558507"/>
                </a:moveTo>
                <a:cubicBezTo>
                  <a:pt x="8152882" y="2558507"/>
                  <a:pt x="8187686" y="2593311"/>
                  <a:pt x="8187686" y="2636244"/>
                </a:cubicBezTo>
                <a:cubicBezTo>
                  <a:pt x="8187686" y="2679177"/>
                  <a:pt x="8152882" y="2713981"/>
                  <a:pt x="8109949" y="2713981"/>
                </a:cubicBezTo>
                <a:cubicBezTo>
                  <a:pt x="8067016" y="2713981"/>
                  <a:pt x="8032212" y="2679177"/>
                  <a:pt x="8032212" y="2636244"/>
                </a:cubicBezTo>
                <a:cubicBezTo>
                  <a:pt x="8032212" y="2593311"/>
                  <a:pt x="8067016" y="2558507"/>
                  <a:pt x="8109949" y="2558507"/>
                </a:cubicBezTo>
                <a:close/>
                <a:moveTo>
                  <a:pt x="7926434" y="2558507"/>
                </a:moveTo>
                <a:cubicBezTo>
                  <a:pt x="7969367" y="2558507"/>
                  <a:pt x="8004171" y="2593311"/>
                  <a:pt x="8004171" y="2636244"/>
                </a:cubicBezTo>
                <a:cubicBezTo>
                  <a:pt x="8004171" y="2679177"/>
                  <a:pt x="7969367" y="2713981"/>
                  <a:pt x="7926434" y="2713981"/>
                </a:cubicBezTo>
                <a:cubicBezTo>
                  <a:pt x="7883501" y="2713981"/>
                  <a:pt x="7848697" y="2679177"/>
                  <a:pt x="7848697" y="2636244"/>
                </a:cubicBezTo>
                <a:cubicBezTo>
                  <a:pt x="7848697" y="2593311"/>
                  <a:pt x="7883501" y="2558507"/>
                  <a:pt x="7926434" y="2558507"/>
                </a:cubicBezTo>
                <a:close/>
                <a:moveTo>
                  <a:pt x="7554693" y="2558507"/>
                </a:moveTo>
                <a:cubicBezTo>
                  <a:pt x="7597626" y="2558507"/>
                  <a:pt x="7632430" y="2593311"/>
                  <a:pt x="7632430" y="2636244"/>
                </a:cubicBezTo>
                <a:cubicBezTo>
                  <a:pt x="7632430" y="2679177"/>
                  <a:pt x="7597626" y="2713981"/>
                  <a:pt x="7554693" y="2713981"/>
                </a:cubicBezTo>
                <a:cubicBezTo>
                  <a:pt x="7511761" y="2713981"/>
                  <a:pt x="7476957" y="2679177"/>
                  <a:pt x="7476957" y="2636244"/>
                </a:cubicBezTo>
                <a:cubicBezTo>
                  <a:pt x="7476957" y="2593311"/>
                  <a:pt x="7511761" y="2558507"/>
                  <a:pt x="7554693" y="2558507"/>
                </a:cubicBezTo>
                <a:close/>
                <a:moveTo>
                  <a:pt x="7366472" y="2558507"/>
                </a:moveTo>
                <a:cubicBezTo>
                  <a:pt x="7409405" y="2558507"/>
                  <a:pt x="7444209" y="2593311"/>
                  <a:pt x="7444209" y="2636244"/>
                </a:cubicBezTo>
                <a:cubicBezTo>
                  <a:pt x="7444209" y="2679177"/>
                  <a:pt x="7409405" y="2713981"/>
                  <a:pt x="7366472" y="2713981"/>
                </a:cubicBezTo>
                <a:cubicBezTo>
                  <a:pt x="7323540" y="2713981"/>
                  <a:pt x="7288736" y="2679177"/>
                  <a:pt x="7288736" y="2636244"/>
                </a:cubicBezTo>
                <a:cubicBezTo>
                  <a:pt x="7288736" y="2593311"/>
                  <a:pt x="7323540" y="2558507"/>
                  <a:pt x="7366472" y="2558507"/>
                </a:cubicBezTo>
                <a:close/>
                <a:moveTo>
                  <a:pt x="7178251" y="2558507"/>
                </a:moveTo>
                <a:cubicBezTo>
                  <a:pt x="7221184" y="2558507"/>
                  <a:pt x="7255988" y="2593311"/>
                  <a:pt x="7255988" y="2636244"/>
                </a:cubicBezTo>
                <a:cubicBezTo>
                  <a:pt x="7255988" y="2679177"/>
                  <a:pt x="7221184" y="2713981"/>
                  <a:pt x="7178251" y="2713981"/>
                </a:cubicBezTo>
                <a:cubicBezTo>
                  <a:pt x="7135319" y="2713981"/>
                  <a:pt x="7100514" y="2679177"/>
                  <a:pt x="7100514" y="2636244"/>
                </a:cubicBezTo>
                <a:cubicBezTo>
                  <a:pt x="7100514" y="2593311"/>
                  <a:pt x="7135319" y="2558507"/>
                  <a:pt x="7178251" y="2558507"/>
                </a:cubicBezTo>
                <a:close/>
                <a:moveTo>
                  <a:pt x="6985327" y="2558507"/>
                </a:moveTo>
                <a:cubicBezTo>
                  <a:pt x="7028260" y="2558507"/>
                  <a:pt x="7063064" y="2593311"/>
                  <a:pt x="7063064" y="2636244"/>
                </a:cubicBezTo>
                <a:cubicBezTo>
                  <a:pt x="7063064" y="2679177"/>
                  <a:pt x="7028260" y="2713981"/>
                  <a:pt x="6985327" y="2713981"/>
                </a:cubicBezTo>
                <a:cubicBezTo>
                  <a:pt x="6942394" y="2713981"/>
                  <a:pt x="6907590" y="2679177"/>
                  <a:pt x="6907590" y="2636244"/>
                </a:cubicBezTo>
                <a:cubicBezTo>
                  <a:pt x="6907590" y="2593311"/>
                  <a:pt x="6942394" y="2558507"/>
                  <a:pt x="6985327" y="2558507"/>
                </a:cubicBezTo>
                <a:close/>
                <a:moveTo>
                  <a:pt x="6801810" y="2558507"/>
                </a:moveTo>
                <a:cubicBezTo>
                  <a:pt x="6844742" y="2558507"/>
                  <a:pt x="6879546" y="2593311"/>
                  <a:pt x="6879546" y="2636244"/>
                </a:cubicBezTo>
                <a:cubicBezTo>
                  <a:pt x="6879546" y="2679177"/>
                  <a:pt x="6844742" y="2713981"/>
                  <a:pt x="6801810" y="2713981"/>
                </a:cubicBezTo>
                <a:cubicBezTo>
                  <a:pt x="6758877" y="2713981"/>
                  <a:pt x="6724073" y="2679177"/>
                  <a:pt x="6724073" y="2636244"/>
                </a:cubicBezTo>
                <a:cubicBezTo>
                  <a:pt x="6724073" y="2593311"/>
                  <a:pt x="6758877" y="2558507"/>
                  <a:pt x="6801810" y="2558507"/>
                </a:cubicBezTo>
                <a:close/>
                <a:moveTo>
                  <a:pt x="6425367" y="2558507"/>
                </a:moveTo>
                <a:cubicBezTo>
                  <a:pt x="6468300" y="2558507"/>
                  <a:pt x="6503104" y="2593311"/>
                  <a:pt x="6503104" y="2636244"/>
                </a:cubicBezTo>
                <a:cubicBezTo>
                  <a:pt x="6503104" y="2679177"/>
                  <a:pt x="6468300" y="2713981"/>
                  <a:pt x="6425367" y="2713981"/>
                </a:cubicBezTo>
                <a:cubicBezTo>
                  <a:pt x="6382435" y="2713981"/>
                  <a:pt x="6347631" y="2679177"/>
                  <a:pt x="6347631" y="2636244"/>
                </a:cubicBezTo>
                <a:cubicBezTo>
                  <a:pt x="6347631" y="2593311"/>
                  <a:pt x="6382435" y="2558507"/>
                  <a:pt x="6425367" y="2558507"/>
                </a:cubicBezTo>
                <a:close/>
                <a:moveTo>
                  <a:pt x="6241850" y="2558507"/>
                </a:moveTo>
                <a:cubicBezTo>
                  <a:pt x="6284783" y="2558507"/>
                  <a:pt x="6319587" y="2593311"/>
                  <a:pt x="6319587" y="2636244"/>
                </a:cubicBezTo>
                <a:cubicBezTo>
                  <a:pt x="6319587" y="2679177"/>
                  <a:pt x="6284783" y="2713981"/>
                  <a:pt x="6241850" y="2713981"/>
                </a:cubicBezTo>
                <a:cubicBezTo>
                  <a:pt x="6198917" y="2713981"/>
                  <a:pt x="6164113" y="2679177"/>
                  <a:pt x="6164113" y="2636244"/>
                </a:cubicBezTo>
                <a:cubicBezTo>
                  <a:pt x="6164113" y="2593311"/>
                  <a:pt x="6198917" y="2558507"/>
                  <a:pt x="6241850" y="2558507"/>
                </a:cubicBezTo>
                <a:close/>
                <a:moveTo>
                  <a:pt x="6053630" y="2558507"/>
                </a:moveTo>
                <a:cubicBezTo>
                  <a:pt x="6096563" y="2558507"/>
                  <a:pt x="6131367" y="2593311"/>
                  <a:pt x="6131367" y="2636244"/>
                </a:cubicBezTo>
                <a:cubicBezTo>
                  <a:pt x="6131367" y="2679177"/>
                  <a:pt x="6096563" y="2713981"/>
                  <a:pt x="6053630" y="2713981"/>
                </a:cubicBezTo>
                <a:cubicBezTo>
                  <a:pt x="6010698" y="2713981"/>
                  <a:pt x="5975894" y="2679177"/>
                  <a:pt x="5975894" y="2636244"/>
                </a:cubicBezTo>
                <a:cubicBezTo>
                  <a:pt x="5975894" y="2593311"/>
                  <a:pt x="6010698" y="2558507"/>
                  <a:pt x="6053630" y="2558507"/>
                </a:cubicBezTo>
                <a:close/>
                <a:moveTo>
                  <a:pt x="5870113" y="2558507"/>
                </a:moveTo>
                <a:cubicBezTo>
                  <a:pt x="5913046" y="2558507"/>
                  <a:pt x="5947850" y="2593311"/>
                  <a:pt x="5947850" y="2636244"/>
                </a:cubicBezTo>
                <a:cubicBezTo>
                  <a:pt x="5947850" y="2679177"/>
                  <a:pt x="5913046" y="2713981"/>
                  <a:pt x="5870113" y="2713981"/>
                </a:cubicBezTo>
                <a:cubicBezTo>
                  <a:pt x="5827181" y="2713981"/>
                  <a:pt x="5792376" y="2679177"/>
                  <a:pt x="5792376" y="2636244"/>
                </a:cubicBezTo>
                <a:cubicBezTo>
                  <a:pt x="5792376" y="2593311"/>
                  <a:pt x="5827181" y="2558507"/>
                  <a:pt x="5870113" y="2558507"/>
                </a:cubicBezTo>
                <a:close/>
                <a:moveTo>
                  <a:pt x="5681926" y="2558507"/>
                </a:moveTo>
                <a:cubicBezTo>
                  <a:pt x="5724825" y="2558507"/>
                  <a:pt x="5759629" y="2593311"/>
                  <a:pt x="5759629" y="2636244"/>
                </a:cubicBezTo>
                <a:cubicBezTo>
                  <a:pt x="5759629" y="2679177"/>
                  <a:pt x="5724825" y="2713981"/>
                  <a:pt x="5681926" y="2713981"/>
                </a:cubicBezTo>
                <a:cubicBezTo>
                  <a:pt x="5638984" y="2713981"/>
                  <a:pt x="5604173" y="2679177"/>
                  <a:pt x="5604173" y="2636244"/>
                </a:cubicBezTo>
                <a:cubicBezTo>
                  <a:pt x="5604173" y="2593311"/>
                  <a:pt x="5638984" y="2558507"/>
                  <a:pt x="5681926" y="2558507"/>
                </a:cubicBezTo>
                <a:close/>
                <a:moveTo>
                  <a:pt x="5498378" y="2558507"/>
                </a:moveTo>
                <a:cubicBezTo>
                  <a:pt x="5541312" y="2558507"/>
                  <a:pt x="5576123" y="2593311"/>
                  <a:pt x="5576123" y="2636244"/>
                </a:cubicBezTo>
                <a:cubicBezTo>
                  <a:pt x="5576123" y="2679177"/>
                  <a:pt x="5541312" y="2713981"/>
                  <a:pt x="5498378" y="2713981"/>
                </a:cubicBezTo>
                <a:cubicBezTo>
                  <a:pt x="5455447" y="2713981"/>
                  <a:pt x="5420640" y="2679177"/>
                  <a:pt x="5420640" y="2636244"/>
                </a:cubicBezTo>
                <a:cubicBezTo>
                  <a:pt x="5420640" y="2593311"/>
                  <a:pt x="5455447" y="2558507"/>
                  <a:pt x="5498378" y="2558507"/>
                </a:cubicBezTo>
                <a:close/>
                <a:moveTo>
                  <a:pt x="5310163" y="2558507"/>
                </a:moveTo>
                <a:cubicBezTo>
                  <a:pt x="5353095" y="2558507"/>
                  <a:pt x="5387897" y="2593311"/>
                  <a:pt x="5387897" y="2636244"/>
                </a:cubicBezTo>
                <a:cubicBezTo>
                  <a:pt x="5387897" y="2679177"/>
                  <a:pt x="5353095" y="2713981"/>
                  <a:pt x="5310163" y="2713981"/>
                </a:cubicBezTo>
                <a:cubicBezTo>
                  <a:pt x="5267230" y="2713981"/>
                  <a:pt x="5232437" y="2679177"/>
                  <a:pt x="5232437" y="2636244"/>
                </a:cubicBezTo>
                <a:cubicBezTo>
                  <a:pt x="5232437" y="2593311"/>
                  <a:pt x="5267230" y="2558507"/>
                  <a:pt x="5310163" y="2558507"/>
                </a:cubicBezTo>
                <a:close/>
                <a:moveTo>
                  <a:pt x="2689303" y="2558507"/>
                </a:moveTo>
                <a:cubicBezTo>
                  <a:pt x="2732233" y="2558507"/>
                  <a:pt x="2767023" y="2593311"/>
                  <a:pt x="2767023" y="2636244"/>
                </a:cubicBezTo>
                <a:cubicBezTo>
                  <a:pt x="2767023" y="2679177"/>
                  <a:pt x="2732233" y="2713981"/>
                  <a:pt x="2689303" y="2713981"/>
                </a:cubicBezTo>
                <a:cubicBezTo>
                  <a:pt x="2646361" y="2713981"/>
                  <a:pt x="2611568" y="2679177"/>
                  <a:pt x="2611568" y="2636244"/>
                </a:cubicBezTo>
                <a:cubicBezTo>
                  <a:pt x="2611568" y="2593311"/>
                  <a:pt x="2646361" y="2558507"/>
                  <a:pt x="2689303" y="2558507"/>
                </a:cubicBezTo>
                <a:close/>
                <a:moveTo>
                  <a:pt x="2510482" y="2558507"/>
                </a:moveTo>
                <a:cubicBezTo>
                  <a:pt x="2553423" y="2558507"/>
                  <a:pt x="2588226" y="2593311"/>
                  <a:pt x="2588226" y="2636244"/>
                </a:cubicBezTo>
                <a:cubicBezTo>
                  <a:pt x="2588226" y="2679177"/>
                  <a:pt x="2553423" y="2713981"/>
                  <a:pt x="2510482" y="2713981"/>
                </a:cubicBezTo>
                <a:cubicBezTo>
                  <a:pt x="2467540" y="2713981"/>
                  <a:pt x="2432727" y="2679177"/>
                  <a:pt x="2432727" y="2636244"/>
                </a:cubicBezTo>
                <a:cubicBezTo>
                  <a:pt x="2432727" y="2593311"/>
                  <a:pt x="2467540" y="2558507"/>
                  <a:pt x="2510482" y="2558507"/>
                </a:cubicBezTo>
                <a:close/>
                <a:moveTo>
                  <a:pt x="2317528" y="2558507"/>
                </a:moveTo>
                <a:cubicBezTo>
                  <a:pt x="2360458" y="2558507"/>
                  <a:pt x="2395269" y="2593311"/>
                  <a:pt x="2395269" y="2636244"/>
                </a:cubicBezTo>
                <a:cubicBezTo>
                  <a:pt x="2395269" y="2679177"/>
                  <a:pt x="2360458" y="2713981"/>
                  <a:pt x="2317528" y="2713981"/>
                </a:cubicBezTo>
                <a:cubicBezTo>
                  <a:pt x="2274600" y="2713981"/>
                  <a:pt x="2239801" y="2679177"/>
                  <a:pt x="2239801" y="2636244"/>
                </a:cubicBezTo>
                <a:cubicBezTo>
                  <a:pt x="2239801" y="2593311"/>
                  <a:pt x="2274600" y="2558507"/>
                  <a:pt x="2317528" y="2558507"/>
                </a:cubicBezTo>
                <a:close/>
                <a:moveTo>
                  <a:pt x="2129326" y="2558507"/>
                </a:moveTo>
                <a:cubicBezTo>
                  <a:pt x="2172255" y="2558507"/>
                  <a:pt x="2207055" y="2593311"/>
                  <a:pt x="2207055" y="2636244"/>
                </a:cubicBezTo>
                <a:cubicBezTo>
                  <a:pt x="2207055" y="2679177"/>
                  <a:pt x="2172255" y="2713981"/>
                  <a:pt x="2129326" y="2713981"/>
                </a:cubicBezTo>
                <a:cubicBezTo>
                  <a:pt x="2086398" y="2713981"/>
                  <a:pt x="2051598" y="2679177"/>
                  <a:pt x="2051598" y="2636244"/>
                </a:cubicBezTo>
                <a:cubicBezTo>
                  <a:pt x="2051598" y="2593311"/>
                  <a:pt x="2086398" y="2558507"/>
                  <a:pt x="2129326" y="2558507"/>
                </a:cubicBezTo>
                <a:close/>
                <a:moveTo>
                  <a:pt x="1941126" y="2558507"/>
                </a:moveTo>
                <a:cubicBezTo>
                  <a:pt x="1984055" y="2558507"/>
                  <a:pt x="2018854" y="2593311"/>
                  <a:pt x="2018854" y="2636244"/>
                </a:cubicBezTo>
                <a:cubicBezTo>
                  <a:pt x="2018854" y="2679177"/>
                  <a:pt x="1984055" y="2713981"/>
                  <a:pt x="1941126" y="2713981"/>
                </a:cubicBezTo>
                <a:cubicBezTo>
                  <a:pt x="1898199" y="2713981"/>
                  <a:pt x="1863399" y="2679177"/>
                  <a:pt x="1863399" y="2636244"/>
                </a:cubicBezTo>
                <a:cubicBezTo>
                  <a:pt x="1863399" y="2593311"/>
                  <a:pt x="1898199" y="2558507"/>
                  <a:pt x="1941126" y="2558507"/>
                </a:cubicBezTo>
                <a:close/>
                <a:moveTo>
                  <a:pt x="1757630" y="2558507"/>
                </a:moveTo>
                <a:cubicBezTo>
                  <a:pt x="1800560" y="2558507"/>
                  <a:pt x="1835361" y="2593311"/>
                  <a:pt x="1835361" y="2636244"/>
                </a:cubicBezTo>
                <a:cubicBezTo>
                  <a:pt x="1835361" y="2679177"/>
                  <a:pt x="1800560" y="2713981"/>
                  <a:pt x="1757630" y="2713981"/>
                </a:cubicBezTo>
                <a:cubicBezTo>
                  <a:pt x="1714690" y="2713981"/>
                  <a:pt x="1679901" y="2679177"/>
                  <a:pt x="1679901" y="2636244"/>
                </a:cubicBezTo>
                <a:cubicBezTo>
                  <a:pt x="1679901" y="2593311"/>
                  <a:pt x="1714690" y="2558507"/>
                  <a:pt x="1757630" y="2558507"/>
                </a:cubicBezTo>
                <a:close/>
                <a:moveTo>
                  <a:pt x="1569401" y="2558507"/>
                </a:moveTo>
                <a:cubicBezTo>
                  <a:pt x="1612357" y="2558507"/>
                  <a:pt x="1647158" y="2593311"/>
                  <a:pt x="1647158" y="2636244"/>
                </a:cubicBezTo>
                <a:cubicBezTo>
                  <a:pt x="1647158" y="2679177"/>
                  <a:pt x="1612357" y="2713981"/>
                  <a:pt x="1569401" y="2713981"/>
                </a:cubicBezTo>
                <a:cubicBezTo>
                  <a:pt x="1526490" y="2713981"/>
                  <a:pt x="1491678" y="2679177"/>
                  <a:pt x="1491678" y="2636244"/>
                </a:cubicBezTo>
                <a:cubicBezTo>
                  <a:pt x="1491678" y="2593311"/>
                  <a:pt x="1526490" y="2558507"/>
                  <a:pt x="1569401" y="2558507"/>
                </a:cubicBezTo>
                <a:close/>
                <a:moveTo>
                  <a:pt x="1385875" y="2558507"/>
                </a:moveTo>
                <a:cubicBezTo>
                  <a:pt x="1428818" y="2558507"/>
                  <a:pt x="1463629" y="2593311"/>
                  <a:pt x="1463629" y="2636244"/>
                </a:cubicBezTo>
                <a:cubicBezTo>
                  <a:pt x="1463629" y="2679177"/>
                  <a:pt x="1428818" y="2713981"/>
                  <a:pt x="1385875" y="2713981"/>
                </a:cubicBezTo>
                <a:cubicBezTo>
                  <a:pt x="1342933" y="2713981"/>
                  <a:pt x="1308122" y="2679177"/>
                  <a:pt x="1308122" y="2636244"/>
                </a:cubicBezTo>
                <a:cubicBezTo>
                  <a:pt x="1308122" y="2593311"/>
                  <a:pt x="1342933" y="2558507"/>
                  <a:pt x="1385875" y="2558507"/>
                </a:cubicBezTo>
                <a:close/>
                <a:moveTo>
                  <a:pt x="1202337" y="2558507"/>
                </a:moveTo>
                <a:cubicBezTo>
                  <a:pt x="1245272" y="2558507"/>
                  <a:pt x="1280074" y="2593311"/>
                  <a:pt x="1280074" y="2636244"/>
                </a:cubicBezTo>
                <a:cubicBezTo>
                  <a:pt x="1280074" y="2679177"/>
                  <a:pt x="1245272" y="2713981"/>
                  <a:pt x="1202337" y="2713981"/>
                </a:cubicBezTo>
                <a:cubicBezTo>
                  <a:pt x="1159393" y="2713981"/>
                  <a:pt x="1124620" y="2679177"/>
                  <a:pt x="1124620" y="2636244"/>
                </a:cubicBezTo>
                <a:cubicBezTo>
                  <a:pt x="1124620" y="2593311"/>
                  <a:pt x="1159393" y="2558507"/>
                  <a:pt x="1202337" y="2558507"/>
                </a:cubicBezTo>
                <a:close/>
                <a:moveTo>
                  <a:pt x="1014100" y="2558507"/>
                </a:moveTo>
                <a:cubicBezTo>
                  <a:pt x="1057033" y="2558507"/>
                  <a:pt x="1091865" y="2593311"/>
                  <a:pt x="1091865" y="2636244"/>
                </a:cubicBezTo>
                <a:cubicBezTo>
                  <a:pt x="1091865" y="2679177"/>
                  <a:pt x="1057033" y="2713981"/>
                  <a:pt x="1014100" y="2713981"/>
                </a:cubicBezTo>
                <a:cubicBezTo>
                  <a:pt x="971203" y="2713981"/>
                  <a:pt x="936398" y="2679177"/>
                  <a:pt x="936398" y="2636244"/>
                </a:cubicBezTo>
                <a:cubicBezTo>
                  <a:pt x="936398" y="2593311"/>
                  <a:pt x="971203" y="2558507"/>
                  <a:pt x="1014100" y="2558507"/>
                </a:cubicBezTo>
                <a:close/>
                <a:moveTo>
                  <a:pt x="830602" y="2558507"/>
                </a:moveTo>
                <a:cubicBezTo>
                  <a:pt x="873525" y="2558507"/>
                  <a:pt x="908355" y="2593311"/>
                  <a:pt x="908355" y="2636244"/>
                </a:cubicBezTo>
                <a:cubicBezTo>
                  <a:pt x="908355" y="2679177"/>
                  <a:pt x="873525" y="2713981"/>
                  <a:pt x="830602" y="2713981"/>
                </a:cubicBezTo>
                <a:cubicBezTo>
                  <a:pt x="787662" y="2713981"/>
                  <a:pt x="752860" y="2679177"/>
                  <a:pt x="752860" y="2636244"/>
                </a:cubicBezTo>
                <a:cubicBezTo>
                  <a:pt x="752860" y="2593311"/>
                  <a:pt x="787662" y="2558507"/>
                  <a:pt x="830602" y="2558507"/>
                </a:cubicBezTo>
                <a:close/>
                <a:moveTo>
                  <a:pt x="642371" y="2558507"/>
                </a:moveTo>
                <a:cubicBezTo>
                  <a:pt x="685308" y="2558507"/>
                  <a:pt x="720112" y="2593311"/>
                  <a:pt x="720112" y="2636244"/>
                </a:cubicBezTo>
                <a:cubicBezTo>
                  <a:pt x="720112" y="2679177"/>
                  <a:pt x="685308" y="2713981"/>
                  <a:pt x="642371" y="2713981"/>
                </a:cubicBezTo>
                <a:cubicBezTo>
                  <a:pt x="599441" y="2713981"/>
                  <a:pt x="564637" y="2679177"/>
                  <a:pt x="564637" y="2636244"/>
                </a:cubicBezTo>
                <a:cubicBezTo>
                  <a:pt x="564637" y="2593311"/>
                  <a:pt x="599441" y="2558507"/>
                  <a:pt x="642371" y="2558507"/>
                </a:cubicBezTo>
                <a:close/>
                <a:moveTo>
                  <a:pt x="458857" y="2558507"/>
                </a:moveTo>
                <a:cubicBezTo>
                  <a:pt x="501790" y="2558507"/>
                  <a:pt x="536594" y="2593311"/>
                  <a:pt x="536594" y="2636244"/>
                </a:cubicBezTo>
                <a:cubicBezTo>
                  <a:pt x="536594" y="2679177"/>
                  <a:pt x="501790" y="2713981"/>
                  <a:pt x="458857" y="2713981"/>
                </a:cubicBezTo>
                <a:cubicBezTo>
                  <a:pt x="415924" y="2713981"/>
                  <a:pt x="381122" y="2679177"/>
                  <a:pt x="381122" y="2636244"/>
                </a:cubicBezTo>
                <a:cubicBezTo>
                  <a:pt x="381122" y="2593311"/>
                  <a:pt x="415924" y="2558507"/>
                  <a:pt x="458857" y="2558507"/>
                </a:cubicBezTo>
                <a:close/>
                <a:moveTo>
                  <a:pt x="5126663" y="2558503"/>
                </a:moveTo>
                <a:cubicBezTo>
                  <a:pt x="5169597" y="2558503"/>
                  <a:pt x="5204402" y="2593308"/>
                  <a:pt x="5204402" y="2636239"/>
                </a:cubicBezTo>
                <a:cubicBezTo>
                  <a:pt x="5204402" y="2679174"/>
                  <a:pt x="5169597" y="2713978"/>
                  <a:pt x="5126663" y="2713978"/>
                </a:cubicBezTo>
                <a:cubicBezTo>
                  <a:pt x="5083753" y="2713978"/>
                  <a:pt x="5048937" y="2679174"/>
                  <a:pt x="5048937" y="2636239"/>
                </a:cubicBezTo>
                <a:cubicBezTo>
                  <a:pt x="5048937" y="2593308"/>
                  <a:pt x="5083753" y="2558503"/>
                  <a:pt x="5126663" y="2558503"/>
                </a:cubicBezTo>
                <a:close/>
                <a:moveTo>
                  <a:pt x="4938418" y="2558503"/>
                </a:moveTo>
                <a:cubicBezTo>
                  <a:pt x="4981352" y="2558503"/>
                  <a:pt x="5016155" y="2593307"/>
                  <a:pt x="5016155" y="2636239"/>
                </a:cubicBezTo>
                <a:cubicBezTo>
                  <a:pt x="5016155" y="2679172"/>
                  <a:pt x="4981352" y="2713976"/>
                  <a:pt x="4938418" y="2713976"/>
                </a:cubicBezTo>
                <a:cubicBezTo>
                  <a:pt x="4895486" y="2713976"/>
                  <a:pt x="4860682" y="2679172"/>
                  <a:pt x="4860682" y="2636239"/>
                </a:cubicBezTo>
                <a:cubicBezTo>
                  <a:pt x="4860682" y="2593307"/>
                  <a:pt x="4895486" y="2558503"/>
                  <a:pt x="4938418" y="2558503"/>
                </a:cubicBezTo>
                <a:close/>
                <a:moveTo>
                  <a:pt x="10721520" y="2393812"/>
                </a:moveTo>
                <a:lnTo>
                  <a:pt x="10731545" y="2395836"/>
                </a:lnTo>
                <a:lnTo>
                  <a:pt x="10799249" y="2471590"/>
                </a:lnTo>
                <a:lnTo>
                  <a:pt x="10793148" y="2501808"/>
                </a:lnTo>
                <a:cubicBezTo>
                  <a:pt x="10781347" y="2529710"/>
                  <a:pt x="10753720" y="2549287"/>
                  <a:pt x="10721520" y="2549287"/>
                </a:cubicBezTo>
                <a:cubicBezTo>
                  <a:pt x="10678587" y="2549287"/>
                  <a:pt x="10643783" y="2514482"/>
                  <a:pt x="10643783" y="2471549"/>
                </a:cubicBezTo>
                <a:cubicBezTo>
                  <a:pt x="10643783" y="2428616"/>
                  <a:pt x="10678587" y="2393812"/>
                  <a:pt x="10721520" y="2393812"/>
                </a:cubicBezTo>
                <a:close/>
                <a:moveTo>
                  <a:pt x="10538005" y="2393812"/>
                </a:moveTo>
                <a:cubicBezTo>
                  <a:pt x="10580938" y="2393812"/>
                  <a:pt x="10615742" y="2428616"/>
                  <a:pt x="10615742" y="2471549"/>
                </a:cubicBezTo>
                <a:cubicBezTo>
                  <a:pt x="10615742" y="2514482"/>
                  <a:pt x="10580938" y="2549287"/>
                  <a:pt x="10538005" y="2549287"/>
                </a:cubicBezTo>
                <a:cubicBezTo>
                  <a:pt x="10495073" y="2549287"/>
                  <a:pt x="10460268" y="2514482"/>
                  <a:pt x="10460268" y="2471549"/>
                </a:cubicBezTo>
                <a:cubicBezTo>
                  <a:pt x="10460268" y="2428616"/>
                  <a:pt x="10495073" y="2393812"/>
                  <a:pt x="10538005" y="2393812"/>
                </a:cubicBezTo>
                <a:close/>
                <a:moveTo>
                  <a:pt x="10349782" y="2393812"/>
                </a:moveTo>
                <a:cubicBezTo>
                  <a:pt x="10392715" y="2393812"/>
                  <a:pt x="10427519" y="2428616"/>
                  <a:pt x="10427519" y="2471549"/>
                </a:cubicBezTo>
                <a:cubicBezTo>
                  <a:pt x="10427519" y="2514482"/>
                  <a:pt x="10392715" y="2549287"/>
                  <a:pt x="10349782" y="2549287"/>
                </a:cubicBezTo>
                <a:cubicBezTo>
                  <a:pt x="10306849" y="2549287"/>
                  <a:pt x="10272045" y="2514482"/>
                  <a:pt x="10272045" y="2471549"/>
                </a:cubicBezTo>
                <a:cubicBezTo>
                  <a:pt x="10272045" y="2428616"/>
                  <a:pt x="10306849" y="2393812"/>
                  <a:pt x="10349782" y="2393812"/>
                </a:cubicBezTo>
                <a:close/>
                <a:moveTo>
                  <a:pt x="10166265" y="2393812"/>
                </a:moveTo>
                <a:cubicBezTo>
                  <a:pt x="10209198" y="2393812"/>
                  <a:pt x="10244002" y="2428616"/>
                  <a:pt x="10244002" y="2471549"/>
                </a:cubicBezTo>
                <a:cubicBezTo>
                  <a:pt x="10244002" y="2514482"/>
                  <a:pt x="10209198" y="2549287"/>
                  <a:pt x="10166265" y="2549287"/>
                </a:cubicBezTo>
                <a:cubicBezTo>
                  <a:pt x="10123332" y="2549287"/>
                  <a:pt x="10088528" y="2514482"/>
                  <a:pt x="10088528" y="2471549"/>
                </a:cubicBezTo>
                <a:cubicBezTo>
                  <a:pt x="10088528" y="2428616"/>
                  <a:pt x="10123332" y="2393812"/>
                  <a:pt x="10166265" y="2393812"/>
                </a:cubicBezTo>
                <a:close/>
                <a:moveTo>
                  <a:pt x="9978044" y="2393812"/>
                </a:moveTo>
                <a:cubicBezTo>
                  <a:pt x="10020977" y="2393812"/>
                  <a:pt x="10055781" y="2428616"/>
                  <a:pt x="10055781" y="2471549"/>
                </a:cubicBezTo>
                <a:cubicBezTo>
                  <a:pt x="10055781" y="2514482"/>
                  <a:pt x="10020977" y="2549287"/>
                  <a:pt x="9978044" y="2549287"/>
                </a:cubicBezTo>
                <a:cubicBezTo>
                  <a:pt x="9935111" y="2549287"/>
                  <a:pt x="9900307" y="2514482"/>
                  <a:pt x="9900307" y="2471549"/>
                </a:cubicBezTo>
                <a:cubicBezTo>
                  <a:pt x="9900307" y="2428616"/>
                  <a:pt x="9935111" y="2393812"/>
                  <a:pt x="9978044" y="2393812"/>
                </a:cubicBezTo>
                <a:close/>
                <a:moveTo>
                  <a:pt x="9789823" y="2393812"/>
                </a:moveTo>
                <a:cubicBezTo>
                  <a:pt x="9832756" y="2393812"/>
                  <a:pt x="9867560" y="2428616"/>
                  <a:pt x="9867560" y="2471549"/>
                </a:cubicBezTo>
                <a:cubicBezTo>
                  <a:pt x="9867560" y="2514482"/>
                  <a:pt x="9832756" y="2549287"/>
                  <a:pt x="9789823" y="2549287"/>
                </a:cubicBezTo>
                <a:cubicBezTo>
                  <a:pt x="9746890" y="2549287"/>
                  <a:pt x="9712086" y="2514482"/>
                  <a:pt x="9712086" y="2471549"/>
                </a:cubicBezTo>
                <a:cubicBezTo>
                  <a:pt x="9712086" y="2428616"/>
                  <a:pt x="9746890" y="2393812"/>
                  <a:pt x="9789823" y="2393812"/>
                </a:cubicBezTo>
                <a:close/>
                <a:moveTo>
                  <a:pt x="9606308" y="2393812"/>
                </a:moveTo>
                <a:cubicBezTo>
                  <a:pt x="9649241" y="2393812"/>
                  <a:pt x="9684045" y="2428616"/>
                  <a:pt x="9684045" y="2471549"/>
                </a:cubicBezTo>
                <a:cubicBezTo>
                  <a:pt x="9684045" y="2514482"/>
                  <a:pt x="9649241" y="2549287"/>
                  <a:pt x="9606308" y="2549287"/>
                </a:cubicBezTo>
                <a:cubicBezTo>
                  <a:pt x="9563375" y="2549287"/>
                  <a:pt x="9528571" y="2514482"/>
                  <a:pt x="9528571" y="2471549"/>
                </a:cubicBezTo>
                <a:cubicBezTo>
                  <a:pt x="9528571" y="2428616"/>
                  <a:pt x="9563375" y="2393812"/>
                  <a:pt x="9606308" y="2393812"/>
                </a:cubicBezTo>
                <a:close/>
                <a:moveTo>
                  <a:pt x="9413381" y="2393812"/>
                </a:moveTo>
                <a:cubicBezTo>
                  <a:pt x="9456314" y="2393812"/>
                  <a:pt x="9491118" y="2428616"/>
                  <a:pt x="9491118" y="2471549"/>
                </a:cubicBezTo>
                <a:cubicBezTo>
                  <a:pt x="9491118" y="2514482"/>
                  <a:pt x="9456314" y="2549287"/>
                  <a:pt x="9413381" y="2549287"/>
                </a:cubicBezTo>
                <a:cubicBezTo>
                  <a:pt x="9370448" y="2549287"/>
                  <a:pt x="9335644" y="2514482"/>
                  <a:pt x="9335644" y="2471549"/>
                </a:cubicBezTo>
                <a:cubicBezTo>
                  <a:pt x="9335644" y="2428616"/>
                  <a:pt x="9370448" y="2393812"/>
                  <a:pt x="9413381" y="2393812"/>
                </a:cubicBezTo>
                <a:close/>
                <a:moveTo>
                  <a:pt x="9234570" y="2393812"/>
                </a:moveTo>
                <a:cubicBezTo>
                  <a:pt x="9277503" y="2393812"/>
                  <a:pt x="9312307" y="2428616"/>
                  <a:pt x="9312307" y="2471549"/>
                </a:cubicBezTo>
                <a:cubicBezTo>
                  <a:pt x="9312307" y="2514482"/>
                  <a:pt x="9277503" y="2549287"/>
                  <a:pt x="9234570" y="2549287"/>
                </a:cubicBezTo>
                <a:cubicBezTo>
                  <a:pt x="9191637" y="2549287"/>
                  <a:pt x="9156833" y="2514482"/>
                  <a:pt x="9156833" y="2471549"/>
                </a:cubicBezTo>
                <a:cubicBezTo>
                  <a:pt x="9156833" y="2428616"/>
                  <a:pt x="9191637" y="2393812"/>
                  <a:pt x="9234570" y="2393812"/>
                </a:cubicBezTo>
                <a:close/>
                <a:moveTo>
                  <a:pt x="9036939" y="2393812"/>
                </a:moveTo>
                <a:cubicBezTo>
                  <a:pt x="9079871" y="2393812"/>
                  <a:pt x="9114675" y="2428616"/>
                  <a:pt x="9114675" y="2471549"/>
                </a:cubicBezTo>
                <a:cubicBezTo>
                  <a:pt x="9114675" y="2514482"/>
                  <a:pt x="9079871" y="2549287"/>
                  <a:pt x="9036939" y="2549287"/>
                </a:cubicBezTo>
                <a:cubicBezTo>
                  <a:pt x="8994006" y="2549287"/>
                  <a:pt x="8959202" y="2514482"/>
                  <a:pt x="8959202" y="2471549"/>
                </a:cubicBezTo>
                <a:cubicBezTo>
                  <a:pt x="8959202" y="2428616"/>
                  <a:pt x="8994006" y="2393812"/>
                  <a:pt x="9036939" y="2393812"/>
                </a:cubicBezTo>
                <a:close/>
                <a:moveTo>
                  <a:pt x="8853421" y="2393812"/>
                </a:moveTo>
                <a:cubicBezTo>
                  <a:pt x="8896354" y="2393812"/>
                  <a:pt x="8931158" y="2428616"/>
                  <a:pt x="8931158" y="2471549"/>
                </a:cubicBezTo>
                <a:cubicBezTo>
                  <a:pt x="8931158" y="2514482"/>
                  <a:pt x="8896354" y="2549287"/>
                  <a:pt x="8853421" y="2549287"/>
                </a:cubicBezTo>
                <a:cubicBezTo>
                  <a:pt x="8810489" y="2549287"/>
                  <a:pt x="8775685" y="2514482"/>
                  <a:pt x="8775685" y="2471549"/>
                </a:cubicBezTo>
                <a:cubicBezTo>
                  <a:pt x="8775685" y="2428616"/>
                  <a:pt x="8810489" y="2393812"/>
                  <a:pt x="8853421" y="2393812"/>
                </a:cubicBezTo>
                <a:close/>
                <a:moveTo>
                  <a:pt x="8669908" y="2393812"/>
                </a:moveTo>
                <a:cubicBezTo>
                  <a:pt x="8712841" y="2393812"/>
                  <a:pt x="8747645" y="2428616"/>
                  <a:pt x="8747645" y="2471549"/>
                </a:cubicBezTo>
                <a:cubicBezTo>
                  <a:pt x="8747645" y="2514482"/>
                  <a:pt x="8712841" y="2549287"/>
                  <a:pt x="8669908" y="2549287"/>
                </a:cubicBezTo>
                <a:cubicBezTo>
                  <a:pt x="8626975" y="2549287"/>
                  <a:pt x="8592171" y="2514482"/>
                  <a:pt x="8592171" y="2471549"/>
                </a:cubicBezTo>
                <a:cubicBezTo>
                  <a:pt x="8592171" y="2428616"/>
                  <a:pt x="8626975" y="2393812"/>
                  <a:pt x="8669908" y="2393812"/>
                </a:cubicBezTo>
                <a:close/>
                <a:moveTo>
                  <a:pt x="8481684" y="2393812"/>
                </a:moveTo>
                <a:cubicBezTo>
                  <a:pt x="8524617" y="2393812"/>
                  <a:pt x="8559421" y="2428616"/>
                  <a:pt x="8559421" y="2471549"/>
                </a:cubicBezTo>
                <a:cubicBezTo>
                  <a:pt x="8559421" y="2514482"/>
                  <a:pt x="8524617" y="2549287"/>
                  <a:pt x="8481684" y="2549287"/>
                </a:cubicBezTo>
                <a:cubicBezTo>
                  <a:pt x="8438752" y="2549287"/>
                  <a:pt x="8403948" y="2514482"/>
                  <a:pt x="8403948" y="2471549"/>
                </a:cubicBezTo>
                <a:cubicBezTo>
                  <a:pt x="8403948" y="2428616"/>
                  <a:pt x="8438752" y="2393812"/>
                  <a:pt x="8481684" y="2393812"/>
                </a:cubicBezTo>
                <a:close/>
                <a:moveTo>
                  <a:pt x="8298167" y="2393812"/>
                </a:moveTo>
                <a:cubicBezTo>
                  <a:pt x="8341100" y="2393812"/>
                  <a:pt x="8375904" y="2428616"/>
                  <a:pt x="8375904" y="2471549"/>
                </a:cubicBezTo>
                <a:cubicBezTo>
                  <a:pt x="8375904" y="2514482"/>
                  <a:pt x="8341100" y="2549287"/>
                  <a:pt x="8298167" y="2549287"/>
                </a:cubicBezTo>
                <a:cubicBezTo>
                  <a:pt x="8255235" y="2549287"/>
                  <a:pt x="8220430" y="2514482"/>
                  <a:pt x="8220430" y="2471549"/>
                </a:cubicBezTo>
                <a:cubicBezTo>
                  <a:pt x="8220430" y="2428616"/>
                  <a:pt x="8255235" y="2393812"/>
                  <a:pt x="8298167" y="2393812"/>
                </a:cubicBezTo>
                <a:close/>
                <a:moveTo>
                  <a:pt x="8109949" y="2393812"/>
                </a:moveTo>
                <a:cubicBezTo>
                  <a:pt x="8152882" y="2393812"/>
                  <a:pt x="8187686" y="2428616"/>
                  <a:pt x="8187686" y="2471549"/>
                </a:cubicBezTo>
                <a:cubicBezTo>
                  <a:pt x="8187686" y="2514482"/>
                  <a:pt x="8152882" y="2549287"/>
                  <a:pt x="8109949" y="2549287"/>
                </a:cubicBezTo>
                <a:cubicBezTo>
                  <a:pt x="8067016" y="2549287"/>
                  <a:pt x="8032212" y="2514482"/>
                  <a:pt x="8032212" y="2471549"/>
                </a:cubicBezTo>
                <a:cubicBezTo>
                  <a:pt x="8032212" y="2428616"/>
                  <a:pt x="8067016" y="2393812"/>
                  <a:pt x="8109949" y="2393812"/>
                </a:cubicBezTo>
                <a:close/>
                <a:moveTo>
                  <a:pt x="7926434" y="2393812"/>
                </a:moveTo>
                <a:cubicBezTo>
                  <a:pt x="7969367" y="2393812"/>
                  <a:pt x="8004171" y="2428616"/>
                  <a:pt x="8004171" y="2471549"/>
                </a:cubicBezTo>
                <a:cubicBezTo>
                  <a:pt x="8004171" y="2514482"/>
                  <a:pt x="7969367" y="2549287"/>
                  <a:pt x="7926434" y="2549287"/>
                </a:cubicBezTo>
                <a:cubicBezTo>
                  <a:pt x="7883501" y="2549287"/>
                  <a:pt x="7848697" y="2514482"/>
                  <a:pt x="7848697" y="2471549"/>
                </a:cubicBezTo>
                <a:cubicBezTo>
                  <a:pt x="7848697" y="2428616"/>
                  <a:pt x="7883501" y="2393812"/>
                  <a:pt x="7926434" y="2393812"/>
                </a:cubicBezTo>
                <a:close/>
                <a:moveTo>
                  <a:pt x="7738213" y="2393812"/>
                </a:moveTo>
                <a:cubicBezTo>
                  <a:pt x="7781146" y="2393812"/>
                  <a:pt x="7815950" y="2428616"/>
                  <a:pt x="7815950" y="2471549"/>
                </a:cubicBezTo>
                <a:cubicBezTo>
                  <a:pt x="7815950" y="2514482"/>
                  <a:pt x="7781146" y="2549287"/>
                  <a:pt x="7738213" y="2549287"/>
                </a:cubicBezTo>
                <a:cubicBezTo>
                  <a:pt x="7695280" y="2549287"/>
                  <a:pt x="7660476" y="2514482"/>
                  <a:pt x="7660476" y="2471549"/>
                </a:cubicBezTo>
                <a:cubicBezTo>
                  <a:pt x="7660476" y="2428616"/>
                  <a:pt x="7695280" y="2393812"/>
                  <a:pt x="7738213" y="2393812"/>
                </a:cubicBezTo>
                <a:close/>
                <a:moveTo>
                  <a:pt x="7554693" y="2393812"/>
                </a:moveTo>
                <a:cubicBezTo>
                  <a:pt x="7597626" y="2393812"/>
                  <a:pt x="7632430" y="2428616"/>
                  <a:pt x="7632430" y="2471549"/>
                </a:cubicBezTo>
                <a:cubicBezTo>
                  <a:pt x="7632430" y="2514482"/>
                  <a:pt x="7597626" y="2549287"/>
                  <a:pt x="7554693" y="2549287"/>
                </a:cubicBezTo>
                <a:cubicBezTo>
                  <a:pt x="7511761" y="2549287"/>
                  <a:pt x="7476957" y="2514482"/>
                  <a:pt x="7476957" y="2471549"/>
                </a:cubicBezTo>
                <a:cubicBezTo>
                  <a:pt x="7476957" y="2428616"/>
                  <a:pt x="7511761" y="2393812"/>
                  <a:pt x="7554693" y="2393812"/>
                </a:cubicBezTo>
                <a:close/>
                <a:moveTo>
                  <a:pt x="7366472" y="2393812"/>
                </a:moveTo>
                <a:cubicBezTo>
                  <a:pt x="7409405" y="2393812"/>
                  <a:pt x="7444209" y="2428616"/>
                  <a:pt x="7444209" y="2471549"/>
                </a:cubicBezTo>
                <a:cubicBezTo>
                  <a:pt x="7444209" y="2514482"/>
                  <a:pt x="7409405" y="2549287"/>
                  <a:pt x="7366472" y="2549287"/>
                </a:cubicBezTo>
                <a:cubicBezTo>
                  <a:pt x="7323540" y="2549287"/>
                  <a:pt x="7288736" y="2514482"/>
                  <a:pt x="7288736" y="2471549"/>
                </a:cubicBezTo>
                <a:cubicBezTo>
                  <a:pt x="7288736" y="2428616"/>
                  <a:pt x="7323540" y="2393812"/>
                  <a:pt x="7366472" y="2393812"/>
                </a:cubicBezTo>
                <a:close/>
                <a:moveTo>
                  <a:pt x="7178251" y="2393812"/>
                </a:moveTo>
                <a:cubicBezTo>
                  <a:pt x="7221184" y="2393812"/>
                  <a:pt x="7255988" y="2428616"/>
                  <a:pt x="7255988" y="2471549"/>
                </a:cubicBezTo>
                <a:cubicBezTo>
                  <a:pt x="7255988" y="2514482"/>
                  <a:pt x="7221184" y="2549287"/>
                  <a:pt x="7178251" y="2549287"/>
                </a:cubicBezTo>
                <a:cubicBezTo>
                  <a:pt x="7135319" y="2549287"/>
                  <a:pt x="7100514" y="2514482"/>
                  <a:pt x="7100514" y="2471549"/>
                </a:cubicBezTo>
                <a:cubicBezTo>
                  <a:pt x="7100514" y="2428616"/>
                  <a:pt x="7135319" y="2393812"/>
                  <a:pt x="7178251" y="2393812"/>
                </a:cubicBezTo>
                <a:close/>
                <a:moveTo>
                  <a:pt x="6985327" y="2393812"/>
                </a:moveTo>
                <a:cubicBezTo>
                  <a:pt x="7028260" y="2393812"/>
                  <a:pt x="7063064" y="2428616"/>
                  <a:pt x="7063064" y="2471549"/>
                </a:cubicBezTo>
                <a:cubicBezTo>
                  <a:pt x="7063064" y="2514482"/>
                  <a:pt x="7028260" y="2549287"/>
                  <a:pt x="6985327" y="2549287"/>
                </a:cubicBezTo>
                <a:cubicBezTo>
                  <a:pt x="6942394" y="2549287"/>
                  <a:pt x="6907590" y="2514482"/>
                  <a:pt x="6907590" y="2471549"/>
                </a:cubicBezTo>
                <a:cubicBezTo>
                  <a:pt x="6907590" y="2428616"/>
                  <a:pt x="6942394" y="2393812"/>
                  <a:pt x="6985327" y="2393812"/>
                </a:cubicBezTo>
                <a:close/>
                <a:moveTo>
                  <a:pt x="6801810" y="2393812"/>
                </a:moveTo>
                <a:cubicBezTo>
                  <a:pt x="6844742" y="2393812"/>
                  <a:pt x="6879546" y="2428616"/>
                  <a:pt x="6879546" y="2471549"/>
                </a:cubicBezTo>
                <a:cubicBezTo>
                  <a:pt x="6879546" y="2514482"/>
                  <a:pt x="6844742" y="2549287"/>
                  <a:pt x="6801810" y="2549287"/>
                </a:cubicBezTo>
                <a:cubicBezTo>
                  <a:pt x="6758877" y="2549287"/>
                  <a:pt x="6724073" y="2514482"/>
                  <a:pt x="6724073" y="2471549"/>
                </a:cubicBezTo>
                <a:cubicBezTo>
                  <a:pt x="6724073" y="2428616"/>
                  <a:pt x="6758877" y="2393812"/>
                  <a:pt x="6801810" y="2393812"/>
                </a:cubicBezTo>
                <a:close/>
                <a:moveTo>
                  <a:pt x="6613588" y="2393812"/>
                </a:moveTo>
                <a:cubicBezTo>
                  <a:pt x="6656521" y="2393812"/>
                  <a:pt x="6691325" y="2428616"/>
                  <a:pt x="6691325" y="2471549"/>
                </a:cubicBezTo>
                <a:cubicBezTo>
                  <a:pt x="6691325" y="2514482"/>
                  <a:pt x="6656521" y="2549287"/>
                  <a:pt x="6613588" y="2549287"/>
                </a:cubicBezTo>
                <a:cubicBezTo>
                  <a:pt x="6570656" y="2549287"/>
                  <a:pt x="6535852" y="2514482"/>
                  <a:pt x="6535852" y="2471549"/>
                </a:cubicBezTo>
                <a:cubicBezTo>
                  <a:pt x="6535852" y="2428616"/>
                  <a:pt x="6570656" y="2393812"/>
                  <a:pt x="6613588" y="2393812"/>
                </a:cubicBezTo>
                <a:close/>
                <a:moveTo>
                  <a:pt x="6425367" y="2393812"/>
                </a:moveTo>
                <a:cubicBezTo>
                  <a:pt x="6468300" y="2393812"/>
                  <a:pt x="6503104" y="2428616"/>
                  <a:pt x="6503104" y="2471549"/>
                </a:cubicBezTo>
                <a:cubicBezTo>
                  <a:pt x="6503104" y="2514482"/>
                  <a:pt x="6468300" y="2549287"/>
                  <a:pt x="6425367" y="2549287"/>
                </a:cubicBezTo>
                <a:cubicBezTo>
                  <a:pt x="6382435" y="2549287"/>
                  <a:pt x="6347631" y="2514482"/>
                  <a:pt x="6347631" y="2471549"/>
                </a:cubicBezTo>
                <a:cubicBezTo>
                  <a:pt x="6347631" y="2428616"/>
                  <a:pt x="6382435" y="2393812"/>
                  <a:pt x="6425367" y="2393812"/>
                </a:cubicBezTo>
                <a:close/>
                <a:moveTo>
                  <a:pt x="6241850" y="2393812"/>
                </a:moveTo>
                <a:cubicBezTo>
                  <a:pt x="6284783" y="2393812"/>
                  <a:pt x="6319587" y="2428616"/>
                  <a:pt x="6319587" y="2471549"/>
                </a:cubicBezTo>
                <a:cubicBezTo>
                  <a:pt x="6319587" y="2514482"/>
                  <a:pt x="6284783" y="2549287"/>
                  <a:pt x="6241850" y="2549287"/>
                </a:cubicBezTo>
                <a:cubicBezTo>
                  <a:pt x="6198917" y="2549287"/>
                  <a:pt x="6164113" y="2514482"/>
                  <a:pt x="6164113" y="2471549"/>
                </a:cubicBezTo>
                <a:cubicBezTo>
                  <a:pt x="6164113" y="2428616"/>
                  <a:pt x="6198917" y="2393812"/>
                  <a:pt x="6241850" y="2393812"/>
                </a:cubicBezTo>
                <a:close/>
                <a:moveTo>
                  <a:pt x="6053630" y="2393812"/>
                </a:moveTo>
                <a:cubicBezTo>
                  <a:pt x="6096563" y="2393812"/>
                  <a:pt x="6131367" y="2428616"/>
                  <a:pt x="6131367" y="2471549"/>
                </a:cubicBezTo>
                <a:cubicBezTo>
                  <a:pt x="6131367" y="2514482"/>
                  <a:pt x="6096563" y="2549287"/>
                  <a:pt x="6053630" y="2549287"/>
                </a:cubicBezTo>
                <a:cubicBezTo>
                  <a:pt x="6010698" y="2549287"/>
                  <a:pt x="5975894" y="2514482"/>
                  <a:pt x="5975894" y="2471549"/>
                </a:cubicBezTo>
                <a:cubicBezTo>
                  <a:pt x="5975894" y="2428616"/>
                  <a:pt x="6010698" y="2393812"/>
                  <a:pt x="6053630" y="2393812"/>
                </a:cubicBezTo>
                <a:close/>
                <a:moveTo>
                  <a:pt x="5870113" y="2393812"/>
                </a:moveTo>
                <a:cubicBezTo>
                  <a:pt x="5913046" y="2393812"/>
                  <a:pt x="5947850" y="2428616"/>
                  <a:pt x="5947850" y="2471549"/>
                </a:cubicBezTo>
                <a:cubicBezTo>
                  <a:pt x="5947850" y="2514482"/>
                  <a:pt x="5913046" y="2549287"/>
                  <a:pt x="5870113" y="2549287"/>
                </a:cubicBezTo>
                <a:cubicBezTo>
                  <a:pt x="5827181" y="2549287"/>
                  <a:pt x="5792376" y="2514482"/>
                  <a:pt x="5792376" y="2471549"/>
                </a:cubicBezTo>
                <a:cubicBezTo>
                  <a:pt x="5792376" y="2428616"/>
                  <a:pt x="5827181" y="2393812"/>
                  <a:pt x="5870113" y="2393812"/>
                </a:cubicBezTo>
                <a:close/>
                <a:moveTo>
                  <a:pt x="5681928" y="2393812"/>
                </a:moveTo>
                <a:cubicBezTo>
                  <a:pt x="5724825" y="2393812"/>
                  <a:pt x="5759629" y="2428616"/>
                  <a:pt x="5759629" y="2471549"/>
                </a:cubicBezTo>
                <a:cubicBezTo>
                  <a:pt x="5759629" y="2514482"/>
                  <a:pt x="5724825" y="2549287"/>
                  <a:pt x="5681928" y="2549287"/>
                </a:cubicBezTo>
                <a:cubicBezTo>
                  <a:pt x="5638987" y="2549287"/>
                  <a:pt x="5604173" y="2514482"/>
                  <a:pt x="5604173" y="2471549"/>
                </a:cubicBezTo>
                <a:cubicBezTo>
                  <a:pt x="5604173" y="2428616"/>
                  <a:pt x="5638987" y="2393812"/>
                  <a:pt x="5681928" y="2393812"/>
                </a:cubicBezTo>
                <a:close/>
                <a:moveTo>
                  <a:pt x="5498381" y="2393812"/>
                </a:moveTo>
                <a:cubicBezTo>
                  <a:pt x="5541314" y="2393812"/>
                  <a:pt x="5576126" y="2428616"/>
                  <a:pt x="5576126" y="2471549"/>
                </a:cubicBezTo>
                <a:cubicBezTo>
                  <a:pt x="5576126" y="2514482"/>
                  <a:pt x="5541314" y="2549287"/>
                  <a:pt x="5498381" y="2549287"/>
                </a:cubicBezTo>
                <a:cubicBezTo>
                  <a:pt x="5455450" y="2549287"/>
                  <a:pt x="5420642" y="2514482"/>
                  <a:pt x="5420642" y="2471549"/>
                </a:cubicBezTo>
                <a:cubicBezTo>
                  <a:pt x="5420642" y="2428616"/>
                  <a:pt x="5455450" y="2393812"/>
                  <a:pt x="5498381" y="2393812"/>
                </a:cubicBezTo>
                <a:close/>
                <a:moveTo>
                  <a:pt x="5310166" y="2393812"/>
                </a:moveTo>
                <a:cubicBezTo>
                  <a:pt x="5353095" y="2393812"/>
                  <a:pt x="5387897" y="2428616"/>
                  <a:pt x="5387897" y="2471549"/>
                </a:cubicBezTo>
                <a:cubicBezTo>
                  <a:pt x="5387897" y="2514482"/>
                  <a:pt x="5353095" y="2549287"/>
                  <a:pt x="5310166" y="2549287"/>
                </a:cubicBezTo>
                <a:cubicBezTo>
                  <a:pt x="5267231" y="2549287"/>
                  <a:pt x="5232438" y="2514482"/>
                  <a:pt x="5232438" y="2471549"/>
                </a:cubicBezTo>
                <a:cubicBezTo>
                  <a:pt x="5232438" y="2428616"/>
                  <a:pt x="5267231" y="2393812"/>
                  <a:pt x="5310166" y="2393812"/>
                </a:cubicBezTo>
                <a:close/>
                <a:moveTo>
                  <a:pt x="3061035" y="2393812"/>
                </a:moveTo>
                <a:cubicBezTo>
                  <a:pt x="3103964" y="2393812"/>
                  <a:pt x="3138771" y="2428616"/>
                  <a:pt x="3138771" y="2471549"/>
                </a:cubicBezTo>
                <a:cubicBezTo>
                  <a:pt x="3138771" y="2514482"/>
                  <a:pt x="3103964" y="2549287"/>
                  <a:pt x="3061035" y="2549287"/>
                </a:cubicBezTo>
                <a:cubicBezTo>
                  <a:pt x="3018091" y="2549287"/>
                  <a:pt x="2983286" y="2514482"/>
                  <a:pt x="2983286" y="2471549"/>
                </a:cubicBezTo>
                <a:cubicBezTo>
                  <a:pt x="2983286" y="2428616"/>
                  <a:pt x="3018091" y="2393812"/>
                  <a:pt x="3061035" y="2393812"/>
                </a:cubicBezTo>
                <a:close/>
                <a:moveTo>
                  <a:pt x="2882217" y="2393812"/>
                </a:moveTo>
                <a:cubicBezTo>
                  <a:pt x="2925151" y="2393812"/>
                  <a:pt x="2959955" y="2428616"/>
                  <a:pt x="2959955" y="2471549"/>
                </a:cubicBezTo>
                <a:cubicBezTo>
                  <a:pt x="2959955" y="2514482"/>
                  <a:pt x="2925151" y="2549287"/>
                  <a:pt x="2882217" y="2549287"/>
                </a:cubicBezTo>
                <a:cubicBezTo>
                  <a:pt x="2839290" y="2549287"/>
                  <a:pt x="2804490" y="2514482"/>
                  <a:pt x="2804490" y="2471549"/>
                </a:cubicBezTo>
                <a:cubicBezTo>
                  <a:pt x="2804490" y="2428616"/>
                  <a:pt x="2839290" y="2393812"/>
                  <a:pt x="2882217" y="2393812"/>
                </a:cubicBezTo>
                <a:close/>
                <a:moveTo>
                  <a:pt x="2689313" y="2393812"/>
                </a:moveTo>
                <a:cubicBezTo>
                  <a:pt x="2732235" y="2393812"/>
                  <a:pt x="2767029" y="2428616"/>
                  <a:pt x="2767029" y="2471549"/>
                </a:cubicBezTo>
                <a:cubicBezTo>
                  <a:pt x="2767029" y="2514482"/>
                  <a:pt x="2732235" y="2549287"/>
                  <a:pt x="2689313" y="2549287"/>
                </a:cubicBezTo>
                <a:cubicBezTo>
                  <a:pt x="2646372" y="2549287"/>
                  <a:pt x="2611576" y="2514482"/>
                  <a:pt x="2611576" y="2471549"/>
                </a:cubicBezTo>
                <a:cubicBezTo>
                  <a:pt x="2611576" y="2428616"/>
                  <a:pt x="2646372" y="2393812"/>
                  <a:pt x="2689313" y="2393812"/>
                </a:cubicBezTo>
                <a:close/>
                <a:moveTo>
                  <a:pt x="2510490" y="2393812"/>
                </a:moveTo>
                <a:cubicBezTo>
                  <a:pt x="2553433" y="2393812"/>
                  <a:pt x="2588235" y="2428616"/>
                  <a:pt x="2588235" y="2471549"/>
                </a:cubicBezTo>
                <a:cubicBezTo>
                  <a:pt x="2588235" y="2514482"/>
                  <a:pt x="2553433" y="2549287"/>
                  <a:pt x="2510490" y="2549287"/>
                </a:cubicBezTo>
                <a:cubicBezTo>
                  <a:pt x="2467548" y="2549287"/>
                  <a:pt x="2432737" y="2514482"/>
                  <a:pt x="2432737" y="2471549"/>
                </a:cubicBezTo>
                <a:cubicBezTo>
                  <a:pt x="2432737" y="2428616"/>
                  <a:pt x="2467548" y="2393812"/>
                  <a:pt x="2510490" y="2393812"/>
                </a:cubicBezTo>
                <a:close/>
                <a:moveTo>
                  <a:pt x="2317537" y="2393812"/>
                </a:moveTo>
                <a:cubicBezTo>
                  <a:pt x="2360466" y="2393812"/>
                  <a:pt x="2395277" y="2428616"/>
                  <a:pt x="2395277" y="2471549"/>
                </a:cubicBezTo>
                <a:cubicBezTo>
                  <a:pt x="2395277" y="2514482"/>
                  <a:pt x="2360466" y="2549287"/>
                  <a:pt x="2317537" y="2549287"/>
                </a:cubicBezTo>
                <a:cubicBezTo>
                  <a:pt x="2274609" y="2549287"/>
                  <a:pt x="2239808" y="2514482"/>
                  <a:pt x="2239808" y="2471549"/>
                </a:cubicBezTo>
                <a:cubicBezTo>
                  <a:pt x="2239808" y="2428616"/>
                  <a:pt x="2274609" y="2393812"/>
                  <a:pt x="2317537" y="2393812"/>
                </a:cubicBezTo>
                <a:close/>
                <a:moveTo>
                  <a:pt x="2129335" y="2393812"/>
                </a:moveTo>
                <a:cubicBezTo>
                  <a:pt x="2172263" y="2393812"/>
                  <a:pt x="2207063" y="2428616"/>
                  <a:pt x="2207063" y="2471549"/>
                </a:cubicBezTo>
                <a:cubicBezTo>
                  <a:pt x="2207063" y="2514482"/>
                  <a:pt x="2172263" y="2549287"/>
                  <a:pt x="2129335" y="2549287"/>
                </a:cubicBezTo>
                <a:cubicBezTo>
                  <a:pt x="2086408" y="2549287"/>
                  <a:pt x="2051608" y="2514482"/>
                  <a:pt x="2051608" y="2471549"/>
                </a:cubicBezTo>
                <a:cubicBezTo>
                  <a:pt x="2051608" y="2428616"/>
                  <a:pt x="2086408" y="2393812"/>
                  <a:pt x="2129335" y="2393812"/>
                </a:cubicBezTo>
                <a:close/>
                <a:moveTo>
                  <a:pt x="1941137" y="2393812"/>
                </a:moveTo>
                <a:cubicBezTo>
                  <a:pt x="1984065" y="2393812"/>
                  <a:pt x="2018865" y="2428616"/>
                  <a:pt x="2018865" y="2471549"/>
                </a:cubicBezTo>
                <a:cubicBezTo>
                  <a:pt x="2018865" y="2514482"/>
                  <a:pt x="1984065" y="2549287"/>
                  <a:pt x="1941137" y="2549287"/>
                </a:cubicBezTo>
                <a:cubicBezTo>
                  <a:pt x="1898210" y="2549287"/>
                  <a:pt x="1863409" y="2514482"/>
                  <a:pt x="1863409" y="2471549"/>
                </a:cubicBezTo>
                <a:cubicBezTo>
                  <a:pt x="1863409" y="2428616"/>
                  <a:pt x="1898210" y="2393812"/>
                  <a:pt x="1941137" y="2393812"/>
                </a:cubicBezTo>
                <a:close/>
                <a:moveTo>
                  <a:pt x="1757643" y="2393812"/>
                </a:moveTo>
                <a:cubicBezTo>
                  <a:pt x="1800572" y="2393812"/>
                  <a:pt x="1835373" y="2428616"/>
                  <a:pt x="1835373" y="2471549"/>
                </a:cubicBezTo>
                <a:cubicBezTo>
                  <a:pt x="1835373" y="2514482"/>
                  <a:pt x="1800572" y="2549287"/>
                  <a:pt x="1757643" y="2549287"/>
                </a:cubicBezTo>
                <a:cubicBezTo>
                  <a:pt x="1714702" y="2549287"/>
                  <a:pt x="1679914" y="2514482"/>
                  <a:pt x="1679914" y="2471549"/>
                </a:cubicBezTo>
                <a:cubicBezTo>
                  <a:pt x="1679914" y="2428616"/>
                  <a:pt x="1714702" y="2393812"/>
                  <a:pt x="1757643" y="2393812"/>
                </a:cubicBezTo>
                <a:close/>
                <a:moveTo>
                  <a:pt x="1569401" y="2393812"/>
                </a:moveTo>
                <a:cubicBezTo>
                  <a:pt x="1612370" y="2393812"/>
                  <a:pt x="1647173" y="2428616"/>
                  <a:pt x="1647173" y="2471549"/>
                </a:cubicBezTo>
                <a:cubicBezTo>
                  <a:pt x="1647173" y="2514482"/>
                  <a:pt x="1612370" y="2549287"/>
                  <a:pt x="1569401" y="2549287"/>
                </a:cubicBezTo>
                <a:cubicBezTo>
                  <a:pt x="1526503" y="2549287"/>
                  <a:pt x="1491692" y="2514482"/>
                  <a:pt x="1491692" y="2471549"/>
                </a:cubicBezTo>
                <a:cubicBezTo>
                  <a:pt x="1491692" y="2428616"/>
                  <a:pt x="1526503" y="2393812"/>
                  <a:pt x="1569401" y="2393812"/>
                </a:cubicBezTo>
                <a:close/>
                <a:moveTo>
                  <a:pt x="1385887" y="2393812"/>
                </a:moveTo>
                <a:cubicBezTo>
                  <a:pt x="1428830" y="2393812"/>
                  <a:pt x="1463642" y="2428616"/>
                  <a:pt x="1463642" y="2471549"/>
                </a:cubicBezTo>
                <a:cubicBezTo>
                  <a:pt x="1463642" y="2514482"/>
                  <a:pt x="1428830" y="2549287"/>
                  <a:pt x="1385887" y="2549287"/>
                </a:cubicBezTo>
                <a:cubicBezTo>
                  <a:pt x="1342944" y="2549287"/>
                  <a:pt x="1308132" y="2514482"/>
                  <a:pt x="1308132" y="2471549"/>
                </a:cubicBezTo>
                <a:cubicBezTo>
                  <a:pt x="1308132" y="2428616"/>
                  <a:pt x="1342944" y="2393812"/>
                  <a:pt x="1385887" y="2393812"/>
                </a:cubicBezTo>
                <a:close/>
                <a:moveTo>
                  <a:pt x="1202350" y="2393812"/>
                </a:moveTo>
                <a:cubicBezTo>
                  <a:pt x="1245282" y="2393812"/>
                  <a:pt x="1280082" y="2428616"/>
                  <a:pt x="1280082" y="2471549"/>
                </a:cubicBezTo>
                <a:cubicBezTo>
                  <a:pt x="1280082" y="2514482"/>
                  <a:pt x="1245282" y="2549287"/>
                  <a:pt x="1202350" y="2549287"/>
                </a:cubicBezTo>
                <a:cubicBezTo>
                  <a:pt x="1159401" y="2549287"/>
                  <a:pt x="1124636" y="2514482"/>
                  <a:pt x="1124636" y="2471549"/>
                </a:cubicBezTo>
                <a:cubicBezTo>
                  <a:pt x="1124636" y="2428616"/>
                  <a:pt x="1159401" y="2393812"/>
                  <a:pt x="1202350" y="2393812"/>
                </a:cubicBezTo>
                <a:close/>
                <a:moveTo>
                  <a:pt x="1014115" y="2393812"/>
                </a:moveTo>
                <a:cubicBezTo>
                  <a:pt x="1057059" y="2393812"/>
                  <a:pt x="1091874" y="2428616"/>
                  <a:pt x="1091874" y="2471549"/>
                </a:cubicBezTo>
                <a:cubicBezTo>
                  <a:pt x="1091874" y="2514482"/>
                  <a:pt x="1057059" y="2549287"/>
                  <a:pt x="1014115" y="2549287"/>
                </a:cubicBezTo>
                <a:cubicBezTo>
                  <a:pt x="971213" y="2549287"/>
                  <a:pt x="936408" y="2514482"/>
                  <a:pt x="936408" y="2471549"/>
                </a:cubicBezTo>
                <a:cubicBezTo>
                  <a:pt x="936408" y="2428616"/>
                  <a:pt x="971213" y="2393812"/>
                  <a:pt x="1014115" y="2393812"/>
                </a:cubicBezTo>
                <a:close/>
                <a:moveTo>
                  <a:pt x="830610" y="2393812"/>
                </a:moveTo>
                <a:cubicBezTo>
                  <a:pt x="873534" y="2393812"/>
                  <a:pt x="908364" y="2428616"/>
                  <a:pt x="908364" y="2471549"/>
                </a:cubicBezTo>
                <a:cubicBezTo>
                  <a:pt x="908364" y="2514482"/>
                  <a:pt x="873534" y="2549287"/>
                  <a:pt x="830610" y="2549287"/>
                </a:cubicBezTo>
                <a:cubicBezTo>
                  <a:pt x="787669" y="2549287"/>
                  <a:pt x="752869" y="2514482"/>
                  <a:pt x="752869" y="2471549"/>
                </a:cubicBezTo>
                <a:cubicBezTo>
                  <a:pt x="752869" y="2428616"/>
                  <a:pt x="787669" y="2393812"/>
                  <a:pt x="830610" y="2393812"/>
                </a:cubicBezTo>
                <a:close/>
                <a:moveTo>
                  <a:pt x="642380" y="2393812"/>
                </a:moveTo>
                <a:cubicBezTo>
                  <a:pt x="685319" y="2393812"/>
                  <a:pt x="720120" y="2428616"/>
                  <a:pt x="720120" y="2471549"/>
                </a:cubicBezTo>
                <a:cubicBezTo>
                  <a:pt x="720120" y="2514482"/>
                  <a:pt x="685319" y="2549287"/>
                  <a:pt x="642380" y="2549287"/>
                </a:cubicBezTo>
                <a:cubicBezTo>
                  <a:pt x="599450" y="2549287"/>
                  <a:pt x="564646" y="2514482"/>
                  <a:pt x="564646" y="2471549"/>
                </a:cubicBezTo>
                <a:cubicBezTo>
                  <a:pt x="564646" y="2428616"/>
                  <a:pt x="599450" y="2393812"/>
                  <a:pt x="642380" y="2393812"/>
                </a:cubicBezTo>
                <a:close/>
                <a:moveTo>
                  <a:pt x="458865" y="2393812"/>
                </a:moveTo>
                <a:cubicBezTo>
                  <a:pt x="501797" y="2393812"/>
                  <a:pt x="536602" y="2428616"/>
                  <a:pt x="536602" y="2471549"/>
                </a:cubicBezTo>
                <a:cubicBezTo>
                  <a:pt x="536602" y="2514482"/>
                  <a:pt x="501797" y="2549287"/>
                  <a:pt x="458865" y="2549287"/>
                </a:cubicBezTo>
                <a:cubicBezTo>
                  <a:pt x="415933" y="2549287"/>
                  <a:pt x="381131" y="2514482"/>
                  <a:pt x="381131" y="2471549"/>
                </a:cubicBezTo>
                <a:cubicBezTo>
                  <a:pt x="381131" y="2428616"/>
                  <a:pt x="415933" y="2393812"/>
                  <a:pt x="458865" y="2393812"/>
                </a:cubicBezTo>
                <a:close/>
                <a:moveTo>
                  <a:pt x="10645056" y="2299063"/>
                </a:moveTo>
                <a:lnTo>
                  <a:pt x="10706096" y="2367361"/>
                </a:lnTo>
                <a:lnTo>
                  <a:pt x="10691261" y="2364368"/>
                </a:lnTo>
                <a:cubicBezTo>
                  <a:pt x="10672661" y="2356505"/>
                  <a:pt x="10657759" y="2341612"/>
                  <a:pt x="10649892" y="2323015"/>
                </a:cubicBezTo>
                <a:close/>
                <a:moveTo>
                  <a:pt x="1385897" y="2215028"/>
                </a:moveTo>
                <a:cubicBezTo>
                  <a:pt x="1428841" y="2215028"/>
                  <a:pt x="1463653" y="2249832"/>
                  <a:pt x="1463653" y="2292764"/>
                </a:cubicBezTo>
                <a:cubicBezTo>
                  <a:pt x="1463653" y="2335696"/>
                  <a:pt x="1428841" y="2370478"/>
                  <a:pt x="1385897" y="2370478"/>
                </a:cubicBezTo>
                <a:cubicBezTo>
                  <a:pt x="1342953" y="2370478"/>
                  <a:pt x="1308140" y="2335696"/>
                  <a:pt x="1308140" y="2292764"/>
                </a:cubicBezTo>
                <a:cubicBezTo>
                  <a:pt x="1308140" y="2249832"/>
                  <a:pt x="1342953" y="2215028"/>
                  <a:pt x="1385897" y="2215028"/>
                </a:cubicBezTo>
                <a:close/>
                <a:moveTo>
                  <a:pt x="1202355" y="2215028"/>
                </a:moveTo>
                <a:cubicBezTo>
                  <a:pt x="1245290" y="2215028"/>
                  <a:pt x="1280090" y="2249832"/>
                  <a:pt x="1280090" y="2292764"/>
                </a:cubicBezTo>
                <a:cubicBezTo>
                  <a:pt x="1280090" y="2335696"/>
                  <a:pt x="1245290" y="2370478"/>
                  <a:pt x="1202355" y="2370478"/>
                </a:cubicBezTo>
                <a:cubicBezTo>
                  <a:pt x="1159407" y="2370478"/>
                  <a:pt x="1124647" y="2335696"/>
                  <a:pt x="1124647" y="2292764"/>
                </a:cubicBezTo>
                <a:cubicBezTo>
                  <a:pt x="1124647" y="2249832"/>
                  <a:pt x="1159407" y="2215028"/>
                  <a:pt x="1202355" y="2215028"/>
                </a:cubicBezTo>
                <a:close/>
                <a:moveTo>
                  <a:pt x="1014115" y="2215028"/>
                </a:moveTo>
                <a:cubicBezTo>
                  <a:pt x="1057059" y="2215028"/>
                  <a:pt x="1091884" y="2249832"/>
                  <a:pt x="1091884" y="2292764"/>
                </a:cubicBezTo>
                <a:cubicBezTo>
                  <a:pt x="1091884" y="2335696"/>
                  <a:pt x="1057059" y="2370478"/>
                  <a:pt x="1014115" y="2370478"/>
                </a:cubicBezTo>
                <a:cubicBezTo>
                  <a:pt x="971225" y="2370478"/>
                  <a:pt x="936418" y="2335696"/>
                  <a:pt x="936418" y="2292764"/>
                </a:cubicBezTo>
                <a:cubicBezTo>
                  <a:pt x="936418" y="2249832"/>
                  <a:pt x="971225" y="2215028"/>
                  <a:pt x="1014115" y="2215028"/>
                </a:cubicBezTo>
                <a:close/>
                <a:moveTo>
                  <a:pt x="830617" y="2215028"/>
                </a:moveTo>
                <a:cubicBezTo>
                  <a:pt x="873540" y="2215028"/>
                  <a:pt x="908371" y="2249832"/>
                  <a:pt x="908371" y="2292764"/>
                </a:cubicBezTo>
                <a:cubicBezTo>
                  <a:pt x="908371" y="2335696"/>
                  <a:pt x="873540" y="2370478"/>
                  <a:pt x="830617" y="2370478"/>
                </a:cubicBezTo>
                <a:cubicBezTo>
                  <a:pt x="787681" y="2370478"/>
                  <a:pt x="752876" y="2335696"/>
                  <a:pt x="752876" y="2292764"/>
                </a:cubicBezTo>
                <a:cubicBezTo>
                  <a:pt x="752876" y="2249832"/>
                  <a:pt x="787681" y="2215028"/>
                  <a:pt x="830617" y="2215028"/>
                </a:cubicBezTo>
                <a:close/>
                <a:moveTo>
                  <a:pt x="642384" y="2215028"/>
                </a:moveTo>
                <a:cubicBezTo>
                  <a:pt x="685323" y="2215028"/>
                  <a:pt x="720128" y="2249832"/>
                  <a:pt x="720128" y="2292764"/>
                </a:cubicBezTo>
                <a:cubicBezTo>
                  <a:pt x="720128" y="2335696"/>
                  <a:pt x="685323" y="2370478"/>
                  <a:pt x="642384" y="2370478"/>
                </a:cubicBezTo>
                <a:cubicBezTo>
                  <a:pt x="599455" y="2370478"/>
                  <a:pt x="564651" y="2335696"/>
                  <a:pt x="564651" y="2292764"/>
                </a:cubicBezTo>
                <a:cubicBezTo>
                  <a:pt x="564651" y="2249832"/>
                  <a:pt x="599455" y="2215028"/>
                  <a:pt x="642384" y="2215028"/>
                </a:cubicBezTo>
                <a:close/>
                <a:moveTo>
                  <a:pt x="10538005" y="2215026"/>
                </a:moveTo>
                <a:cubicBezTo>
                  <a:pt x="10548738" y="2215026"/>
                  <a:pt x="10558963" y="2217201"/>
                  <a:pt x="10568264" y="2221134"/>
                </a:cubicBezTo>
                <a:lnTo>
                  <a:pt x="10574001" y="2225002"/>
                </a:lnTo>
                <a:lnTo>
                  <a:pt x="10605231" y="2255973"/>
                </a:lnTo>
                <a:lnTo>
                  <a:pt x="10609633" y="2262502"/>
                </a:lnTo>
                <a:cubicBezTo>
                  <a:pt x="10613567" y="2271802"/>
                  <a:pt x="10615742" y="2282027"/>
                  <a:pt x="10615742" y="2292760"/>
                </a:cubicBezTo>
                <a:cubicBezTo>
                  <a:pt x="10615742" y="2335693"/>
                  <a:pt x="10580938" y="2370473"/>
                  <a:pt x="10538005" y="2370473"/>
                </a:cubicBezTo>
                <a:cubicBezTo>
                  <a:pt x="10495073" y="2370473"/>
                  <a:pt x="10460268" y="2335693"/>
                  <a:pt x="10460268" y="2292760"/>
                </a:cubicBezTo>
                <a:cubicBezTo>
                  <a:pt x="10460268" y="2249827"/>
                  <a:pt x="10495073" y="2215026"/>
                  <a:pt x="10538005" y="2215026"/>
                </a:cubicBezTo>
                <a:close/>
                <a:moveTo>
                  <a:pt x="10349782" y="2215026"/>
                </a:moveTo>
                <a:cubicBezTo>
                  <a:pt x="10392715" y="2215026"/>
                  <a:pt x="10427519" y="2249827"/>
                  <a:pt x="10427519" y="2292760"/>
                </a:cubicBezTo>
                <a:cubicBezTo>
                  <a:pt x="10427519" y="2335693"/>
                  <a:pt x="10392715" y="2370473"/>
                  <a:pt x="10349782" y="2370473"/>
                </a:cubicBezTo>
                <a:cubicBezTo>
                  <a:pt x="10306849" y="2370473"/>
                  <a:pt x="10272045" y="2335693"/>
                  <a:pt x="10272045" y="2292760"/>
                </a:cubicBezTo>
                <a:cubicBezTo>
                  <a:pt x="10272045" y="2249827"/>
                  <a:pt x="10306849" y="2215026"/>
                  <a:pt x="10349782" y="2215026"/>
                </a:cubicBezTo>
                <a:close/>
                <a:moveTo>
                  <a:pt x="10166265" y="2215026"/>
                </a:moveTo>
                <a:cubicBezTo>
                  <a:pt x="10209198" y="2215026"/>
                  <a:pt x="10244002" y="2249827"/>
                  <a:pt x="10244002" y="2292760"/>
                </a:cubicBezTo>
                <a:cubicBezTo>
                  <a:pt x="10244002" y="2335693"/>
                  <a:pt x="10209198" y="2370473"/>
                  <a:pt x="10166265" y="2370473"/>
                </a:cubicBezTo>
                <a:cubicBezTo>
                  <a:pt x="10123332" y="2370473"/>
                  <a:pt x="10088528" y="2335693"/>
                  <a:pt x="10088528" y="2292760"/>
                </a:cubicBezTo>
                <a:cubicBezTo>
                  <a:pt x="10088528" y="2249827"/>
                  <a:pt x="10123332" y="2215026"/>
                  <a:pt x="10166265" y="2215026"/>
                </a:cubicBezTo>
                <a:close/>
                <a:moveTo>
                  <a:pt x="9978044" y="2215026"/>
                </a:moveTo>
                <a:cubicBezTo>
                  <a:pt x="10020977" y="2215026"/>
                  <a:pt x="10055781" y="2249827"/>
                  <a:pt x="10055781" y="2292760"/>
                </a:cubicBezTo>
                <a:cubicBezTo>
                  <a:pt x="10055781" y="2335693"/>
                  <a:pt x="10020977" y="2370473"/>
                  <a:pt x="9978044" y="2370473"/>
                </a:cubicBezTo>
                <a:cubicBezTo>
                  <a:pt x="9935111" y="2370473"/>
                  <a:pt x="9900307" y="2335693"/>
                  <a:pt x="9900307" y="2292760"/>
                </a:cubicBezTo>
                <a:cubicBezTo>
                  <a:pt x="9900307" y="2249827"/>
                  <a:pt x="9935111" y="2215026"/>
                  <a:pt x="9978044" y="2215026"/>
                </a:cubicBezTo>
                <a:close/>
                <a:moveTo>
                  <a:pt x="9789823" y="2215026"/>
                </a:moveTo>
                <a:cubicBezTo>
                  <a:pt x="9832756" y="2215026"/>
                  <a:pt x="9867560" y="2249827"/>
                  <a:pt x="9867560" y="2292760"/>
                </a:cubicBezTo>
                <a:cubicBezTo>
                  <a:pt x="9867560" y="2335693"/>
                  <a:pt x="9832756" y="2370473"/>
                  <a:pt x="9789823" y="2370473"/>
                </a:cubicBezTo>
                <a:cubicBezTo>
                  <a:pt x="9746890" y="2370473"/>
                  <a:pt x="9712086" y="2335693"/>
                  <a:pt x="9712086" y="2292760"/>
                </a:cubicBezTo>
                <a:cubicBezTo>
                  <a:pt x="9712086" y="2249827"/>
                  <a:pt x="9746890" y="2215026"/>
                  <a:pt x="9789823" y="2215026"/>
                </a:cubicBezTo>
                <a:close/>
                <a:moveTo>
                  <a:pt x="9606308" y="2215026"/>
                </a:moveTo>
                <a:cubicBezTo>
                  <a:pt x="9649241" y="2215026"/>
                  <a:pt x="9684045" y="2249827"/>
                  <a:pt x="9684045" y="2292760"/>
                </a:cubicBezTo>
                <a:cubicBezTo>
                  <a:pt x="9684045" y="2335693"/>
                  <a:pt x="9649241" y="2370473"/>
                  <a:pt x="9606308" y="2370473"/>
                </a:cubicBezTo>
                <a:cubicBezTo>
                  <a:pt x="9563375" y="2370473"/>
                  <a:pt x="9528571" y="2335693"/>
                  <a:pt x="9528571" y="2292760"/>
                </a:cubicBezTo>
                <a:cubicBezTo>
                  <a:pt x="9528571" y="2249827"/>
                  <a:pt x="9563375" y="2215026"/>
                  <a:pt x="9606308" y="2215026"/>
                </a:cubicBezTo>
                <a:close/>
                <a:moveTo>
                  <a:pt x="9413381" y="2215026"/>
                </a:moveTo>
                <a:cubicBezTo>
                  <a:pt x="9456314" y="2215026"/>
                  <a:pt x="9491118" y="2249827"/>
                  <a:pt x="9491118" y="2292760"/>
                </a:cubicBezTo>
                <a:cubicBezTo>
                  <a:pt x="9491118" y="2335693"/>
                  <a:pt x="9456314" y="2370473"/>
                  <a:pt x="9413381" y="2370473"/>
                </a:cubicBezTo>
                <a:cubicBezTo>
                  <a:pt x="9370448" y="2370473"/>
                  <a:pt x="9335644" y="2335693"/>
                  <a:pt x="9335644" y="2292760"/>
                </a:cubicBezTo>
                <a:cubicBezTo>
                  <a:pt x="9335644" y="2249827"/>
                  <a:pt x="9370448" y="2215026"/>
                  <a:pt x="9413381" y="2215026"/>
                </a:cubicBezTo>
                <a:close/>
                <a:moveTo>
                  <a:pt x="9234570" y="2215026"/>
                </a:moveTo>
                <a:cubicBezTo>
                  <a:pt x="9277503" y="2215026"/>
                  <a:pt x="9312307" y="2249827"/>
                  <a:pt x="9312307" y="2292760"/>
                </a:cubicBezTo>
                <a:cubicBezTo>
                  <a:pt x="9312307" y="2335693"/>
                  <a:pt x="9277503" y="2370473"/>
                  <a:pt x="9234570" y="2370473"/>
                </a:cubicBezTo>
                <a:cubicBezTo>
                  <a:pt x="9191637" y="2370473"/>
                  <a:pt x="9156833" y="2335693"/>
                  <a:pt x="9156833" y="2292760"/>
                </a:cubicBezTo>
                <a:cubicBezTo>
                  <a:pt x="9156833" y="2249827"/>
                  <a:pt x="9191637" y="2215026"/>
                  <a:pt x="9234570" y="2215026"/>
                </a:cubicBezTo>
                <a:close/>
                <a:moveTo>
                  <a:pt x="9036939" y="2215026"/>
                </a:moveTo>
                <a:cubicBezTo>
                  <a:pt x="9079871" y="2215026"/>
                  <a:pt x="9114675" y="2249827"/>
                  <a:pt x="9114675" y="2292760"/>
                </a:cubicBezTo>
                <a:cubicBezTo>
                  <a:pt x="9114675" y="2335693"/>
                  <a:pt x="9079871" y="2370473"/>
                  <a:pt x="9036939" y="2370473"/>
                </a:cubicBezTo>
                <a:cubicBezTo>
                  <a:pt x="8994006" y="2370473"/>
                  <a:pt x="8959202" y="2335693"/>
                  <a:pt x="8959202" y="2292760"/>
                </a:cubicBezTo>
                <a:cubicBezTo>
                  <a:pt x="8959202" y="2249827"/>
                  <a:pt x="8994006" y="2215026"/>
                  <a:pt x="9036939" y="2215026"/>
                </a:cubicBezTo>
                <a:close/>
                <a:moveTo>
                  <a:pt x="8853421" y="2215026"/>
                </a:moveTo>
                <a:cubicBezTo>
                  <a:pt x="8896354" y="2215026"/>
                  <a:pt x="8931158" y="2249827"/>
                  <a:pt x="8931158" y="2292760"/>
                </a:cubicBezTo>
                <a:cubicBezTo>
                  <a:pt x="8931158" y="2335693"/>
                  <a:pt x="8896354" y="2370473"/>
                  <a:pt x="8853421" y="2370473"/>
                </a:cubicBezTo>
                <a:cubicBezTo>
                  <a:pt x="8810489" y="2370473"/>
                  <a:pt x="8775685" y="2335693"/>
                  <a:pt x="8775685" y="2292760"/>
                </a:cubicBezTo>
                <a:cubicBezTo>
                  <a:pt x="8775685" y="2249827"/>
                  <a:pt x="8810489" y="2215026"/>
                  <a:pt x="8853421" y="2215026"/>
                </a:cubicBezTo>
                <a:close/>
                <a:moveTo>
                  <a:pt x="8669908" y="2215026"/>
                </a:moveTo>
                <a:cubicBezTo>
                  <a:pt x="8712841" y="2215026"/>
                  <a:pt x="8747645" y="2249827"/>
                  <a:pt x="8747645" y="2292760"/>
                </a:cubicBezTo>
                <a:cubicBezTo>
                  <a:pt x="8747645" y="2335693"/>
                  <a:pt x="8712841" y="2370473"/>
                  <a:pt x="8669908" y="2370473"/>
                </a:cubicBezTo>
                <a:cubicBezTo>
                  <a:pt x="8626975" y="2370473"/>
                  <a:pt x="8592171" y="2335693"/>
                  <a:pt x="8592171" y="2292760"/>
                </a:cubicBezTo>
                <a:cubicBezTo>
                  <a:pt x="8592171" y="2249827"/>
                  <a:pt x="8626975" y="2215026"/>
                  <a:pt x="8669908" y="2215026"/>
                </a:cubicBezTo>
                <a:close/>
                <a:moveTo>
                  <a:pt x="8481684" y="2215026"/>
                </a:moveTo>
                <a:cubicBezTo>
                  <a:pt x="8524617" y="2215026"/>
                  <a:pt x="8559421" y="2249827"/>
                  <a:pt x="8559421" y="2292760"/>
                </a:cubicBezTo>
                <a:cubicBezTo>
                  <a:pt x="8559421" y="2335693"/>
                  <a:pt x="8524617" y="2370473"/>
                  <a:pt x="8481684" y="2370473"/>
                </a:cubicBezTo>
                <a:cubicBezTo>
                  <a:pt x="8438752" y="2370473"/>
                  <a:pt x="8403948" y="2335693"/>
                  <a:pt x="8403948" y="2292760"/>
                </a:cubicBezTo>
                <a:cubicBezTo>
                  <a:pt x="8403948" y="2249827"/>
                  <a:pt x="8438752" y="2215026"/>
                  <a:pt x="8481684" y="2215026"/>
                </a:cubicBezTo>
                <a:close/>
                <a:moveTo>
                  <a:pt x="8298167" y="2215026"/>
                </a:moveTo>
                <a:cubicBezTo>
                  <a:pt x="8341100" y="2215026"/>
                  <a:pt x="8375904" y="2249827"/>
                  <a:pt x="8375904" y="2292760"/>
                </a:cubicBezTo>
                <a:cubicBezTo>
                  <a:pt x="8375904" y="2335693"/>
                  <a:pt x="8341100" y="2370473"/>
                  <a:pt x="8298167" y="2370473"/>
                </a:cubicBezTo>
                <a:cubicBezTo>
                  <a:pt x="8255235" y="2370473"/>
                  <a:pt x="8220430" y="2335693"/>
                  <a:pt x="8220430" y="2292760"/>
                </a:cubicBezTo>
                <a:cubicBezTo>
                  <a:pt x="8220430" y="2249827"/>
                  <a:pt x="8255235" y="2215026"/>
                  <a:pt x="8298167" y="2215026"/>
                </a:cubicBezTo>
                <a:close/>
                <a:moveTo>
                  <a:pt x="8109949" y="2215026"/>
                </a:moveTo>
                <a:cubicBezTo>
                  <a:pt x="8152882" y="2215026"/>
                  <a:pt x="8187686" y="2249827"/>
                  <a:pt x="8187686" y="2292760"/>
                </a:cubicBezTo>
                <a:cubicBezTo>
                  <a:pt x="8187686" y="2335693"/>
                  <a:pt x="8152882" y="2370473"/>
                  <a:pt x="8109949" y="2370473"/>
                </a:cubicBezTo>
                <a:cubicBezTo>
                  <a:pt x="8067016" y="2370473"/>
                  <a:pt x="8032212" y="2335693"/>
                  <a:pt x="8032212" y="2292760"/>
                </a:cubicBezTo>
                <a:cubicBezTo>
                  <a:pt x="8032212" y="2249827"/>
                  <a:pt x="8067016" y="2215026"/>
                  <a:pt x="8109949" y="2215026"/>
                </a:cubicBezTo>
                <a:close/>
                <a:moveTo>
                  <a:pt x="7926434" y="2215026"/>
                </a:moveTo>
                <a:cubicBezTo>
                  <a:pt x="7969367" y="2215026"/>
                  <a:pt x="8004171" y="2249827"/>
                  <a:pt x="8004171" y="2292760"/>
                </a:cubicBezTo>
                <a:cubicBezTo>
                  <a:pt x="8004171" y="2335693"/>
                  <a:pt x="7969367" y="2370473"/>
                  <a:pt x="7926434" y="2370473"/>
                </a:cubicBezTo>
                <a:cubicBezTo>
                  <a:pt x="7883501" y="2370473"/>
                  <a:pt x="7848697" y="2335693"/>
                  <a:pt x="7848697" y="2292760"/>
                </a:cubicBezTo>
                <a:cubicBezTo>
                  <a:pt x="7848697" y="2249827"/>
                  <a:pt x="7883501" y="2215026"/>
                  <a:pt x="7926434" y="2215026"/>
                </a:cubicBezTo>
                <a:close/>
                <a:moveTo>
                  <a:pt x="7738213" y="2215026"/>
                </a:moveTo>
                <a:cubicBezTo>
                  <a:pt x="7781146" y="2215026"/>
                  <a:pt x="7815950" y="2249827"/>
                  <a:pt x="7815950" y="2292760"/>
                </a:cubicBezTo>
                <a:cubicBezTo>
                  <a:pt x="7815950" y="2335693"/>
                  <a:pt x="7781146" y="2370473"/>
                  <a:pt x="7738213" y="2370473"/>
                </a:cubicBezTo>
                <a:cubicBezTo>
                  <a:pt x="7695280" y="2370473"/>
                  <a:pt x="7660476" y="2335693"/>
                  <a:pt x="7660476" y="2292760"/>
                </a:cubicBezTo>
                <a:cubicBezTo>
                  <a:pt x="7660476" y="2249827"/>
                  <a:pt x="7695280" y="2215026"/>
                  <a:pt x="7738213" y="2215026"/>
                </a:cubicBezTo>
                <a:close/>
                <a:moveTo>
                  <a:pt x="7554696" y="2215026"/>
                </a:moveTo>
                <a:cubicBezTo>
                  <a:pt x="7597629" y="2215026"/>
                  <a:pt x="7632433" y="2249827"/>
                  <a:pt x="7632433" y="2292760"/>
                </a:cubicBezTo>
                <a:cubicBezTo>
                  <a:pt x="7632433" y="2335693"/>
                  <a:pt x="7597629" y="2370473"/>
                  <a:pt x="7554696" y="2370473"/>
                </a:cubicBezTo>
                <a:cubicBezTo>
                  <a:pt x="7511763" y="2370473"/>
                  <a:pt x="7476959" y="2335693"/>
                  <a:pt x="7476959" y="2292760"/>
                </a:cubicBezTo>
                <a:cubicBezTo>
                  <a:pt x="7476959" y="2249827"/>
                  <a:pt x="7511763" y="2215026"/>
                  <a:pt x="7554696" y="2215026"/>
                </a:cubicBezTo>
                <a:close/>
                <a:moveTo>
                  <a:pt x="7366472" y="2215026"/>
                </a:moveTo>
                <a:cubicBezTo>
                  <a:pt x="7409405" y="2215026"/>
                  <a:pt x="7444209" y="2249827"/>
                  <a:pt x="7444209" y="2292760"/>
                </a:cubicBezTo>
                <a:cubicBezTo>
                  <a:pt x="7444209" y="2335693"/>
                  <a:pt x="7409405" y="2370473"/>
                  <a:pt x="7366472" y="2370473"/>
                </a:cubicBezTo>
                <a:cubicBezTo>
                  <a:pt x="7323540" y="2370473"/>
                  <a:pt x="7288736" y="2335693"/>
                  <a:pt x="7288736" y="2292760"/>
                </a:cubicBezTo>
                <a:cubicBezTo>
                  <a:pt x="7288736" y="2249827"/>
                  <a:pt x="7323540" y="2215026"/>
                  <a:pt x="7366472" y="2215026"/>
                </a:cubicBezTo>
                <a:close/>
                <a:moveTo>
                  <a:pt x="7178251" y="2215026"/>
                </a:moveTo>
                <a:cubicBezTo>
                  <a:pt x="7221184" y="2215026"/>
                  <a:pt x="7255988" y="2249827"/>
                  <a:pt x="7255988" y="2292760"/>
                </a:cubicBezTo>
                <a:cubicBezTo>
                  <a:pt x="7255988" y="2335693"/>
                  <a:pt x="7221184" y="2370473"/>
                  <a:pt x="7178251" y="2370473"/>
                </a:cubicBezTo>
                <a:cubicBezTo>
                  <a:pt x="7135319" y="2370473"/>
                  <a:pt x="7100514" y="2335693"/>
                  <a:pt x="7100514" y="2292760"/>
                </a:cubicBezTo>
                <a:cubicBezTo>
                  <a:pt x="7100514" y="2249827"/>
                  <a:pt x="7135319" y="2215026"/>
                  <a:pt x="7178251" y="2215026"/>
                </a:cubicBezTo>
                <a:close/>
                <a:moveTo>
                  <a:pt x="6985327" y="2215026"/>
                </a:moveTo>
                <a:cubicBezTo>
                  <a:pt x="7028260" y="2215026"/>
                  <a:pt x="7063064" y="2249827"/>
                  <a:pt x="7063064" y="2292760"/>
                </a:cubicBezTo>
                <a:cubicBezTo>
                  <a:pt x="7063064" y="2335693"/>
                  <a:pt x="7028260" y="2370473"/>
                  <a:pt x="6985327" y="2370473"/>
                </a:cubicBezTo>
                <a:cubicBezTo>
                  <a:pt x="6942394" y="2370473"/>
                  <a:pt x="6907590" y="2335693"/>
                  <a:pt x="6907590" y="2292760"/>
                </a:cubicBezTo>
                <a:cubicBezTo>
                  <a:pt x="6907590" y="2249827"/>
                  <a:pt x="6942394" y="2215026"/>
                  <a:pt x="6985327" y="2215026"/>
                </a:cubicBezTo>
                <a:close/>
                <a:moveTo>
                  <a:pt x="6801810" y="2215026"/>
                </a:moveTo>
                <a:cubicBezTo>
                  <a:pt x="6844742" y="2215026"/>
                  <a:pt x="6879546" y="2249827"/>
                  <a:pt x="6879546" y="2292760"/>
                </a:cubicBezTo>
                <a:cubicBezTo>
                  <a:pt x="6879546" y="2335693"/>
                  <a:pt x="6844742" y="2370473"/>
                  <a:pt x="6801810" y="2370473"/>
                </a:cubicBezTo>
                <a:cubicBezTo>
                  <a:pt x="6758877" y="2370473"/>
                  <a:pt x="6724073" y="2335693"/>
                  <a:pt x="6724073" y="2292760"/>
                </a:cubicBezTo>
                <a:cubicBezTo>
                  <a:pt x="6724073" y="2249827"/>
                  <a:pt x="6758877" y="2215026"/>
                  <a:pt x="6801810" y="2215026"/>
                </a:cubicBezTo>
                <a:close/>
                <a:moveTo>
                  <a:pt x="6613588" y="2215026"/>
                </a:moveTo>
                <a:cubicBezTo>
                  <a:pt x="6656521" y="2215026"/>
                  <a:pt x="6691325" y="2249827"/>
                  <a:pt x="6691325" y="2292760"/>
                </a:cubicBezTo>
                <a:cubicBezTo>
                  <a:pt x="6691325" y="2335693"/>
                  <a:pt x="6656521" y="2370473"/>
                  <a:pt x="6613588" y="2370473"/>
                </a:cubicBezTo>
                <a:cubicBezTo>
                  <a:pt x="6570656" y="2370473"/>
                  <a:pt x="6535852" y="2335693"/>
                  <a:pt x="6535852" y="2292760"/>
                </a:cubicBezTo>
                <a:cubicBezTo>
                  <a:pt x="6535852" y="2249827"/>
                  <a:pt x="6570656" y="2215026"/>
                  <a:pt x="6613588" y="2215026"/>
                </a:cubicBezTo>
                <a:close/>
                <a:moveTo>
                  <a:pt x="6241850" y="2215026"/>
                </a:moveTo>
                <a:cubicBezTo>
                  <a:pt x="6284783" y="2215026"/>
                  <a:pt x="6319587" y="2249827"/>
                  <a:pt x="6319587" y="2292760"/>
                </a:cubicBezTo>
                <a:cubicBezTo>
                  <a:pt x="6319587" y="2335693"/>
                  <a:pt x="6284783" y="2370473"/>
                  <a:pt x="6241850" y="2370473"/>
                </a:cubicBezTo>
                <a:cubicBezTo>
                  <a:pt x="6198917" y="2370473"/>
                  <a:pt x="6164113" y="2335693"/>
                  <a:pt x="6164113" y="2292760"/>
                </a:cubicBezTo>
                <a:cubicBezTo>
                  <a:pt x="6164113" y="2249827"/>
                  <a:pt x="6198917" y="2215026"/>
                  <a:pt x="6241850" y="2215026"/>
                </a:cubicBezTo>
                <a:close/>
                <a:moveTo>
                  <a:pt x="6053630" y="2215026"/>
                </a:moveTo>
                <a:cubicBezTo>
                  <a:pt x="6096563" y="2215026"/>
                  <a:pt x="6131367" y="2249827"/>
                  <a:pt x="6131367" y="2292760"/>
                </a:cubicBezTo>
                <a:cubicBezTo>
                  <a:pt x="6131367" y="2335693"/>
                  <a:pt x="6096563" y="2370473"/>
                  <a:pt x="6053630" y="2370473"/>
                </a:cubicBezTo>
                <a:cubicBezTo>
                  <a:pt x="6010698" y="2370473"/>
                  <a:pt x="5975894" y="2335693"/>
                  <a:pt x="5975894" y="2292760"/>
                </a:cubicBezTo>
                <a:cubicBezTo>
                  <a:pt x="5975894" y="2249827"/>
                  <a:pt x="6010698" y="2215026"/>
                  <a:pt x="6053630" y="2215026"/>
                </a:cubicBezTo>
                <a:close/>
                <a:moveTo>
                  <a:pt x="5870113" y="2215026"/>
                </a:moveTo>
                <a:cubicBezTo>
                  <a:pt x="5913046" y="2215026"/>
                  <a:pt x="5947850" y="2249827"/>
                  <a:pt x="5947850" y="2292760"/>
                </a:cubicBezTo>
                <a:cubicBezTo>
                  <a:pt x="5947850" y="2335693"/>
                  <a:pt x="5913046" y="2370473"/>
                  <a:pt x="5870113" y="2370473"/>
                </a:cubicBezTo>
                <a:cubicBezTo>
                  <a:pt x="5827181" y="2370473"/>
                  <a:pt x="5792376" y="2335693"/>
                  <a:pt x="5792376" y="2292760"/>
                </a:cubicBezTo>
                <a:cubicBezTo>
                  <a:pt x="5792376" y="2249827"/>
                  <a:pt x="5827181" y="2215026"/>
                  <a:pt x="5870113" y="2215026"/>
                </a:cubicBezTo>
                <a:close/>
                <a:moveTo>
                  <a:pt x="5681931" y="2215026"/>
                </a:moveTo>
                <a:cubicBezTo>
                  <a:pt x="5724825" y="2215026"/>
                  <a:pt x="5759629" y="2249827"/>
                  <a:pt x="5759629" y="2292760"/>
                </a:cubicBezTo>
                <a:cubicBezTo>
                  <a:pt x="5759629" y="2335693"/>
                  <a:pt x="5724825" y="2370473"/>
                  <a:pt x="5681931" y="2370473"/>
                </a:cubicBezTo>
                <a:cubicBezTo>
                  <a:pt x="5638987" y="2370473"/>
                  <a:pt x="5604176" y="2335693"/>
                  <a:pt x="5604176" y="2292760"/>
                </a:cubicBezTo>
                <a:cubicBezTo>
                  <a:pt x="5604176" y="2249827"/>
                  <a:pt x="5638987" y="2215026"/>
                  <a:pt x="5681931" y="2215026"/>
                </a:cubicBezTo>
                <a:close/>
                <a:moveTo>
                  <a:pt x="5498381" y="2215026"/>
                </a:moveTo>
                <a:cubicBezTo>
                  <a:pt x="5541314" y="2215026"/>
                  <a:pt x="5576126" y="2249827"/>
                  <a:pt x="5576126" y="2292760"/>
                </a:cubicBezTo>
                <a:cubicBezTo>
                  <a:pt x="5576126" y="2335693"/>
                  <a:pt x="5541314" y="2370473"/>
                  <a:pt x="5498381" y="2370473"/>
                </a:cubicBezTo>
                <a:cubicBezTo>
                  <a:pt x="5455451" y="2370473"/>
                  <a:pt x="5420642" y="2335693"/>
                  <a:pt x="5420642" y="2292760"/>
                </a:cubicBezTo>
                <a:cubicBezTo>
                  <a:pt x="5420642" y="2249827"/>
                  <a:pt x="5455451" y="2215026"/>
                  <a:pt x="5498381" y="2215026"/>
                </a:cubicBezTo>
                <a:close/>
                <a:moveTo>
                  <a:pt x="5310166" y="2215026"/>
                </a:moveTo>
                <a:cubicBezTo>
                  <a:pt x="5353095" y="2215026"/>
                  <a:pt x="5387897" y="2249827"/>
                  <a:pt x="5387897" y="2292760"/>
                </a:cubicBezTo>
                <a:cubicBezTo>
                  <a:pt x="5387897" y="2335693"/>
                  <a:pt x="5353095" y="2370473"/>
                  <a:pt x="5310166" y="2370473"/>
                </a:cubicBezTo>
                <a:cubicBezTo>
                  <a:pt x="5267231" y="2370473"/>
                  <a:pt x="5232439" y="2335693"/>
                  <a:pt x="5232439" y="2292760"/>
                </a:cubicBezTo>
                <a:cubicBezTo>
                  <a:pt x="5232439" y="2249827"/>
                  <a:pt x="5267231" y="2215026"/>
                  <a:pt x="5310166" y="2215026"/>
                </a:cubicBezTo>
                <a:close/>
                <a:moveTo>
                  <a:pt x="5126655" y="2215026"/>
                </a:moveTo>
                <a:cubicBezTo>
                  <a:pt x="5169590" y="2215026"/>
                  <a:pt x="5204392" y="2249827"/>
                  <a:pt x="5204392" y="2292760"/>
                </a:cubicBezTo>
                <a:cubicBezTo>
                  <a:pt x="5204392" y="2335693"/>
                  <a:pt x="5169590" y="2370473"/>
                  <a:pt x="5126655" y="2370473"/>
                </a:cubicBezTo>
                <a:cubicBezTo>
                  <a:pt x="5083740" y="2370473"/>
                  <a:pt x="5048928" y="2335693"/>
                  <a:pt x="5048928" y="2292760"/>
                </a:cubicBezTo>
                <a:cubicBezTo>
                  <a:pt x="5048928" y="2249827"/>
                  <a:pt x="5083740" y="2215026"/>
                  <a:pt x="5126655" y="2215026"/>
                </a:cubicBezTo>
                <a:close/>
                <a:moveTo>
                  <a:pt x="3061043" y="2215026"/>
                </a:moveTo>
                <a:cubicBezTo>
                  <a:pt x="3103975" y="2215026"/>
                  <a:pt x="3138780" y="2249827"/>
                  <a:pt x="3138780" y="2292760"/>
                </a:cubicBezTo>
                <a:cubicBezTo>
                  <a:pt x="3138780" y="2335693"/>
                  <a:pt x="3103975" y="2370473"/>
                  <a:pt x="3061043" y="2370473"/>
                </a:cubicBezTo>
                <a:cubicBezTo>
                  <a:pt x="3018099" y="2370473"/>
                  <a:pt x="2983293" y="2335693"/>
                  <a:pt x="2983293" y="2292760"/>
                </a:cubicBezTo>
                <a:cubicBezTo>
                  <a:pt x="2983293" y="2249827"/>
                  <a:pt x="3018099" y="2215026"/>
                  <a:pt x="3061043" y="2215026"/>
                </a:cubicBezTo>
                <a:close/>
                <a:moveTo>
                  <a:pt x="2882225" y="2215026"/>
                </a:moveTo>
                <a:cubicBezTo>
                  <a:pt x="2925159" y="2215026"/>
                  <a:pt x="2959965" y="2249827"/>
                  <a:pt x="2959965" y="2292760"/>
                </a:cubicBezTo>
                <a:cubicBezTo>
                  <a:pt x="2959965" y="2335693"/>
                  <a:pt x="2925159" y="2370473"/>
                  <a:pt x="2882225" y="2370473"/>
                </a:cubicBezTo>
                <a:cubicBezTo>
                  <a:pt x="2839298" y="2370473"/>
                  <a:pt x="2804499" y="2335693"/>
                  <a:pt x="2804499" y="2292760"/>
                </a:cubicBezTo>
                <a:cubicBezTo>
                  <a:pt x="2804499" y="2249827"/>
                  <a:pt x="2839298" y="2215026"/>
                  <a:pt x="2882225" y="2215026"/>
                </a:cubicBezTo>
                <a:close/>
                <a:moveTo>
                  <a:pt x="2689321" y="2215026"/>
                </a:moveTo>
                <a:cubicBezTo>
                  <a:pt x="2732245" y="2215026"/>
                  <a:pt x="2767032" y="2249827"/>
                  <a:pt x="2767032" y="2292760"/>
                </a:cubicBezTo>
                <a:cubicBezTo>
                  <a:pt x="2767032" y="2335693"/>
                  <a:pt x="2732245" y="2370473"/>
                  <a:pt x="2689321" y="2370473"/>
                </a:cubicBezTo>
                <a:cubicBezTo>
                  <a:pt x="2646382" y="2370473"/>
                  <a:pt x="2611585" y="2335693"/>
                  <a:pt x="2611585" y="2292760"/>
                </a:cubicBezTo>
                <a:cubicBezTo>
                  <a:pt x="2611585" y="2249827"/>
                  <a:pt x="2646382" y="2215026"/>
                  <a:pt x="2689321" y="2215026"/>
                </a:cubicBezTo>
                <a:close/>
                <a:moveTo>
                  <a:pt x="2510500" y="2215026"/>
                </a:moveTo>
                <a:cubicBezTo>
                  <a:pt x="2553443" y="2215026"/>
                  <a:pt x="2588245" y="2249827"/>
                  <a:pt x="2588245" y="2292760"/>
                </a:cubicBezTo>
                <a:cubicBezTo>
                  <a:pt x="2588245" y="2335693"/>
                  <a:pt x="2553443" y="2370473"/>
                  <a:pt x="2510500" y="2370473"/>
                </a:cubicBezTo>
                <a:cubicBezTo>
                  <a:pt x="2467558" y="2370473"/>
                  <a:pt x="2432745" y="2335693"/>
                  <a:pt x="2432745" y="2292760"/>
                </a:cubicBezTo>
                <a:cubicBezTo>
                  <a:pt x="2432745" y="2249827"/>
                  <a:pt x="2467558" y="2215026"/>
                  <a:pt x="2510500" y="2215026"/>
                </a:cubicBezTo>
                <a:close/>
                <a:moveTo>
                  <a:pt x="2317543" y="2215026"/>
                </a:moveTo>
                <a:cubicBezTo>
                  <a:pt x="2360472" y="2215026"/>
                  <a:pt x="2395284" y="2249827"/>
                  <a:pt x="2395284" y="2292760"/>
                </a:cubicBezTo>
                <a:cubicBezTo>
                  <a:pt x="2395284" y="2335693"/>
                  <a:pt x="2360472" y="2370473"/>
                  <a:pt x="2317543" y="2370473"/>
                </a:cubicBezTo>
                <a:cubicBezTo>
                  <a:pt x="2274617" y="2370473"/>
                  <a:pt x="2239817" y="2335693"/>
                  <a:pt x="2239817" y="2292760"/>
                </a:cubicBezTo>
                <a:cubicBezTo>
                  <a:pt x="2239817" y="2249827"/>
                  <a:pt x="2274617" y="2215026"/>
                  <a:pt x="2317543" y="2215026"/>
                </a:cubicBezTo>
                <a:close/>
                <a:moveTo>
                  <a:pt x="2129344" y="2215026"/>
                </a:moveTo>
                <a:cubicBezTo>
                  <a:pt x="2172273" y="2215026"/>
                  <a:pt x="2207072" y="2249827"/>
                  <a:pt x="2207072" y="2292760"/>
                </a:cubicBezTo>
                <a:cubicBezTo>
                  <a:pt x="2207072" y="2335693"/>
                  <a:pt x="2172273" y="2370473"/>
                  <a:pt x="2129344" y="2370473"/>
                </a:cubicBezTo>
                <a:cubicBezTo>
                  <a:pt x="2086418" y="2370473"/>
                  <a:pt x="2051618" y="2335693"/>
                  <a:pt x="2051618" y="2292760"/>
                </a:cubicBezTo>
                <a:cubicBezTo>
                  <a:pt x="2051618" y="2249827"/>
                  <a:pt x="2086418" y="2215026"/>
                  <a:pt x="2129344" y="2215026"/>
                </a:cubicBezTo>
                <a:close/>
                <a:moveTo>
                  <a:pt x="1941149" y="2215026"/>
                </a:moveTo>
                <a:cubicBezTo>
                  <a:pt x="1984076" y="2215026"/>
                  <a:pt x="2018875" y="2249827"/>
                  <a:pt x="2018875" y="2292760"/>
                </a:cubicBezTo>
                <a:cubicBezTo>
                  <a:pt x="2018875" y="2335693"/>
                  <a:pt x="1984076" y="2370473"/>
                  <a:pt x="1941149" y="2370473"/>
                </a:cubicBezTo>
                <a:cubicBezTo>
                  <a:pt x="1898221" y="2370473"/>
                  <a:pt x="1863421" y="2335693"/>
                  <a:pt x="1863421" y="2292760"/>
                </a:cubicBezTo>
                <a:cubicBezTo>
                  <a:pt x="1863421" y="2249827"/>
                  <a:pt x="1898221" y="2215026"/>
                  <a:pt x="1941149" y="2215026"/>
                </a:cubicBezTo>
                <a:close/>
                <a:moveTo>
                  <a:pt x="1757654" y="2215026"/>
                </a:moveTo>
                <a:cubicBezTo>
                  <a:pt x="1800584" y="2215026"/>
                  <a:pt x="1835384" y="2249827"/>
                  <a:pt x="1835384" y="2292760"/>
                </a:cubicBezTo>
                <a:cubicBezTo>
                  <a:pt x="1835384" y="2335693"/>
                  <a:pt x="1800584" y="2370473"/>
                  <a:pt x="1757654" y="2370473"/>
                </a:cubicBezTo>
                <a:cubicBezTo>
                  <a:pt x="1714713" y="2370473"/>
                  <a:pt x="1679928" y="2335693"/>
                  <a:pt x="1679928" y="2292760"/>
                </a:cubicBezTo>
                <a:cubicBezTo>
                  <a:pt x="1679928" y="2249827"/>
                  <a:pt x="1714713" y="2215026"/>
                  <a:pt x="1757654" y="2215026"/>
                </a:cubicBezTo>
                <a:close/>
                <a:moveTo>
                  <a:pt x="1569426" y="2215026"/>
                </a:moveTo>
                <a:cubicBezTo>
                  <a:pt x="1612383" y="2215026"/>
                  <a:pt x="1647186" y="2249827"/>
                  <a:pt x="1647186" y="2292760"/>
                </a:cubicBezTo>
                <a:cubicBezTo>
                  <a:pt x="1647186" y="2335693"/>
                  <a:pt x="1612383" y="2370473"/>
                  <a:pt x="1569426" y="2370473"/>
                </a:cubicBezTo>
                <a:cubicBezTo>
                  <a:pt x="1526515" y="2370473"/>
                  <a:pt x="1491704" y="2335693"/>
                  <a:pt x="1491704" y="2292760"/>
                </a:cubicBezTo>
                <a:cubicBezTo>
                  <a:pt x="1491704" y="2249827"/>
                  <a:pt x="1526515" y="2215026"/>
                  <a:pt x="1569426" y="2215026"/>
                </a:cubicBezTo>
                <a:close/>
                <a:moveTo>
                  <a:pt x="458872" y="2215026"/>
                </a:moveTo>
                <a:cubicBezTo>
                  <a:pt x="501804" y="2215026"/>
                  <a:pt x="536609" y="2249830"/>
                  <a:pt x="536609" y="2292761"/>
                </a:cubicBezTo>
                <a:cubicBezTo>
                  <a:pt x="536609" y="2335695"/>
                  <a:pt x="501804" y="2370474"/>
                  <a:pt x="458872" y="2370474"/>
                </a:cubicBezTo>
                <a:cubicBezTo>
                  <a:pt x="415939" y="2370474"/>
                  <a:pt x="381138" y="2335695"/>
                  <a:pt x="381138" y="2292761"/>
                </a:cubicBezTo>
                <a:cubicBezTo>
                  <a:pt x="381138" y="2249830"/>
                  <a:pt x="415939" y="2215026"/>
                  <a:pt x="458872" y="2215026"/>
                </a:cubicBezTo>
                <a:close/>
                <a:moveTo>
                  <a:pt x="10462142" y="2114072"/>
                </a:moveTo>
                <a:lnTo>
                  <a:pt x="10547886" y="2199104"/>
                </a:lnTo>
                <a:lnTo>
                  <a:pt x="10538003" y="2201099"/>
                </a:lnTo>
                <a:cubicBezTo>
                  <a:pt x="10495070" y="2201099"/>
                  <a:pt x="10460266" y="2166295"/>
                  <a:pt x="10460266" y="2123364"/>
                </a:cubicBezTo>
                <a:close/>
                <a:moveTo>
                  <a:pt x="10349781" y="2045628"/>
                </a:moveTo>
                <a:cubicBezTo>
                  <a:pt x="10392714" y="2045628"/>
                  <a:pt x="10427518" y="2080429"/>
                  <a:pt x="10427518" y="2123364"/>
                </a:cubicBezTo>
                <a:cubicBezTo>
                  <a:pt x="10427518" y="2166295"/>
                  <a:pt x="10392714" y="2201099"/>
                  <a:pt x="10349781" y="2201099"/>
                </a:cubicBezTo>
                <a:cubicBezTo>
                  <a:pt x="10306848" y="2201099"/>
                  <a:pt x="10272044" y="2166295"/>
                  <a:pt x="10272044" y="2123364"/>
                </a:cubicBezTo>
                <a:cubicBezTo>
                  <a:pt x="10272044" y="2080429"/>
                  <a:pt x="10306848" y="2045628"/>
                  <a:pt x="10349781" y="2045628"/>
                </a:cubicBezTo>
                <a:close/>
                <a:moveTo>
                  <a:pt x="10166265" y="2045628"/>
                </a:moveTo>
                <a:cubicBezTo>
                  <a:pt x="10209198" y="2045628"/>
                  <a:pt x="10244002" y="2080429"/>
                  <a:pt x="10244002" y="2123364"/>
                </a:cubicBezTo>
                <a:cubicBezTo>
                  <a:pt x="10244002" y="2166295"/>
                  <a:pt x="10209198" y="2201099"/>
                  <a:pt x="10166265" y="2201099"/>
                </a:cubicBezTo>
                <a:cubicBezTo>
                  <a:pt x="10123332" y="2201099"/>
                  <a:pt x="10088528" y="2166295"/>
                  <a:pt x="10088528" y="2123364"/>
                </a:cubicBezTo>
                <a:cubicBezTo>
                  <a:pt x="10088528" y="2080429"/>
                  <a:pt x="10123332" y="2045628"/>
                  <a:pt x="10166265" y="2045628"/>
                </a:cubicBezTo>
                <a:close/>
                <a:moveTo>
                  <a:pt x="9978044" y="2045628"/>
                </a:moveTo>
                <a:cubicBezTo>
                  <a:pt x="10020977" y="2045628"/>
                  <a:pt x="10055781" y="2080429"/>
                  <a:pt x="10055781" y="2123364"/>
                </a:cubicBezTo>
                <a:cubicBezTo>
                  <a:pt x="10055781" y="2166295"/>
                  <a:pt x="10020977" y="2201099"/>
                  <a:pt x="9978044" y="2201099"/>
                </a:cubicBezTo>
                <a:cubicBezTo>
                  <a:pt x="9935111" y="2201099"/>
                  <a:pt x="9900307" y="2166295"/>
                  <a:pt x="9900307" y="2123364"/>
                </a:cubicBezTo>
                <a:cubicBezTo>
                  <a:pt x="9900307" y="2080429"/>
                  <a:pt x="9935111" y="2045628"/>
                  <a:pt x="9978044" y="2045628"/>
                </a:cubicBezTo>
                <a:close/>
                <a:moveTo>
                  <a:pt x="9789823" y="2045628"/>
                </a:moveTo>
                <a:cubicBezTo>
                  <a:pt x="9832756" y="2045628"/>
                  <a:pt x="9867560" y="2080429"/>
                  <a:pt x="9867560" y="2123364"/>
                </a:cubicBezTo>
                <a:cubicBezTo>
                  <a:pt x="9867560" y="2166295"/>
                  <a:pt x="9832756" y="2201099"/>
                  <a:pt x="9789823" y="2201099"/>
                </a:cubicBezTo>
                <a:cubicBezTo>
                  <a:pt x="9746890" y="2201099"/>
                  <a:pt x="9712086" y="2166295"/>
                  <a:pt x="9712086" y="2123364"/>
                </a:cubicBezTo>
                <a:cubicBezTo>
                  <a:pt x="9712086" y="2080429"/>
                  <a:pt x="9746890" y="2045628"/>
                  <a:pt x="9789823" y="2045628"/>
                </a:cubicBezTo>
                <a:close/>
                <a:moveTo>
                  <a:pt x="9606306" y="2045628"/>
                </a:moveTo>
                <a:cubicBezTo>
                  <a:pt x="9649238" y="2045628"/>
                  <a:pt x="9684043" y="2080429"/>
                  <a:pt x="9684043" y="2123364"/>
                </a:cubicBezTo>
                <a:cubicBezTo>
                  <a:pt x="9684043" y="2166295"/>
                  <a:pt x="9649238" y="2201099"/>
                  <a:pt x="9606306" y="2201099"/>
                </a:cubicBezTo>
                <a:cubicBezTo>
                  <a:pt x="9563373" y="2201099"/>
                  <a:pt x="9528569" y="2166295"/>
                  <a:pt x="9528569" y="2123364"/>
                </a:cubicBezTo>
                <a:cubicBezTo>
                  <a:pt x="9528569" y="2080429"/>
                  <a:pt x="9563373" y="2045628"/>
                  <a:pt x="9606306" y="2045628"/>
                </a:cubicBezTo>
                <a:close/>
                <a:moveTo>
                  <a:pt x="9413378" y="2045628"/>
                </a:moveTo>
                <a:cubicBezTo>
                  <a:pt x="9456311" y="2045628"/>
                  <a:pt x="9491115" y="2080429"/>
                  <a:pt x="9491115" y="2123364"/>
                </a:cubicBezTo>
                <a:cubicBezTo>
                  <a:pt x="9491115" y="2166295"/>
                  <a:pt x="9456311" y="2201099"/>
                  <a:pt x="9413378" y="2201099"/>
                </a:cubicBezTo>
                <a:cubicBezTo>
                  <a:pt x="9370445" y="2201099"/>
                  <a:pt x="9335641" y="2166295"/>
                  <a:pt x="9335641" y="2123364"/>
                </a:cubicBezTo>
                <a:cubicBezTo>
                  <a:pt x="9335641" y="2080429"/>
                  <a:pt x="9370445" y="2045628"/>
                  <a:pt x="9413378" y="2045628"/>
                </a:cubicBezTo>
                <a:close/>
                <a:moveTo>
                  <a:pt x="9234570" y="2045628"/>
                </a:moveTo>
                <a:cubicBezTo>
                  <a:pt x="9277503" y="2045628"/>
                  <a:pt x="9312307" y="2080429"/>
                  <a:pt x="9312307" y="2123364"/>
                </a:cubicBezTo>
                <a:cubicBezTo>
                  <a:pt x="9312307" y="2166295"/>
                  <a:pt x="9277503" y="2201099"/>
                  <a:pt x="9234570" y="2201099"/>
                </a:cubicBezTo>
                <a:cubicBezTo>
                  <a:pt x="9191637" y="2201099"/>
                  <a:pt x="9156833" y="2166295"/>
                  <a:pt x="9156833" y="2123364"/>
                </a:cubicBezTo>
                <a:cubicBezTo>
                  <a:pt x="9156833" y="2080429"/>
                  <a:pt x="9191637" y="2045628"/>
                  <a:pt x="9234570" y="2045628"/>
                </a:cubicBezTo>
                <a:close/>
                <a:moveTo>
                  <a:pt x="9036936" y="2045628"/>
                </a:moveTo>
                <a:cubicBezTo>
                  <a:pt x="9079869" y="2045628"/>
                  <a:pt x="9114673" y="2080429"/>
                  <a:pt x="9114673" y="2123364"/>
                </a:cubicBezTo>
                <a:cubicBezTo>
                  <a:pt x="9114673" y="2166295"/>
                  <a:pt x="9079869" y="2201099"/>
                  <a:pt x="9036936" y="2201099"/>
                </a:cubicBezTo>
                <a:cubicBezTo>
                  <a:pt x="8994003" y="2201099"/>
                  <a:pt x="8959199" y="2166295"/>
                  <a:pt x="8959199" y="2123364"/>
                </a:cubicBezTo>
                <a:cubicBezTo>
                  <a:pt x="8959199" y="2080429"/>
                  <a:pt x="8994003" y="2045628"/>
                  <a:pt x="9036936" y="2045628"/>
                </a:cubicBezTo>
                <a:close/>
                <a:moveTo>
                  <a:pt x="8853421" y="2045628"/>
                </a:moveTo>
                <a:cubicBezTo>
                  <a:pt x="8896354" y="2045628"/>
                  <a:pt x="8931158" y="2080429"/>
                  <a:pt x="8931158" y="2123364"/>
                </a:cubicBezTo>
                <a:cubicBezTo>
                  <a:pt x="8931158" y="2166295"/>
                  <a:pt x="8896354" y="2201099"/>
                  <a:pt x="8853421" y="2201099"/>
                </a:cubicBezTo>
                <a:cubicBezTo>
                  <a:pt x="8810489" y="2201099"/>
                  <a:pt x="8775685" y="2166295"/>
                  <a:pt x="8775685" y="2123364"/>
                </a:cubicBezTo>
                <a:cubicBezTo>
                  <a:pt x="8775685" y="2080429"/>
                  <a:pt x="8810489" y="2045628"/>
                  <a:pt x="8853421" y="2045628"/>
                </a:cubicBezTo>
                <a:close/>
                <a:moveTo>
                  <a:pt x="8669907" y="2045628"/>
                </a:moveTo>
                <a:cubicBezTo>
                  <a:pt x="8712840" y="2045628"/>
                  <a:pt x="8747644" y="2080429"/>
                  <a:pt x="8747644" y="2123364"/>
                </a:cubicBezTo>
                <a:cubicBezTo>
                  <a:pt x="8747644" y="2166295"/>
                  <a:pt x="8712840" y="2201099"/>
                  <a:pt x="8669907" y="2201099"/>
                </a:cubicBezTo>
                <a:cubicBezTo>
                  <a:pt x="8626974" y="2201099"/>
                  <a:pt x="8592170" y="2166295"/>
                  <a:pt x="8592170" y="2123364"/>
                </a:cubicBezTo>
                <a:cubicBezTo>
                  <a:pt x="8592170" y="2080429"/>
                  <a:pt x="8626974" y="2045628"/>
                  <a:pt x="8669907" y="2045628"/>
                </a:cubicBezTo>
                <a:close/>
                <a:moveTo>
                  <a:pt x="8481683" y="2045628"/>
                </a:moveTo>
                <a:cubicBezTo>
                  <a:pt x="8524616" y="2045628"/>
                  <a:pt x="8559420" y="2080429"/>
                  <a:pt x="8559420" y="2123364"/>
                </a:cubicBezTo>
                <a:cubicBezTo>
                  <a:pt x="8559420" y="2166295"/>
                  <a:pt x="8524616" y="2201099"/>
                  <a:pt x="8481683" y="2201099"/>
                </a:cubicBezTo>
                <a:cubicBezTo>
                  <a:pt x="8438750" y="2201099"/>
                  <a:pt x="8403946" y="2166295"/>
                  <a:pt x="8403946" y="2123364"/>
                </a:cubicBezTo>
                <a:cubicBezTo>
                  <a:pt x="8403946" y="2080429"/>
                  <a:pt x="8438750" y="2045628"/>
                  <a:pt x="8481683" y="2045628"/>
                </a:cubicBezTo>
                <a:close/>
                <a:moveTo>
                  <a:pt x="8298167" y="2045628"/>
                </a:moveTo>
                <a:cubicBezTo>
                  <a:pt x="8341100" y="2045628"/>
                  <a:pt x="8375904" y="2080429"/>
                  <a:pt x="8375904" y="2123364"/>
                </a:cubicBezTo>
                <a:cubicBezTo>
                  <a:pt x="8375904" y="2166295"/>
                  <a:pt x="8341100" y="2201099"/>
                  <a:pt x="8298167" y="2201099"/>
                </a:cubicBezTo>
                <a:cubicBezTo>
                  <a:pt x="8255235" y="2201099"/>
                  <a:pt x="8220430" y="2166295"/>
                  <a:pt x="8220430" y="2123364"/>
                </a:cubicBezTo>
                <a:cubicBezTo>
                  <a:pt x="8220430" y="2080429"/>
                  <a:pt x="8255235" y="2045628"/>
                  <a:pt x="8298167" y="2045628"/>
                </a:cubicBezTo>
                <a:close/>
                <a:moveTo>
                  <a:pt x="8109949" y="2045628"/>
                </a:moveTo>
                <a:cubicBezTo>
                  <a:pt x="8152882" y="2045628"/>
                  <a:pt x="8187686" y="2080429"/>
                  <a:pt x="8187686" y="2123364"/>
                </a:cubicBezTo>
                <a:cubicBezTo>
                  <a:pt x="8187686" y="2166295"/>
                  <a:pt x="8152882" y="2201099"/>
                  <a:pt x="8109949" y="2201099"/>
                </a:cubicBezTo>
                <a:cubicBezTo>
                  <a:pt x="8067016" y="2201099"/>
                  <a:pt x="8032212" y="2166295"/>
                  <a:pt x="8032212" y="2123364"/>
                </a:cubicBezTo>
                <a:cubicBezTo>
                  <a:pt x="8032212" y="2080429"/>
                  <a:pt x="8067016" y="2045628"/>
                  <a:pt x="8109949" y="2045628"/>
                </a:cubicBezTo>
                <a:close/>
                <a:moveTo>
                  <a:pt x="7926432" y="2045628"/>
                </a:moveTo>
                <a:cubicBezTo>
                  <a:pt x="7969364" y="2045628"/>
                  <a:pt x="8004169" y="2080429"/>
                  <a:pt x="8004169" y="2123364"/>
                </a:cubicBezTo>
                <a:cubicBezTo>
                  <a:pt x="8004169" y="2166295"/>
                  <a:pt x="7969364" y="2201099"/>
                  <a:pt x="7926432" y="2201099"/>
                </a:cubicBezTo>
                <a:cubicBezTo>
                  <a:pt x="7883499" y="2201099"/>
                  <a:pt x="7848695" y="2166295"/>
                  <a:pt x="7848695" y="2123364"/>
                </a:cubicBezTo>
                <a:cubicBezTo>
                  <a:pt x="7848695" y="2080429"/>
                  <a:pt x="7883499" y="2045628"/>
                  <a:pt x="7926432" y="2045628"/>
                </a:cubicBezTo>
                <a:close/>
                <a:moveTo>
                  <a:pt x="7738211" y="2045628"/>
                </a:moveTo>
                <a:cubicBezTo>
                  <a:pt x="7781143" y="2045628"/>
                  <a:pt x="7815947" y="2080429"/>
                  <a:pt x="7815947" y="2123364"/>
                </a:cubicBezTo>
                <a:cubicBezTo>
                  <a:pt x="7815947" y="2166295"/>
                  <a:pt x="7781143" y="2201099"/>
                  <a:pt x="7738211" y="2201099"/>
                </a:cubicBezTo>
                <a:cubicBezTo>
                  <a:pt x="7695278" y="2201099"/>
                  <a:pt x="7660474" y="2166295"/>
                  <a:pt x="7660474" y="2123364"/>
                </a:cubicBezTo>
                <a:cubicBezTo>
                  <a:pt x="7660474" y="2080429"/>
                  <a:pt x="7695278" y="2045628"/>
                  <a:pt x="7738211" y="2045628"/>
                </a:cubicBezTo>
                <a:close/>
                <a:moveTo>
                  <a:pt x="7554693" y="2045628"/>
                </a:moveTo>
                <a:cubicBezTo>
                  <a:pt x="7597626" y="2045628"/>
                  <a:pt x="7632430" y="2080429"/>
                  <a:pt x="7632430" y="2123364"/>
                </a:cubicBezTo>
                <a:cubicBezTo>
                  <a:pt x="7632430" y="2166295"/>
                  <a:pt x="7597626" y="2201099"/>
                  <a:pt x="7554693" y="2201099"/>
                </a:cubicBezTo>
                <a:cubicBezTo>
                  <a:pt x="7511761" y="2201099"/>
                  <a:pt x="7476957" y="2166295"/>
                  <a:pt x="7476957" y="2123364"/>
                </a:cubicBezTo>
                <a:cubicBezTo>
                  <a:pt x="7476957" y="2080429"/>
                  <a:pt x="7511761" y="2045628"/>
                  <a:pt x="7554693" y="2045628"/>
                </a:cubicBezTo>
                <a:close/>
                <a:moveTo>
                  <a:pt x="7366472" y="2045628"/>
                </a:moveTo>
                <a:cubicBezTo>
                  <a:pt x="7409405" y="2045628"/>
                  <a:pt x="7444209" y="2080429"/>
                  <a:pt x="7444209" y="2123364"/>
                </a:cubicBezTo>
                <a:cubicBezTo>
                  <a:pt x="7444209" y="2166295"/>
                  <a:pt x="7409405" y="2201099"/>
                  <a:pt x="7366472" y="2201099"/>
                </a:cubicBezTo>
                <a:cubicBezTo>
                  <a:pt x="7323540" y="2201099"/>
                  <a:pt x="7288736" y="2166295"/>
                  <a:pt x="7288736" y="2123364"/>
                </a:cubicBezTo>
                <a:cubicBezTo>
                  <a:pt x="7288736" y="2080429"/>
                  <a:pt x="7323540" y="2045628"/>
                  <a:pt x="7366472" y="2045628"/>
                </a:cubicBezTo>
                <a:close/>
                <a:moveTo>
                  <a:pt x="7178251" y="2045628"/>
                </a:moveTo>
                <a:cubicBezTo>
                  <a:pt x="7221184" y="2045628"/>
                  <a:pt x="7255988" y="2080429"/>
                  <a:pt x="7255988" y="2123364"/>
                </a:cubicBezTo>
                <a:cubicBezTo>
                  <a:pt x="7255988" y="2166295"/>
                  <a:pt x="7221184" y="2201099"/>
                  <a:pt x="7178251" y="2201099"/>
                </a:cubicBezTo>
                <a:cubicBezTo>
                  <a:pt x="7135319" y="2201099"/>
                  <a:pt x="7100514" y="2166295"/>
                  <a:pt x="7100514" y="2123364"/>
                </a:cubicBezTo>
                <a:cubicBezTo>
                  <a:pt x="7100514" y="2080429"/>
                  <a:pt x="7135319" y="2045628"/>
                  <a:pt x="7178251" y="2045628"/>
                </a:cubicBezTo>
                <a:close/>
                <a:moveTo>
                  <a:pt x="6985327" y="2045628"/>
                </a:moveTo>
                <a:cubicBezTo>
                  <a:pt x="7028260" y="2045628"/>
                  <a:pt x="7063064" y="2080429"/>
                  <a:pt x="7063064" y="2123364"/>
                </a:cubicBezTo>
                <a:cubicBezTo>
                  <a:pt x="7063064" y="2166295"/>
                  <a:pt x="7028260" y="2201099"/>
                  <a:pt x="6985327" y="2201099"/>
                </a:cubicBezTo>
                <a:cubicBezTo>
                  <a:pt x="6942394" y="2201099"/>
                  <a:pt x="6907590" y="2166295"/>
                  <a:pt x="6907590" y="2123364"/>
                </a:cubicBezTo>
                <a:cubicBezTo>
                  <a:pt x="6907590" y="2080429"/>
                  <a:pt x="6942394" y="2045628"/>
                  <a:pt x="6985327" y="2045628"/>
                </a:cubicBezTo>
                <a:close/>
                <a:moveTo>
                  <a:pt x="6801807" y="2045628"/>
                </a:moveTo>
                <a:cubicBezTo>
                  <a:pt x="6844740" y="2045628"/>
                  <a:pt x="6879544" y="2080429"/>
                  <a:pt x="6879544" y="2123364"/>
                </a:cubicBezTo>
                <a:cubicBezTo>
                  <a:pt x="6879544" y="2166295"/>
                  <a:pt x="6844740" y="2201099"/>
                  <a:pt x="6801807" y="2201099"/>
                </a:cubicBezTo>
                <a:cubicBezTo>
                  <a:pt x="6758874" y="2201099"/>
                  <a:pt x="6724070" y="2166295"/>
                  <a:pt x="6724070" y="2123364"/>
                </a:cubicBezTo>
                <a:cubicBezTo>
                  <a:pt x="6724070" y="2080429"/>
                  <a:pt x="6758874" y="2045628"/>
                  <a:pt x="6801807" y="2045628"/>
                </a:cubicBezTo>
                <a:close/>
                <a:moveTo>
                  <a:pt x="6613586" y="2045628"/>
                </a:moveTo>
                <a:cubicBezTo>
                  <a:pt x="6656519" y="2045628"/>
                  <a:pt x="6691323" y="2080429"/>
                  <a:pt x="6691323" y="2123364"/>
                </a:cubicBezTo>
                <a:cubicBezTo>
                  <a:pt x="6691323" y="2166295"/>
                  <a:pt x="6656519" y="2201099"/>
                  <a:pt x="6613586" y="2201099"/>
                </a:cubicBezTo>
                <a:cubicBezTo>
                  <a:pt x="6570653" y="2201099"/>
                  <a:pt x="6535849" y="2166295"/>
                  <a:pt x="6535849" y="2123364"/>
                </a:cubicBezTo>
                <a:cubicBezTo>
                  <a:pt x="6535849" y="2080429"/>
                  <a:pt x="6570653" y="2045628"/>
                  <a:pt x="6613586" y="2045628"/>
                </a:cubicBezTo>
                <a:close/>
                <a:moveTo>
                  <a:pt x="6425365" y="2045628"/>
                </a:moveTo>
                <a:cubicBezTo>
                  <a:pt x="6468298" y="2045628"/>
                  <a:pt x="6503102" y="2080429"/>
                  <a:pt x="6503102" y="2123364"/>
                </a:cubicBezTo>
                <a:cubicBezTo>
                  <a:pt x="6503102" y="2166295"/>
                  <a:pt x="6468298" y="2201099"/>
                  <a:pt x="6425365" y="2201099"/>
                </a:cubicBezTo>
                <a:cubicBezTo>
                  <a:pt x="6382432" y="2201099"/>
                  <a:pt x="6347628" y="2166295"/>
                  <a:pt x="6347628" y="2123364"/>
                </a:cubicBezTo>
                <a:cubicBezTo>
                  <a:pt x="6347628" y="2080429"/>
                  <a:pt x="6382432" y="2045628"/>
                  <a:pt x="6425365" y="2045628"/>
                </a:cubicBezTo>
                <a:close/>
                <a:moveTo>
                  <a:pt x="6241850" y="2045628"/>
                </a:moveTo>
                <a:cubicBezTo>
                  <a:pt x="6284783" y="2045628"/>
                  <a:pt x="6319587" y="2080429"/>
                  <a:pt x="6319587" y="2123364"/>
                </a:cubicBezTo>
                <a:cubicBezTo>
                  <a:pt x="6319587" y="2166295"/>
                  <a:pt x="6284783" y="2201099"/>
                  <a:pt x="6241850" y="2201099"/>
                </a:cubicBezTo>
                <a:cubicBezTo>
                  <a:pt x="6198917" y="2201099"/>
                  <a:pt x="6164113" y="2166295"/>
                  <a:pt x="6164113" y="2123364"/>
                </a:cubicBezTo>
                <a:cubicBezTo>
                  <a:pt x="6164113" y="2080429"/>
                  <a:pt x="6198917" y="2045628"/>
                  <a:pt x="6241850" y="2045628"/>
                </a:cubicBezTo>
                <a:close/>
                <a:moveTo>
                  <a:pt x="6053630" y="2045628"/>
                </a:moveTo>
                <a:cubicBezTo>
                  <a:pt x="6096563" y="2045628"/>
                  <a:pt x="6131367" y="2080429"/>
                  <a:pt x="6131367" y="2123364"/>
                </a:cubicBezTo>
                <a:cubicBezTo>
                  <a:pt x="6131367" y="2166295"/>
                  <a:pt x="6096563" y="2201099"/>
                  <a:pt x="6053630" y="2201099"/>
                </a:cubicBezTo>
                <a:cubicBezTo>
                  <a:pt x="6010698" y="2201099"/>
                  <a:pt x="5975894" y="2166295"/>
                  <a:pt x="5975894" y="2123364"/>
                </a:cubicBezTo>
                <a:cubicBezTo>
                  <a:pt x="5975894" y="2080429"/>
                  <a:pt x="6010698" y="2045628"/>
                  <a:pt x="6053630" y="2045628"/>
                </a:cubicBezTo>
                <a:close/>
                <a:moveTo>
                  <a:pt x="5870112" y="2045628"/>
                </a:moveTo>
                <a:cubicBezTo>
                  <a:pt x="5913045" y="2045628"/>
                  <a:pt x="5947849" y="2080429"/>
                  <a:pt x="5947849" y="2123364"/>
                </a:cubicBezTo>
                <a:cubicBezTo>
                  <a:pt x="5947849" y="2166295"/>
                  <a:pt x="5913045" y="2201099"/>
                  <a:pt x="5870112" y="2201099"/>
                </a:cubicBezTo>
                <a:cubicBezTo>
                  <a:pt x="5827179" y="2201099"/>
                  <a:pt x="5792375" y="2166295"/>
                  <a:pt x="5792375" y="2123364"/>
                </a:cubicBezTo>
                <a:cubicBezTo>
                  <a:pt x="5792375" y="2080429"/>
                  <a:pt x="5827179" y="2045628"/>
                  <a:pt x="5870112" y="2045628"/>
                </a:cubicBezTo>
                <a:close/>
                <a:moveTo>
                  <a:pt x="5681933" y="2045628"/>
                </a:moveTo>
                <a:cubicBezTo>
                  <a:pt x="5724824" y="2045628"/>
                  <a:pt x="5759628" y="2080429"/>
                  <a:pt x="5759628" y="2123364"/>
                </a:cubicBezTo>
                <a:cubicBezTo>
                  <a:pt x="5759628" y="2166295"/>
                  <a:pt x="5724824" y="2201099"/>
                  <a:pt x="5681933" y="2201099"/>
                </a:cubicBezTo>
                <a:cubicBezTo>
                  <a:pt x="5638990" y="2201099"/>
                  <a:pt x="5604176" y="2166295"/>
                  <a:pt x="5604176" y="2123364"/>
                </a:cubicBezTo>
                <a:cubicBezTo>
                  <a:pt x="5604176" y="2080429"/>
                  <a:pt x="5638990" y="2045628"/>
                  <a:pt x="5681933" y="2045628"/>
                </a:cubicBezTo>
                <a:close/>
                <a:moveTo>
                  <a:pt x="5498378" y="2045628"/>
                </a:moveTo>
                <a:cubicBezTo>
                  <a:pt x="5541312" y="2045628"/>
                  <a:pt x="5576126" y="2080429"/>
                  <a:pt x="5576126" y="2123364"/>
                </a:cubicBezTo>
                <a:cubicBezTo>
                  <a:pt x="5576126" y="2166295"/>
                  <a:pt x="5541312" y="2201099"/>
                  <a:pt x="5498378" y="2201099"/>
                </a:cubicBezTo>
                <a:cubicBezTo>
                  <a:pt x="5455449" y="2201099"/>
                  <a:pt x="5420640" y="2166295"/>
                  <a:pt x="5420640" y="2123364"/>
                </a:cubicBezTo>
                <a:cubicBezTo>
                  <a:pt x="5420640" y="2080429"/>
                  <a:pt x="5455449" y="2045628"/>
                  <a:pt x="5498378" y="2045628"/>
                </a:cubicBezTo>
                <a:close/>
                <a:moveTo>
                  <a:pt x="5310166" y="2045628"/>
                </a:moveTo>
                <a:cubicBezTo>
                  <a:pt x="5353095" y="2045628"/>
                  <a:pt x="5387898" y="2080429"/>
                  <a:pt x="5387898" y="2123364"/>
                </a:cubicBezTo>
                <a:cubicBezTo>
                  <a:pt x="5387898" y="2166295"/>
                  <a:pt x="5353095" y="2201099"/>
                  <a:pt x="5310166" y="2201099"/>
                </a:cubicBezTo>
                <a:cubicBezTo>
                  <a:pt x="5267235" y="2201099"/>
                  <a:pt x="5232440" y="2166295"/>
                  <a:pt x="5232440" y="2123364"/>
                </a:cubicBezTo>
                <a:cubicBezTo>
                  <a:pt x="5232440" y="2080429"/>
                  <a:pt x="5267235" y="2045628"/>
                  <a:pt x="5310166" y="2045628"/>
                </a:cubicBezTo>
                <a:close/>
                <a:moveTo>
                  <a:pt x="5126655" y="2045628"/>
                </a:moveTo>
                <a:cubicBezTo>
                  <a:pt x="5169590" y="2045628"/>
                  <a:pt x="5204392" y="2080429"/>
                  <a:pt x="5204392" y="2123364"/>
                </a:cubicBezTo>
                <a:cubicBezTo>
                  <a:pt x="5204392" y="2166295"/>
                  <a:pt x="5169590" y="2201099"/>
                  <a:pt x="5126655" y="2201099"/>
                </a:cubicBezTo>
                <a:cubicBezTo>
                  <a:pt x="5083740" y="2201099"/>
                  <a:pt x="5048928" y="2166295"/>
                  <a:pt x="5048928" y="2123364"/>
                </a:cubicBezTo>
                <a:cubicBezTo>
                  <a:pt x="5048928" y="2080429"/>
                  <a:pt x="5083740" y="2045628"/>
                  <a:pt x="5126655" y="2045628"/>
                </a:cubicBezTo>
                <a:close/>
                <a:moveTo>
                  <a:pt x="4938442" y="2045628"/>
                </a:moveTo>
                <a:cubicBezTo>
                  <a:pt x="4981380" y="2045628"/>
                  <a:pt x="5016173" y="2080429"/>
                  <a:pt x="5016173" y="2123364"/>
                </a:cubicBezTo>
                <a:cubicBezTo>
                  <a:pt x="5016173" y="2166295"/>
                  <a:pt x="4981380" y="2201099"/>
                  <a:pt x="4938442" y="2201099"/>
                </a:cubicBezTo>
                <a:cubicBezTo>
                  <a:pt x="4895516" y="2201099"/>
                  <a:pt x="4860706" y="2166295"/>
                  <a:pt x="4860706" y="2123364"/>
                </a:cubicBezTo>
                <a:cubicBezTo>
                  <a:pt x="4860706" y="2080429"/>
                  <a:pt x="4895516" y="2045628"/>
                  <a:pt x="4938442" y="2045628"/>
                </a:cubicBezTo>
                <a:close/>
                <a:moveTo>
                  <a:pt x="3061054" y="2045628"/>
                </a:moveTo>
                <a:cubicBezTo>
                  <a:pt x="3103979" y="2045628"/>
                  <a:pt x="3138789" y="2080429"/>
                  <a:pt x="3138789" y="2123364"/>
                </a:cubicBezTo>
                <a:cubicBezTo>
                  <a:pt x="3138789" y="2166295"/>
                  <a:pt x="3103979" y="2201099"/>
                  <a:pt x="3061054" y="2201099"/>
                </a:cubicBezTo>
                <a:cubicBezTo>
                  <a:pt x="3018110" y="2201099"/>
                  <a:pt x="2983301" y="2166295"/>
                  <a:pt x="2983301" y="2123364"/>
                </a:cubicBezTo>
                <a:cubicBezTo>
                  <a:pt x="2983301" y="2080429"/>
                  <a:pt x="3018110" y="2045628"/>
                  <a:pt x="3061054" y="2045628"/>
                </a:cubicBezTo>
                <a:close/>
                <a:moveTo>
                  <a:pt x="2882231" y="2045628"/>
                </a:moveTo>
                <a:cubicBezTo>
                  <a:pt x="2925163" y="2045628"/>
                  <a:pt x="2959973" y="2080429"/>
                  <a:pt x="2959973" y="2123364"/>
                </a:cubicBezTo>
                <a:cubicBezTo>
                  <a:pt x="2959973" y="2166295"/>
                  <a:pt x="2925163" y="2201099"/>
                  <a:pt x="2882231" y="2201099"/>
                </a:cubicBezTo>
                <a:cubicBezTo>
                  <a:pt x="2839307" y="2201099"/>
                  <a:pt x="2804507" y="2166295"/>
                  <a:pt x="2804507" y="2123364"/>
                </a:cubicBezTo>
                <a:cubicBezTo>
                  <a:pt x="2804507" y="2080429"/>
                  <a:pt x="2839307" y="2045628"/>
                  <a:pt x="2882231" y="2045628"/>
                </a:cubicBezTo>
                <a:close/>
                <a:moveTo>
                  <a:pt x="2689331" y="2045628"/>
                </a:moveTo>
                <a:cubicBezTo>
                  <a:pt x="2732262" y="2045628"/>
                  <a:pt x="2767041" y="2080429"/>
                  <a:pt x="2767041" y="2123364"/>
                </a:cubicBezTo>
                <a:cubicBezTo>
                  <a:pt x="2767041" y="2166295"/>
                  <a:pt x="2732262" y="2201099"/>
                  <a:pt x="2689331" y="2201099"/>
                </a:cubicBezTo>
                <a:cubicBezTo>
                  <a:pt x="2646391" y="2201099"/>
                  <a:pt x="2611599" y="2166295"/>
                  <a:pt x="2611599" y="2123364"/>
                </a:cubicBezTo>
                <a:cubicBezTo>
                  <a:pt x="2611599" y="2080429"/>
                  <a:pt x="2646391" y="2045628"/>
                  <a:pt x="2689331" y="2045628"/>
                </a:cubicBezTo>
                <a:close/>
                <a:moveTo>
                  <a:pt x="2510511" y="2045628"/>
                </a:moveTo>
                <a:cubicBezTo>
                  <a:pt x="2553455" y="2045628"/>
                  <a:pt x="2588257" y="2080429"/>
                  <a:pt x="2588257" y="2123364"/>
                </a:cubicBezTo>
                <a:cubicBezTo>
                  <a:pt x="2588257" y="2166295"/>
                  <a:pt x="2553455" y="2201099"/>
                  <a:pt x="2510511" y="2201099"/>
                </a:cubicBezTo>
                <a:cubicBezTo>
                  <a:pt x="2467567" y="2201099"/>
                  <a:pt x="2432754" y="2166295"/>
                  <a:pt x="2432754" y="2123364"/>
                </a:cubicBezTo>
                <a:cubicBezTo>
                  <a:pt x="2432754" y="2080429"/>
                  <a:pt x="2467567" y="2045628"/>
                  <a:pt x="2510511" y="2045628"/>
                </a:cubicBezTo>
                <a:close/>
                <a:moveTo>
                  <a:pt x="2317549" y="2045628"/>
                </a:moveTo>
                <a:cubicBezTo>
                  <a:pt x="2360478" y="2045628"/>
                  <a:pt x="2395290" y="2080429"/>
                  <a:pt x="2395290" y="2123364"/>
                </a:cubicBezTo>
                <a:cubicBezTo>
                  <a:pt x="2395290" y="2166295"/>
                  <a:pt x="2360478" y="2201099"/>
                  <a:pt x="2317549" y="2201099"/>
                </a:cubicBezTo>
                <a:cubicBezTo>
                  <a:pt x="2274622" y="2201099"/>
                  <a:pt x="2239824" y="2166295"/>
                  <a:pt x="2239824" y="2123364"/>
                </a:cubicBezTo>
                <a:cubicBezTo>
                  <a:pt x="2239824" y="2080429"/>
                  <a:pt x="2274622" y="2045628"/>
                  <a:pt x="2317549" y="2045628"/>
                </a:cubicBezTo>
                <a:close/>
                <a:moveTo>
                  <a:pt x="2129353" y="2045628"/>
                </a:moveTo>
                <a:cubicBezTo>
                  <a:pt x="2172280" y="2045628"/>
                  <a:pt x="2207079" y="2080429"/>
                  <a:pt x="2207079" y="2123364"/>
                </a:cubicBezTo>
                <a:cubicBezTo>
                  <a:pt x="2207079" y="2166295"/>
                  <a:pt x="2172280" y="2201099"/>
                  <a:pt x="2129353" y="2201099"/>
                </a:cubicBezTo>
                <a:cubicBezTo>
                  <a:pt x="2086426" y="2201099"/>
                  <a:pt x="2051627" y="2166295"/>
                  <a:pt x="2051627" y="2123364"/>
                </a:cubicBezTo>
                <a:cubicBezTo>
                  <a:pt x="2051627" y="2080429"/>
                  <a:pt x="2086426" y="2045628"/>
                  <a:pt x="2129353" y="2045628"/>
                </a:cubicBezTo>
                <a:close/>
                <a:moveTo>
                  <a:pt x="1941158" y="2045628"/>
                </a:moveTo>
                <a:cubicBezTo>
                  <a:pt x="1984085" y="2045628"/>
                  <a:pt x="2018884" y="2080429"/>
                  <a:pt x="2018884" y="2123364"/>
                </a:cubicBezTo>
                <a:cubicBezTo>
                  <a:pt x="2018884" y="2166295"/>
                  <a:pt x="1984085" y="2201099"/>
                  <a:pt x="1941158" y="2201099"/>
                </a:cubicBezTo>
                <a:cubicBezTo>
                  <a:pt x="1898231" y="2201099"/>
                  <a:pt x="1863432" y="2166295"/>
                  <a:pt x="1863432" y="2123364"/>
                </a:cubicBezTo>
                <a:cubicBezTo>
                  <a:pt x="1863432" y="2080429"/>
                  <a:pt x="1898231" y="2045628"/>
                  <a:pt x="1941158" y="2045628"/>
                </a:cubicBezTo>
                <a:close/>
                <a:moveTo>
                  <a:pt x="1757668" y="2045628"/>
                </a:moveTo>
                <a:cubicBezTo>
                  <a:pt x="1800594" y="2045628"/>
                  <a:pt x="1835395" y="2080429"/>
                  <a:pt x="1835395" y="2123364"/>
                </a:cubicBezTo>
                <a:cubicBezTo>
                  <a:pt x="1835395" y="2166295"/>
                  <a:pt x="1800594" y="2201099"/>
                  <a:pt x="1757668" y="2201099"/>
                </a:cubicBezTo>
                <a:cubicBezTo>
                  <a:pt x="1714724" y="2201099"/>
                  <a:pt x="1679938" y="2166295"/>
                  <a:pt x="1679938" y="2123364"/>
                </a:cubicBezTo>
                <a:cubicBezTo>
                  <a:pt x="1679938" y="2080429"/>
                  <a:pt x="1714724" y="2045628"/>
                  <a:pt x="1757668" y="2045628"/>
                </a:cubicBezTo>
                <a:close/>
                <a:moveTo>
                  <a:pt x="1569426" y="2045628"/>
                </a:moveTo>
                <a:cubicBezTo>
                  <a:pt x="1612396" y="2045628"/>
                  <a:pt x="1647197" y="2080429"/>
                  <a:pt x="1647197" y="2123364"/>
                </a:cubicBezTo>
                <a:cubicBezTo>
                  <a:pt x="1647197" y="2166295"/>
                  <a:pt x="1612396" y="2201099"/>
                  <a:pt x="1569426" y="2201099"/>
                </a:cubicBezTo>
                <a:cubicBezTo>
                  <a:pt x="1526528" y="2201099"/>
                  <a:pt x="1491717" y="2166295"/>
                  <a:pt x="1491717" y="2123364"/>
                </a:cubicBezTo>
                <a:cubicBezTo>
                  <a:pt x="1491717" y="2080429"/>
                  <a:pt x="1526528" y="2045628"/>
                  <a:pt x="1569426" y="2045628"/>
                </a:cubicBezTo>
                <a:close/>
                <a:moveTo>
                  <a:pt x="1385908" y="2045628"/>
                </a:moveTo>
                <a:cubicBezTo>
                  <a:pt x="1428853" y="2045628"/>
                  <a:pt x="1463665" y="2080429"/>
                  <a:pt x="1463665" y="2123364"/>
                </a:cubicBezTo>
                <a:cubicBezTo>
                  <a:pt x="1463665" y="2166295"/>
                  <a:pt x="1428853" y="2201099"/>
                  <a:pt x="1385908" y="2201099"/>
                </a:cubicBezTo>
                <a:cubicBezTo>
                  <a:pt x="1342963" y="2201099"/>
                  <a:pt x="1308151" y="2166295"/>
                  <a:pt x="1308151" y="2123364"/>
                </a:cubicBezTo>
                <a:cubicBezTo>
                  <a:pt x="1308151" y="2080429"/>
                  <a:pt x="1342963" y="2045628"/>
                  <a:pt x="1385908" y="2045628"/>
                </a:cubicBezTo>
                <a:close/>
                <a:moveTo>
                  <a:pt x="1202367" y="2045628"/>
                </a:moveTo>
                <a:cubicBezTo>
                  <a:pt x="1245297" y="2045628"/>
                  <a:pt x="1280100" y="2080429"/>
                  <a:pt x="1280100" y="2123364"/>
                </a:cubicBezTo>
                <a:cubicBezTo>
                  <a:pt x="1280100" y="2166295"/>
                  <a:pt x="1245297" y="2201099"/>
                  <a:pt x="1202367" y="2201099"/>
                </a:cubicBezTo>
                <a:cubicBezTo>
                  <a:pt x="1159417" y="2201099"/>
                  <a:pt x="1124653" y="2166295"/>
                  <a:pt x="1124653" y="2123364"/>
                </a:cubicBezTo>
                <a:cubicBezTo>
                  <a:pt x="1124653" y="2080429"/>
                  <a:pt x="1159417" y="2045628"/>
                  <a:pt x="1202367" y="2045628"/>
                </a:cubicBezTo>
                <a:close/>
                <a:moveTo>
                  <a:pt x="1014132" y="2045628"/>
                </a:moveTo>
                <a:cubicBezTo>
                  <a:pt x="1057059" y="2045628"/>
                  <a:pt x="1091893" y="2080429"/>
                  <a:pt x="1091893" y="2123364"/>
                </a:cubicBezTo>
                <a:cubicBezTo>
                  <a:pt x="1091893" y="2166295"/>
                  <a:pt x="1057059" y="2201099"/>
                  <a:pt x="1014132" y="2201099"/>
                </a:cubicBezTo>
                <a:cubicBezTo>
                  <a:pt x="971236" y="2201099"/>
                  <a:pt x="936429" y="2166295"/>
                  <a:pt x="936429" y="2123364"/>
                </a:cubicBezTo>
                <a:cubicBezTo>
                  <a:pt x="936429" y="2080429"/>
                  <a:pt x="971236" y="2045628"/>
                  <a:pt x="1014132" y="2045628"/>
                </a:cubicBezTo>
                <a:close/>
                <a:moveTo>
                  <a:pt x="830626" y="2045628"/>
                </a:moveTo>
                <a:cubicBezTo>
                  <a:pt x="873548" y="2045628"/>
                  <a:pt x="908383" y="2080429"/>
                  <a:pt x="908383" y="2123364"/>
                </a:cubicBezTo>
                <a:cubicBezTo>
                  <a:pt x="908383" y="2166295"/>
                  <a:pt x="873548" y="2201099"/>
                  <a:pt x="830626" y="2201099"/>
                </a:cubicBezTo>
                <a:cubicBezTo>
                  <a:pt x="787687" y="2201099"/>
                  <a:pt x="752883" y="2166295"/>
                  <a:pt x="752883" y="2123364"/>
                </a:cubicBezTo>
                <a:cubicBezTo>
                  <a:pt x="752883" y="2080429"/>
                  <a:pt x="787687" y="2045628"/>
                  <a:pt x="830626" y="2045628"/>
                </a:cubicBezTo>
                <a:close/>
                <a:moveTo>
                  <a:pt x="642394" y="2045628"/>
                </a:moveTo>
                <a:cubicBezTo>
                  <a:pt x="685333" y="2045628"/>
                  <a:pt x="720135" y="2080429"/>
                  <a:pt x="720135" y="2123364"/>
                </a:cubicBezTo>
                <a:cubicBezTo>
                  <a:pt x="720135" y="2166295"/>
                  <a:pt x="685333" y="2201099"/>
                  <a:pt x="642394" y="2201099"/>
                </a:cubicBezTo>
                <a:cubicBezTo>
                  <a:pt x="599465" y="2201099"/>
                  <a:pt x="564661" y="2166295"/>
                  <a:pt x="564661" y="2123364"/>
                </a:cubicBezTo>
                <a:cubicBezTo>
                  <a:pt x="564661" y="2080429"/>
                  <a:pt x="599465" y="2045628"/>
                  <a:pt x="642394" y="2045628"/>
                </a:cubicBezTo>
                <a:close/>
                <a:moveTo>
                  <a:pt x="458881" y="2045628"/>
                </a:moveTo>
                <a:cubicBezTo>
                  <a:pt x="501813" y="2045628"/>
                  <a:pt x="536619" y="2080429"/>
                  <a:pt x="536619" y="2123364"/>
                </a:cubicBezTo>
                <a:cubicBezTo>
                  <a:pt x="536619" y="2166295"/>
                  <a:pt x="501813" y="2201099"/>
                  <a:pt x="458881" y="2201099"/>
                </a:cubicBezTo>
                <a:cubicBezTo>
                  <a:pt x="415949" y="2201099"/>
                  <a:pt x="381147" y="2166295"/>
                  <a:pt x="381147" y="2123364"/>
                </a:cubicBezTo>
                <a:cubicBezTo>
                  <a:pt x="381147" y="2080429"/>
                  <a:pt x="415949" y="2045628"/>
                  <a:pt x="458881" y="2045628"/>
                </a:cubicBezTo>
                <a:close/>
                <a:moveTo>
                  <a:pt x="270660" y="2045628"/>
                </a:moveTo>
                <a:cubicBezTo>
                  <a:pt x="313592" y="2045628"/>
                  <a:pt x="348397" y="2080429"/>
                  <a:pt x="348397" y="2123364"/>
                </a:cubicBezTo>
                <a:cubicBezTo>
                  <a:pt x="348397" y="2166295"/>
                  <a:pt x="313592" y="2201099"/>
                  <a:pt x="270660" y="2201099"/>
                </a:cubicBezTo>
                <a:cubicBezTo>
                  <a:pt x="227727" y="2201099"/>
                  <a:pt x="192923" y="2166295"/>
                  <a:pt x="192923" y="2123364"/>
                </a:cubicBezTo>
                <a:cubicBezTo>
                  <a:pt x="192923" y="2080429"/>
                  <a:pt x="227727" y="2045628"/>
                  <a:pt x="270660" y="2045628"/>
                </a:cubicBezTo>
                <a:close/>
                <a:moveTo>
                  <a:pt x="77736" y="2045628"/>
                </a:moveTo>
                <a:cubicBezTo>
                  <a:pt x="120669" y="2045628"/>
                  <a:pt x="155473" y="2080429"/>
                  <a:pt x="155473" y="2123364"/>
                </a:cubicBezTo>
                <a:cubicBezTo>
                  <a:pt x="155473" y="2166295"/>
                  <a:pt x="120669" y="2201099"/>
                  <a:pt x="77736" y="2201099"/>
                </a:cubicBezTo>
                <a:cubicBezTo>
                  <a:pt x="34804" y="2201099"/>
                  <a:pt x="0" y="2166295"/>
                  <a:pt x="0" y="2123364"/>
                </a:cubicBezTo>
                <a:cubicBezTo>
                  <a:pt x="0" y="2080429"/>
                  <a:pt x="34804" y="2045628"/>
                  <a:pt x="77736" y="2045628"/>
                </a:cubicBezTo>
                <a:close/>
                <a:moveTo>
                  <a:pt x="10275128" y="1933986"/>
                </a:moveTo>
                <a:lnTo>
                  <a:pt x="10323317" y="1976399"/>
                </a:lnTo>
                <a:lnTo>
                  <a:pt x="10370187" y="2022880"/>
                </a:lnTo>
                <a:lnTo>
                  <a:pt x="10349781" y="2026999"/>
                </a:lnTo>
                <a:cubicBezTo>
                  <a:pt x="10306848" y="2026999"/>
                  <a:pt x="10272044" y="1992195"/>
                  <a:pt x="10272044" y="1949263"/>
                </a:cubicBezTo>
                <a:close/>
                <a:moveTo>
                  <a:pt x="96225" y="1875259"/>
                </a:moveTo>
                <a:lnTo>
                  <a:pt x="108003" y="1877637"/>
                </a:lnTo>
                <a:cubicBezTo>
                  <a:pt x="135903" y="1889437"/>
                  <a:pt x="155480" y="1917063"/>
                  <a:pt x="155480" y="1949264"/>
                </a:cubicBezTo>
                <a:cubicBezTo>
                  <a:pt x="155480" y="1992197"/>
                  <a:pt x="120677" y="2026999"/>
                  <a:pt x="77744" y="2026999"/>
                </a:cubicBezTo>
                <a:cubicBezTo>
                  <a:pt x="45545" y="2026999"/>
                  <a:pt x="17918" y="2007423"/>
                  <a:pt x="6117" y="1979522"/>
                </a:cubicBezTo>
                <a:lnTo>
                  <a:pt x="1839" y="1958332"/>
                </a:lnTo>
                <a:close/>
                <a:moveTo>
                  <a:pt x="9413378" y="1871528"/>
                </a:moveTo>
                <a:cubicBezTo>
                  <a:pt x="9456311" y="1871528"/>
                  <a:pt x="9491115" y="1906330"/>
                  <a:pt x="9491115" y="1949264"/>
                </a:cubicBezTo>
                <a:cubicBezTo>
                  <a:pt x="9491115" y="1992197"/>
                  <a:pt x="9456311" y="2026999"/>
                  <a:pt x="9413378" y="2026999"/>
                </a:cubicBezTo>
                <a:cubicBezTo>
                  <a:pt x="9370445" y="2026999"/>
                  <a:pt x="9335641" y="1992197"/>
                  <a:pt x="9335641" y="1949264"/>
                </a:cubicBezTo>
                <a:cubicBezTo>
                  <a:pt x="9335641" y="1906330"/>
                  <a:pt x="9370445" y="1871528"/>
                  <a:pt x="9413378" y="1871528"/>
                </a:cubicBezTo>
                <a:close/>
                <a:moveTo>
                  <a:pt x="9234570" y="1871528"/>
                </a:moveTo>
                <a:cubicBezTo>
                  <a:pt x="9277503" y="1871528"/>
                  <a:pt x="9312307" y="1906330"/>
                  <a:pt x="9312307" y="1949264"/>
                </a:cubicBezTo>
                <a:cubicBezTo>
                  <a:pt x="9312307" y="1992197"/>
                  <a:pt x="9277503" y="2026999"/>
                  <a:pt x="9234570" y="2026999"/>
                </a:cubicBezTo>
                <a:cubicBezTo>
                  <a:pt x="9191637" y="2026999"/>
                  <a:pt x="9156833" y="1992197"/>
                  <a:pt x="9156833" y="1949264"/>
                </a:cubicBezTo>
                <a:cubicBezTo>
                  <a:pt x="9156833" y="1906330"/>
                  <a:pt x="9191637" y="1871528"/>
                  <a:pt x="9234570" y="1871528"/>
                </a:cubicBezTo>
                <a:close/>
                <a:moveTo>
                  <a:pt x="9036936" y="1871528"/>
                </a:moveTo>
                <a:cubicBezTo>
                  <a:pt x="9079869" y="1871528"/>
                  <a:pt x="9114673" y="1906330"/>
                  <a:pt x="9114673" y="1949264"/>
                </a:cubicBezTo>
                <a:cubicBezTo>
                  <a:pt x="9114673" y="1992197"/>
                  <a:pt x="9079869" y="2026999"/>
                  <a:pt x="9036936" y="2026999"/>
                </a:cubicBezTo>
                <a:cubicBezTo>
                  <a:pt x="8994003" y="2026999"/>
                  <a:pt x="8959199" y="1992197"/>
                  <a:pt x="8959199" y="1949264"/>
                </a:cubicBezTo>
                <a:cubicBezTo>
                  <a:pt x="8959199" y="1906330"/>
                  <a:pt x="8994003" y="1871528"/>
                  <a:pt x="9036936" y="1871528"/>
                </a:cubicBezTo>
                <a:close/>
                <a:moveTo>
                  <a:pt x="8853421" y="1871528"/>
                </a:moveTo>
                <a:cubicBezTo>
                  <a:pt x="8896354" y="1871528"/>
                  <a:pt x="8931158" y="1906330"/>
                  <a:pt x="8931158" y="1949264"/>
                </a:cubicBezTo>
                <a:cubicBezTo>
                  <a:pt x="8931158" y="1992197"/>
                  <a:pt x="8896354" y="2026999"/>
                  <a:pt x="8853421" y="2026999"/>
                </a:cubicBezTo>
                <a:cubicBezTo>
                  <a:pt x="8810489" y="2026999"/>
                  <a:pt x="8775685" y="1992197"/>
                  <a:pt x="8775685" y="1949264"/>
                </a:cubicBezTo>
                <a:cubicBezTo>
                  <a:pt x="8775685" y="1906330"/>
                  <a:pt x="8810489" y="1871528"/>
                  <a:pt x="8853421" y="1871528"/>
                </a:cubicBezTo>
                <a:close/>
                <a:moveTo>
                  <a:pt x="8669907" y="1871528"/>
                </a:moveTo>
                <a:cubicBezTo>
                  <a:pt x="8712840" y="1871528"/>
                  <a:pt x="8747644" y="1906330"/>
                  <a:pt x="8747644" y="1949264"/>
                </a:cubicBezTo>
                <a:cubicBezTo>
                  <a:pt x="8747644" y="1992197"/>
                  <a:pt x="8712840" y="2026999"/>
                  <a:pt x="8669907" y="2026999"/>
                </a:cubicBezTo>
                <a:cubicBezTo>
                  <a:pt x="8626974" y="2026999"/>
                  <a:pt x="8592170" y="1992197"/>
                  <a:pt x="8592170" y="1949264"/>
                </a:cubicBezTo>
                <a:cubicBezTo>
                  <a:pt x="8592170" y="1906330"/>
                  <a:pt x="8626974" y="1871528"/>
                  <a:pt x="8669907" y="1871528"/>
                </a:cubicBezTo>
                <a:close/>
                <a:moveTo>
                  <a:pt x="8481683" y="1871528"/>
                </a:moveTo>
                <a:cubicBezTo>
                  <a:pt x="8524616" y="1871528"/>
                  <a:pt x="8559420" y="1906330"/>
                  <a:pt x="8559420" y="1949264"/>
                </a:cubicBezTo>
                <a:cubicBezTo>
                  <a:pt x="8559420" y="1992197"/>
                  <a:pt x="8524616" y="2026999"/>
                  <a:pt x="8481683" y="2026999"/>
                </a:cubicBezTo>
                <a:cubicBezTo>
                  <a:pt x="8438750" y="2026999"/>
                  <a:pt x="8403946" y="1992197"/>
                  <a:pt x="8403946" y="1949264"/>
                </a:cubicBezTo>
                <a:cubicBezTo>
                  <a:pt x="8403946" y="1906330"/>
                  <a:pt x="8438750" y="1871528"/>
                  <a:pt x="8481683" y="1871528"/>
                </a:cubicBezTo>
                <a:close/>
                <a:moveTo>
                  <a:pt x="8298167" y="1871528"/>
                </a:moveTo>
                <a:cubicBezTo>
                  <a:pt x="8341100" y="1871528"/>
                  <a:pt x="8375904" y="1906330"/>
                  <a:pt x="8375904" y="1949264"/>
                </a:cubicBezTo>
                <a:cubicBezTo>
                  <a:pt x="8375904" y="1992197"/>
                  <a:pt x="8341100" y="2026999"/>
                  <a:pt x="8298167" y="2026999"/>
                </a:cubicBezTo>
                <a:cubicBezTo>
                  <a:pt x="8255235" y="2026999"/>
                  <a:pt x="8220430" y="1992197"/>
                  <a:pt x="8220430" y="1949264"/>
                </a:cubicBezTo>
                <a:cubicBezTo>
                  <a:pt x="8220430" y="1906330"/>
                  <a:pt x="8255235" y="1871528"/>
                  <a:pt x="8298167" y="1871528"/>
                </a:cubicBezTo>
                <a:close/>
                <a:moveTo>
                  <a:pt x="8109949" y="1871528"/>
                </a:moveTo>
                <a:cubicBezTo>
                  <a:pt x="8152882" y="1871528"/>
                  <a:pt x="8187686" y="1906330"/>
                  <a:pt x="8187686" y="1949264"/>
                </a:cubicBezTo>
                <a:cubicBezTo>
                  <a:pt x="8187686" y="1992197"/>
                  <a:pt x="8152882" y="2026999"/>
                  <a:pt x="8109949" y="2026999"/>
                </a:cubicBezTo>
                <a:cubicBezTo>
                  <a:pt x="8067016" y="2026999"/>
                  <a:pt x="8032212" y="1992197"/>
                  <a:pt x="8032212" y="1949264"/>
                </a:cubicBezTo>
                <a:cubicBezTo>
                  <a:pt x="8032212" y="1906330"/>
                  <a:pt x="8067016" y="1871528"/>
                  <a:pt x="8109949" y="1871528"/>
                </a:cubicBezTo>
                <a:close/>
                <a:moveTo>
                  <a:pt x="7926432" y="1871528"/>
                </a:moveTo>
                <a:cubicBezTo>
                  <a:pt x="7969364" y="1871528"/>
                  <a:pt x="8004169" y="1906330"/>
                  <a:pt x="8004169" y="1949264"/>
                </a:cubicBezTo>
                <a:cubicBezTo>
                  <a:pt x="8004169" y="1992197"/>
                  <a:pt x="7969364" y="2026999"/>
                  <a:pt x="7926432" y="2026999"/>
                </a:cubicBezTo>
                <a:cubicBezTo>
                  <a:pt x="7883499" y="2026999"/>
                  <a:pt x="7848695" y="1992197"/>
                  <a:pt x="7848695" y="1949264"/>
                </a:cubicBezTo>
                <a:cubicBezTo>
                  <a:pt x="7848695" y="1906330"/>
                  <a:pt x="7883499" y="1871528"/>
                  <a:pt x="7926432" y="1871528"/>
                </a:cubicBezTo>
                <a:close/>
                <a:moveTo>
                  <a:pt x="7738211" y="1871528"/>
                </a:moveTo>
                <a:cubicBezTo>
                  <a:pt x="7781143" y="1871528"/>
                  <a:pt x="7815947" y="1906330"/>
                  <a:pt x="7815947" y="1949264"/>
                </a:cubicBezTo>
                <a:cubicBezTo>
                  <a:pt x="7815947" y="1992197"/>
                  <a:pt x="7781143" y="2026999"/>
                  <a:pt x="7738211" y="2026999"/>
                </a:cubicBezTo>
                <a:cubicBezTo>
                  <a:pt x="7695278" y="2026999"/>
                  <a:pt x="7660474" y="1992197"/>
                  <a:pt x="7660474" y="1949264"/>
                </a:cubicBezTo>
                <a:cubicBezTo>
                  <a:pt x="7660474" y="1906330"/>
                  <a:pt x="7695278" y="1871528"/>
                  <a:pt x="7738211" y="1871528"/>
                </a:cubicBezTo>
                <a:close/>
                <a:moveTo>
                  <a:pt x="7554693" y="1871528"/>
                </a:moveTo>
                <a:cubicBezTo>
                  <a:pt x="7597626" y="1871528"/>
                  <a:pt x="7632430" y="1906330"/>
                  <a:pt x="7632430" y="1949264"/>
                </a:cubicBezTo>
                <a:cubicBezTo>
                  <a:pt x="7632430" y="1992197"/>
                  <a:pt x="7597626" y="2026999"/>
                  <a:pt x="7554693" y="2026999"/>
                </a:cubicBezTo>
                <a:cubicBezTo>
                  <a:pt x="7511761" y="2026999"/>
                  <a:pt x="7476957" y="1992197"/>
                  <a:pt x="7476957" y="1949264"/>
                </a:cubicBezTo>
                <a:cubicBezTo>
                  <a:pt x="7476957" y="1906330"/>
                  <a:pt x="7511761" y="1871528"/>
                  <a:pt x="7554693" y="1871528"/>
                </a:cubicBezTo>
                <a:close/>
                <a:moveTo>
                  <a:pt x="7366472" y="1871528"/>
                </a:moveTo>
                <a:cubicBezTo>
                  <a:pt x="7409405" y="1871528"/>
                  <a:pt x="7444209" y="1906330"/>
                  <a:pt x="7444209" y="1949264"/>
                </a:cubicBezTo>
                <a:cubicBezTo>
                  <a:pt x="7444209" y="1992197"/>
                  <a:pt x="7409405" y="2026999"/>
                  <a:pt x="7366472" y="2026999"/>
                </a:cubicBezTo>
                <a:cubicBezTo>
                  <a:pt x="7323540" y="2026999"/>
                  <a:pt x="7288736" y="1992197"/>
                  <a:pt x="7288736" y="1949264"/>
                </a:cubicBezTo>
                <a:cubicBezTo>
                  <a:pt x="7288736" y="1906330"/>
                  <a:pt x="7323540" y="1871528"/>
                  <a:pt x="7366472" y="1871528"/>
                </a:cubicBezTo>
                <a:close/>
                <a:moveTo>
                  <a:pt x="7178251" y="1871528"/>
                </a:moveTo>
                <a:cubicBezTo>
                  <a:pt x="7221184" y="1871528"/>
                  <a:pt x="7255988" y="1906330"/>
                  <a:pt x="7255988" y="1949264"/>
                </a:cubicBezTo>
                <a:cubicBezTo>
                  <a:pt x="7255988" y="1992197"/>
                  <a:pt x="7221184" y="2026999"/>
                  <a:pt x="7178251" y="2026999"/>
                </a:cubicBezTo>
                <a:cubicBezTo>
                  <a:pt x="7135319" y="2026999"/>
                  <a:pt x="7100514" y="1992197"/>
                  <a:pt x="7100514" y="1949264"/>
                </a:cubicBezTo>
                <a:cubicBezTo>
                  <a:pt x="7100514" y="1906330"/>
                  <a:pt x="7135319" y="1871528"/>
                  <a:pt x="7178251" y="1871528"/>
                </a:cubicBezTo>
                <a:close/>
                <a:moveTo>
                  <a:pt x="6985327" y="1871528"/>
                </a:moveTo>
                <a:cubicBezTo>
                  <a:pt x="7028260" y="1871528"/>
                  <a:pt x="7063064" y="1906330"/>
                  <a:pt x="7063064" y="1949264"/>
                </a:cubicBezTo>
                <a:cubicBezTo>
                  <a:pt x="7063064" y="1992197"/>
                  <a:pt x="7028260" y="2026999"/>
                  <a:pt x="6985327" y="2026999"/>
                </a:cubicBezTo>
                <a:cubicBezTo>
                  <a:pt x="6942394" y="2026999"/>
                  <a:pt x="6907590" y="1992197"/>
                  <a:pt x="6907590" y="1949264"/>
                </a:cubicBezTo>
                <a:cubicBezTo>
                  <a:pt x="6907590" y="1906330"/>
                  <a:pt x="6942394" y="1871528"/>
                  <a:pt x="6985327" y="1871528"/>
                </a:cubicBezTo>
                <a:close/>
                <a:moveTo>
                  <a:pt x="6801807" y="1871528"/>
                </a:moveTo>
                <a:cubicBezTo>
                  <a:pt x="6844740" y="1871528"/>
                  <a:pt x="6879544" y="1906330"/>
                  <a:pt x="6879544" y="1949264"/>
                </a:cubicBezTo>
                <a:cubicBezTo>
                  <a:pt x="6879544" y="1992197"/>
                  <a:pt x="6844740" y="2026999"/>
                  <a:pt x="6801807" y="2026999"/>
                </a:cubicBezTo>
                <a:cubicBezTo>
                  <a:pt x="6758874" y="2026999"/>
                  <a:pt x="6724070" y="1992197"/>
                  <a:pt x="6724070" y="1949264"/>
                </a:cubicBezTo>
                <a:cubicBezTo>
                  <a:pt x="6724070" y="1906330"/>
                  <a:pt x="6758874" y="1871528"/>
                  <a:pt x="6801807" y="1871528"/>
                </a:cubicBezTo>
                <a:close/>
                <a:moveTo>
                  <a:pt x="6613586" y="1871528"/>
                </a:moveTo>
                <a:cubicBezTo>
                  <a:pt x="6656519" y="1871528"/>
                  <a:pt x="6691323" y="1906330"/>
                  <a:pt x="6691323" y="1949264"/>
                </a:cubicBezTo>
                <a:cubicBezTo>
                  <a:pt x="6691323" y="1992197"/>
                  <a:pt x="6656519" y="2026999"/>
                  <a:pt x="6613586" y="2026999"/>
                </a:cubicBezTo>
                <a:cubicBezTo>
                  <a:pt x="6570653" y="2026999"/>
                  <a:pt x="6535849" y="1992197"/>
                  <a:pt x="6535849" y="1949264"/>
                </a:cubicBezTo>
                <a:cubicBezTo>
                  <a:pt x="6535849" y="1906330"/>
                  <a:pt x="6570653" y="1871528"/>
                  <a:pt x="6613586" y="1871528"/>
                </a:cubicBezTo>
                <a:close/>
                <a:moveTo>
                  <a:pt x="6425365" y="1871528"/>
                </a:moveTo>
                <a:cubicBezTo>
                  <a:pt x="6468298" y="1871528"/>
                  <a:pt x="6503102" y="1906330"/>
                  <a:pt x="6503102" y="1949264"/>
                </a:cubicBezTo>
                <a:cubicBezTo>
                  <a:pt x="6503102" y="1992197"/>
                  <a:pt x="6468298" y="2026999"/>
                  <a:pt x="6425365" y="2026999"/>
                </a:cubicBezTo>
                <a:cubicBezTo>
                  <a:pt x="6382432" y="2026999"/>
                  <a:pt x="6347628" y="1992197"/>
                  <a:pt x="6347628" y="1949264"/>
                </a:cubicBezTo>
                <a:cubicBezTo>
                  <a:pt x="6347628" y="1906330"/>
                  <a:pt x="6382432" y="1871528"/>
                  <a:pt x="6425365" y="1871528"/>
                </a:cubicBezTo>
                <a:close/>
                <a:moveTo>
                  <a:pt x="6241850" y="1871528"/>
                </a:moveTo>
                <a:cubicBezTo>
                  <a:pt x="6284783" y="1871528"/>
                  <a:pt x="6319587" y="1906330"/>
                  <a:pt x="6319587" y="1949264"/>
                </a:cubicBezTo>
                <a:cubicBezTo>
                  <a:pt x="6319587" y="1992197"/>
                  <a:pt x="6284783" y="2026999"/>
                  <a:pt x="6241850" y="2026999"/>
                </a:cubicBezTo>
                <a:cubicBezTo>
                  <a:pt x="6198917" y="2026999"/>
                  <a:pt x="6164113" y="1992197"/>
                  <a:pt x="6164113" y="1949264"/>
                </a:cubicBezTo>
                <a:cubicBezTo>
                  <a:pt x="6164113" y="1906330"/>
                  <a:pt x="6198917" y="1871528"/>
                  <a:pt x="6241850" y="1871528"/>
                </a:cubicBezTo>
                <a:close/>
                <a:moveTo>
                  <a:pt x="5681936" y="1871528"/>
                </a:moveTo>
                <a:cubicBezTo>
                  <a:pt x="5724824" y="1871528"/>
                  <a:pt x="5759628" y="1906330"/>
                  <a:pt x="5759628" y="1949264"/>
                </a:cubicBezTo>
                <a:cubicBezTo>
                  <a:pt x="5759628" y="1992197"/>
                  <a:pt x="5724824" y="2026999"/>
                  <a:pt x="5681936" y="2026999"/>
                </a:cubicBezTo>
                <a:cubicBezTo>
                  <a:pt x="5638990" y="2026999"/>
                  <a:pt x="5604176" y="1992197"/>
                  <a:pt x="5604176" y="1949264"/>
                </a:cubicBezTo>
                <a:cubicBezTo>
                  <a:pt x="5604176" y="1906330"/>
                  <a:pt x="5638990" y="1871528"/>
                  <a:pt x="5681936" y="1871528"/>
                </a:cubicBezTo>
                <a:close/>
                <a:moveTo>
                  <a:pt x="5126655" y="1871528"/>
                </a:moveTo>
                <a:cubicBezTo>
                  <a:pt x="5169590" y="1871528"/>
                  <a:pt x="5204395" y="1906330"/>
                  <a:pt x="5204395" y="1949264"/>
                </a:cubicBezTo>
                <a:cubicBezTo>
                  <a:pt x="5204395" y="1992197"/>
                  <a:pt x="5169590" y="2026999"/>
                  <a:pt x="5126655" y="2026999"/>
                </a:cubicBezTo>
                <a:cubicBezTo>
                  <a:pt x="5083744" y="2026999"/>
                  <a:pt x="5048931" y="1992197"/>
                  <a:pt x="5048931" y="1949264"/>
                </a:cubicBezTo>
                <a:cubicBezTo>
                  <a:pt x="5048931" y="1906330"/>
                  <a:pt x="5083744" y="1871528"/>
                  <a:pt x="5126655" y="1871528"/>
                </a:cubicBezTo>
                <a:close/>
                <a:moveTo>
                  <a:pt x="2882240" y="1871528"/>
                </a:moveTo>
                <a:cubicBezTo>
                  <a:pt x="2925171" y="1871528"/>
                  <a:pt x="2959981" y="1906330"/>
                  <a:pt x="2959981" y="1949264"/>
                </a:cubicBezTo>
                <a:cubicBezTo>
                  <a:pt x="2959981" y="1992197"/>
                  <a:pt x="2925171" y="2026999"/>
                  <a:pt x="2882240" y="2026999"/>
                </a:cubicBezTo>
                <a:cubicBezTo>
                  <a:pt x="2839316" y="2026999"/>
                  <a:pt x="2804517" y="1992197"/>
                  <a:pt x="2804517" y="1949264"/>
                </a:cubicBezTo>
                <a:cubicBezTo>
                  <a:pt x="2804517" y="1906330"/>
                  <a:pt x="2839316" y="1871528"/>
                  <a:pt x="2882240" y="1871528"/>
                </a:cubicBezTo>
                <a:close/>
                <a:moveTo>
                  <a:pt x="2689340" y="1871528"/>
                </a:moveTo>
                <a:cubicBezTo>
                  <a:pt x="2732269" y="1871528"/>
                  <a:pt x="2767048" y="1906330"/>
                  <a:pt x="2767048" y="1949264"/>
                </a:cubicBezTo>
                <a:cubicBezTo>
                  <a:pt x="2767048" y="1992197"/>
                  <a:pt x="2732269" y="2026999"/>
                  <a:pt x="2689340" y="2026999"/>
                </a:cubicBezTo>
                <a:cubicBezTo>
                  <a:pt x="2646398" y="2026999"/>
                  <a:pt x="2611606" y="1992197"/>
                  <a:pt x="2611606" y="1949264"/>
                </a:cubicBezTo>
                <a:cubicBezTo>
                  <a:pt x="2611606" y="1906330"/>
                  <a:pt x="2646398" y="1871528"/>
                  <a:pt x="2689340" y="1871528"/>
                </a:cubicBezTo>
                <a:close/>
                <a:moveTo>
                  <a:pt x="2510519" y="1871528"/>
                </a:moveTo>
                <a:cubicBezTo>
                  <a:pt x="2553465" y="1871528"/>
                  <a:pt x="2588265" y="1906330"/>
                  <a:pt x="2588265" y="1949264"/>
                </a:cubicBezTo>
                <a:cubicBezTo>
                  <a:pt x="2588265" y="1992197"/>
                  <a:pt x="2553465" y="2026999"/>
                  <a:pt x="2510519" y="2026999"/>
                </a:cubicBezTo>
                <a:cubicBezTo>
                  <a:pt x="2467576" y="2026999"/>
                  <a:pt x="2432762" y="1992197"/>
                  <a:pt x="2432762" y="1949264"/>
                </a:cubicBezTo>
                <a:cubicBezTo>
                  <a:pt x="2432762" y="1906330"/>
                  <a:pt x="2467576" y="1871528"/>
                  <a:pt x="2510519" y="1871528"/>
                </a:cubicBezTo>
                <a:close/>
                <a:moveTo>
                  <a:pt x="2317556" y="1871528"/>
                </a:moveTo>
                <a:cubicBezTo>
                  <a:pt x="2360484" y="1871528"/>
                  <a:pt x="2395296" y="1906330"/>
                  <a:pt x="2395296" y="1949264"/>
                </a:cubicBezTo>
                <a:cubicBezTo>
                  <a:pt x="2395296" y="1992197"/>
                  <a:pt x="2360484" y="2026999"/>
                  <a:pt x="2317556" y="2026999"/>
                </a:cubicBezTo>
                <a:cubicBezTo>
                  <a:pt x="2274629" y="2026999"/>
                  <a:pt x="2239831" y="1992197"/>
                  <a:pt x="2239831" y="1949264"/>
                </a:cubicBezTo>
                <a:cubicBezTo>
                  <a:pt x="2239831" y="1906330"/>
                  <a:pt x="2274629" y="1871528"/>
                  <a:pt x="2317556" y="1871528"/>
                </a:cubicBezTo>
                <a:close/>
                <a:moveTo>
                  <a:pt x="1757677" y="1871528"/>
                </a:moveTo>
                <a:cubicBezTo>
                  <a:pt x="1800603" y="1871528"/>
                  <a:pt x="1835405" y="1906330"/>
                  <a:pt x="1835405" y="1949264"/>
                </a:cubicBezTo>
                <a:cubicBezTo>
                  <a:pt x="1835405" y="1992197"/>
                  <a:pt x="1800603" y="2026999"/>
                  <a:pt x="1757677" y="2026999"/>
                </a:cubicBezTo>
                <a:cubicBezTo>
                  <a:pt x="1714731" y="2026999"/>
                  <a:pt x="1679951" y="1992197"/>
                  <a:pt x="1679951" y="1949264"/>
                </a:cubicBezTo>
                <a:cubicBezTo>
                  <a:pt x="1679951" y="1906330"/>
                  <a:pt x="1714731" y="1871528"/>
                  <a:pt x="1757677" y="1871528"/>
                </a:cubicBezTo>
                <a:close/>
                <a:moveTo>
                  <a:pt x="1569451" y="1871528"/>
                </a:moveTo>
                <a:cubicBezTo>
                  <a:pt x="1612408" y="1871528"/>
                  <a:pt x="1647209" y="1906330"/>
                  <a:pt x="1647209" y="1949264"/>
                </a:cubicBezTo>
                <a:cubicBezTo>
                  <a:pt x="1647209" y="1992197"/>
                  <a:pt x="1612408" y="2026999"/>
                  <a:pt x="1569451" y="2026999"/>
                </a:cubicBezTo>
                <a:cubicBezTo>
                  <a:pt x="1526540" y="2026999"/>
                  <a:pt x="1491728" y="1992197"/>
                  <a:pt x="1491728" y="1949264"/>
                </a:cubicBezTo>
                <a:cubicBezTo>
                  <a:pt x="1491728" y="1906330"/>
                  <a:pt x="1526540" y="1871528"/>
                  <a:pt x="1569451" y="1871528"/>
                </a:cubicBezTo>
                <a:close/>
                <a:moveTo>
                  <a:pt x="1385919" y="1871528"/>
                </a:moveTo>
                <a:cubicBezTo>
                  <a:pt x="1428864" y="1871528"/>
                  <a:pt x="1463677" y="1906330"/>
                  <a:pt x="1463677" y="1949264"/>
                </a:cubicBezTo>
                <a:cubicBezTo>
                  <a:pt x="1463677" y="1992197"/>
                  <a:pt x="1428864" y="2026999"/>
                  <a:pt x="1385919" y="2026999"/>
                </a:cubicBezTo>
                <a:cubicBezTo>
                  <a:pt x="1342974" y="2026999"/>
                  <a:pt x="1308159" y="1992197"/>
                  <a:pt x="1308159" y="1949264"/>
                </a:cubicBezTo>
                <a:cubicBezTo>
                  <a:pt x="1308159" y="1906330"/>
                  <a:pt x="1342974" y="1871528"/>
                  <a:pt x="1385919" y="1871528"/>
                </a:cubicBezTo>
                <a:close/>
                <a:moveTo>
                  <a:pt x="1202376" y="1871528"/>
                </a:moveTo>
                <a:cubicBezTo>
                  <a:pt x="1245308" y="1871528"/>
                  <a:pt x="1280108" y="1906330"/>
                  <a:pt x="1280108" y="1949264"/>
                </a:cubicBezTo>
                <a:cubicBezTo>
                  <a:pt x="1280108" y="1992197"/>
                  <a:pt x="1245308" y="2026999"/>
                  <a:pt x="1202376" y="2026999"/>
                </a:cubicBezTo>
                <a:cubicBezTo>
                  <a:pt x="1159422" y="2026999"/>
                  <a:pt x="1124662" y="1992197"/>
                  <a:pt x="1124662" y="1949264"/>
                </a:cubicBezTo>
                <a:cubicBezTo>
                  <a:pt x="1124662" y="1906330"/>
                  <a:pt x="1159422" y="1871528"/>
                  <a:pt x="1202376" y="1871528"/>
                </a:cubicBezTo>
                <a:close/>
                <a:moveTo>
                  <a:pt x="1014132" y="1871528"/>
                </a:moveTo>
                <a:cubicBezTo>
                  <a:pt x="1057083" y="1871528"/>
                  <a:pt x="1091902" y="1906330"/>
                  <a:pt x="1091902" y="1949264"/>
                </a:cubicBezTo>
                <a:cubicBezTo>
                  <a:pt x="1091902" y="1992197"/>
                  <a:pt x="1057083" y="2026999"/>
                  <a:pt x="1014132" y="2026999"/>
                </a:cubicBezTo>
                <a:cubicBezTo>
                  <a:pt x="971246" y="2026999"/>
                  <a:pt x="936439" y="1992197"/>
                  <a:pt x="936439" y="1949264"/>
                </a:cubicBezTo>
                <a:cubicBezTo>
                  <a:pt x="936439" y="1906330"/>
                  <a:pt x="971246" y="1871528"/>
                  <a:pt x="1014132" y="1871528"/>
                </a:cubicBezTo>
                <a:close/>
                <a:moveTo>
                  <a:pt x="830636" y="1871528"/>
                </a:moveTo>
                <a:cubicBezTo>
                  <a:pt x="873555" y="1871528"/>
                  <a:pt x="908393" y="1906330"/>
                  <a:pt x="908393" y="1949264"/>
                </a:cubicBezTo>
                <a:cubicBezTo>
                  <a:pt x="908393" y="1992197"/>
                  <a:pt x="873555" y="2026999"/>
                  <a:pt x="830636" y="2026999"/>
                </a:cubicBezTo>
                <a:cubicBezTo>
                  <a:pt x="787695" y="2026999"/>
                  <a:pt x="752892" y="1992197"/>
                  <a:pt x="752892" y="1949264"/>
                </a:cubicBezTo>
                <a:cubicBezTo>
                  <a:pt x="752892" y="1906330"/>
                  <a:pt x="787695" y="1871528"/>
                  <a:pt x="830636" y="1871528"/>
                </a:cubicBezTo>
                <a:close/>
                <a:moveTo>
                  <a:pt x="642401" y="1871528"/>
                </a:moveTo>
                <a:cubicBezTo>
                  <a:pt x="685341" y="1871528"/>
                  <a:pt x="720144" y="1906330"/>
                  <a:pt x="720144" y="1949264"/>
                </a:cubicBezTo>
                <a:cubicBezTo>
                  <a:pt x="720144" y="1992197"/>
                  <a:pt x="685341" y="2026999"/>
                  <a:pt x="642401" y="2026999"/>
                </a:cubicBezTo>
                <a:cubicBezTo>
                  <a:pt x="599472" y="2026999"/>
                  <a:pt x="564669" y="1992197"/>
                  <a:pt x="564669" y="1949264"/>
                </a:cubicBezTo>
                <a:cubicBezTo>
                  <a:pt x="564669" y="1906330"/>
                  <a:pt x="599472" y="1871528"/>
                  <a:pt x="642401" y="1871528"/>
                </a:cubicBezTo>
                <a:close/>
                <a:moveTo>
                  <a:pt x="458889" y="1871528"/>
                </a:moveTo>
                <a:cubicBezTo>
                  <a:pt x="501821" y="1871528"/>
                  <a:pt x="536625" y="1906330"/>
                  <a:pt x="536625" y="1949264"/>
                </a:cubicBezTo>
                <a:cubicBezTo>
                  <a:pt x="536625" y="1992197"/>
                  <a:pt x="501821" y="2026999"/>
                  <a:pt x="458889" y="2026999"/>
                </a:cubicBezTo>
                <a:cubicBezTo>
                  <a:pt x="415956" y="2026999"/>
                  <a:pt x="381155" y="1992197"/>
                  <a:pt x="381155" y="1949264"/>
                </a:cubicBezTo>
                <a:cubicBezTo>
                  <a:pt x="381155" y="1906330"/>
                  <a:pt x="415956" y="1871528"/>
                  <a:pt x="458889" y="1871528"/>
                </a:cubicBezTo>
                <a:close/>
                <a:moveTo>
                  <a:pt x="270668" y="1871528"/>
                </a:moveTo>
                <a:cubicBezTo>
                  <a:pt x="313600" y="1871528"/>
                  <a:pt x="348404" y="1906330"/>
                  <a:pt x="348404" y="1949264"/>
                </a:cubicBezTo>
                <a:cubicBezTo>
                  <a:pt x="348404" y="1992197"/>
                  <a:pt x="313600" y="2026999"/>
                  <a:pt x="270668" y="2026999"/>
                </a:cubicBezTo>
                <a:cubicBezTo>
                  <a:pt x="227735" y="2026999"/>
                  <a:pt x="192931" y="1992197"/>
                  <a:pt x="192931" y="1949264"/>
                </a:cubicBezTo>
                <a:cubicBezTo>
                  <a:pt x="192931" y="1906330"/>
                  <a:pt x="227735" y="1871528"/>
                  <a:pt x="270668" y="1871528"/>
                </a:cubicBezTo>
                <a:close/>
                <a:moveTo>
                  <a:pt x="10166265" y="1871526"/>
                </a:moveTo>
                <a:cubicBezTo>
                  <a:pt x="10209198" y="1871526"/>
                  <a:pt x="10244002" y="1906330"/>
                  <a:pt x="10244002" y="1949263"/>
                </a:cubicBezTo>
                <a:cubicBezTo>
                  <a:pt x="10244002" y="1992195"/>
                  <a:pt x="10209198" y="2026999"/>
                  <a:pt x="10166265" y="2026999"/>
                </a:cubicBezTo>
                <a:cubicBezTo>
                  <a:pt x="10123332" y="2026999"/>
                  <a:pt x="10088528" y="1992195"/>
                  <a:pt x="10088528" y="1949263"/>
                </a:cubicBezTo>
                <a:cubicBezTo>
                  <a:pt x="10088528" y="1906330"/>
                  <a:pt x="10123332" y="1871526"/>
                  <a:pt x="10166265" y="1871526"/>
                </a:cubicBezTo>
                <a:close/>
                <a:moveTo>
                  <a:pt x="9978044" y="1871526"/>
                </a:moveTo>
                <a:cubicBezTo>
                  <a:pt x="10020977" y="1871526"/>
                  <a:pt x="10055781" y="1906330"/>
                  <a:pt x="10055781" y="1949263"/>
                </a:cubicBezTo>
                <a:cubicBezTo>
                  <a:pt x="10055781" y="1992195"/>
                  <a:pt x="10020977" y="2026999"/>
                  <a:pt x="9978044" y="2026999"/>
                </a:cubicBezTo>
                <a:cubicBezTo>
                  <a:pt x="9935111" y="2026999"/>
                  <a:pt x="9900307" y="1992195"/>
                  <a:pt x="9900307" y="1949263"/>
                </a:cubicBezTo>
                <a:cubicBezTo>
                  <a:pt x="9900307" y="1906330"/>
                  <a:pt x="9935111" y="1871526"/>
                  <a:pt x="9978044" y="1871526"/>
                </a:cubicBezTo>
                <a:close/>
                <a:moveTo>
                  <a:pt x="9789823" y="1871526"/>
                </a:moveTo>
                <a:cubicBezTo>
                  <a:pt x="9832756" y="1871526"/>
                  <a:pt x="9867560" y="1906330"/>
                  <a:pt x="9867560" y="1949263"/>
                </a:cubicBezTo>
                <a:cubicBezTo>
                  <a:pt x="9867560" y="1992195"/>
                  <a:pt x="9832756" y="2026999"/>
                  <a:pt x="9789823" y="2026999"/>
                </a:cubicBezTo>
                <a:cubicBezTo>
                  <a:pt x="9746890" y="2026999"/>
                  <a:pt x="9712086" y="1992195"/>
                  <a:pt x="9712086" y="1949263"/>
                </a:cubicBezTo>
                <a:cubicBezTo>
                  <a:pt x="9712086" y="1906330"/>
                  <a:pt x="9746890" y="1871526"/>
                  <a:pt x="9789823" y="1871526"/>
                </a:cubicBezTo>
                <a:close/>
                <a:moveTo>
                  <a:pt x="9606306" y="1871526"/>
                </a:moveTo>
                <a:cubicBezTo>
                  <a:pt x="9649238" y="1871526"/>
                  <a:pt x="9684043" y="1906330"/>
                  <a:pt x="9684043" y="1949263"/>
                </a:cubicBezTo>
                <a:cubicBezTo>
                  <a:pt x="9684043" y="1992195"/>
                  <a:pt x="9649238" y="2026999"/>
                  <a:pt x="9606306" y="2026999"/>
                </a:cubicBezTo>
                <a:cubicBezTo>
                  <a:pt x="9563373" y="2026999"/>
                  <a:pt x="9528569" y="1992195"/>
                  <a:pt x="9528569" y="1949263"/>
                </a:cubicBezTo>
                <a:cubicBezTo>
                  <a:pt x="9528569" y="1906330"/>
                  <a:pt x="9563373" y="1871526"/>
                  <a:pt x="9606306" y="1871526"/>
                </a:cubicBezTo>
                <a:close/>
                <a:moveTo>
                  <a:pt x="10091069" y="1771989"/>
                </a:moveTo>
                <a:lnTo>
                  <a:pt x="10188573" y="1857806"/>
                </a:lnTo>
                <a:lnTo>
                  <a:pt x="10166265" y="1862309"/>
                </a:lnTo>
                <a:cubicBezTo>
                  <a:pt x="10123332" y="1862309"/>
                  <a:pt x="10088528" y="1827505"/>
                  <a:pt x="10088528" y="1784572"/>
                </a:cubicBezTo>
                <a:close/>
                <a:moveTo>
                  <a:pt x="284431" y="1709613"/>
                </a:moveTo>
                <a:lnTo>
                  <a:pt x="300934" y="1712944"/>
                </a:lnTo>
                <a:cubicBezTo>
                  <a:pt x="328835" y="1724745"/>
                  <a:pt x="348412" y="1752373"/>
                  <a:pt x="348412" y="1784572"/>
                </a:cubicBezTo>
                <a:cubicBezTo>
                  <a:pt x="348412" y="1827503"/>
                  <a:pt x="313608" y="1862307"/>
                  <a:pt x="270675" y="1862307"/>
                </a:cubicBezTo>
                <a:cubicBezTo>
                  <a:pt x="238477" y="1862307"/>
                  <a:pt x="210850" y="1842730"/>
                  <a:pt x="199049" y="1814830"/>
                </a:cubicBezTo>
                <a:lnTo>
                  <a:pt x="193894" y="1789298"/>
                </a:lnTo>
                <a:close/>
                <a:moveTo>
                  <a:pt x="9978044" y="1706838"/>
                </a:moveTo>
                <a:cubicBezTo>
                  <a:pt x="10020977" y="1706838"/>
                  <a:pt x="10055781" y="1741642"/>
                  <a:pt x="10055781" y="1784572"/>
                </a:cubicBezTo>
                <a:cubicBezTo>
                  <a:pt x="10055781" y="1827505"/>
                  <a:pt x="10020977" y="1862309"/>
                  <a:pt x="9978044" y="1862309"/>
                </a:cubicBezTo>
                <a:cubicBezTo>
                  <a:pt x="9935111" y="1862309"/>
                  <a:pt x="9900307" y="1827505"/>
                  <a:pt x="9900307" y="1784572"/>
                </a:cubicBezTo>
                <a:cubicBezTo>
                  <a:pt x="9900307" y="1741642"/>
                  <a:pt x="9935111" y="1706838"/>
                  <a:pt x="9978044" y="1706838"/>
                </a:cubicBezTo>
                <a:close/>
                <a:moveTo>
                  <a:pt x="9789823" y="1706838"/>
                </a:moveTo>
                <a:cubicBezTo>
                  <a:pt x="9832756" y="1706838"/>
                  <a:pt x="9867560" y="1741642"/>
                  <a:pt x="9867560" y="1784572"/>
                </a:cubicBezTo>
                <a:cubicBezTo>
                  <a:pt x="9867560" y="1827505"/>
                  <a:pt x="9832756" y="1862309"/>
                  <a:pt x="9789823" y="1862309"/>
                </a:cubicBezTo>
                <a:cubicBezTo>
                  <a:pt x="9746890" y="1862309"/>
                  <a:pt x="9712086" y="1827505"/>
                  <a:pt x="9712086" y="1784572"/>
                </a:cubicBezTo>
                <a:cubicBezTo>
                  <a:pt x="9712086" y="1741642"/>
                  <a:pt x="9746890" y="1706838"/>
                  <a:pt x="9789823" y="1706838"/>
                </a:cubicBezTo>
                <a:close/>
                <a:moveTo>
                  <a:pt x="9606306" y="1706838"/>
                </a:moveTo>
                <a:cubicBezTo>
                  <a:pt x="9649238" y="1706838"/>
                  <a:pt x="9684043" y="1741642"/>
                  <a:pt x="9684043" y="1784572"/>
                </a:cubicBezTo>
                <a:cubicBezTo>
                  <a:pt x="9684043" y="1827505"/>
                  <a:pt x="9649238" y="1862309"/>
                  <a:pt x="9606306" y="1862309"/>
                </a:cubicBezTo>
                <a:cubicBezTo>
                  <a:pt x="9563373" y="1862309"/>
                  <a:pt x="9528569" y="1827505"/>
                  <a:pt x="9528569" y="1784572"/>
                </a:cubicBezTo>
                <a:cubicBezTo>
                  <a:pt x="9528569" y="1741642"/>
                  <a:pt x="9563373" y="1706838"/>
                  <a:pt x="9606306" y="1706838"/>
                </a:cubicBezTo>
                <a:close/>
                <a:moveTo>
                  <a:pt x="9413378" y="1706838"/>
                </a:moveTo>
                <a:cubicBezTo>
                  <a:pt x="9456311" y="1706838"/>
                  <a:pt x="9491115" y="1741642"/>
                  <a:pt x="9491115" y="1784572"/>
                </a:cubicBezTo>
                <a:cubicBezTo>
                  <a:pt x="9491115" y="1827505"/>
                  <a:pt x="9456311" y="1862309"/>
                  <a:pt x="9413378" y="1862309"/>
                </a:cubicBezTo>
                <a:cubicBezTo>
                  <a:pt x="9370445" y="1862309"/>
                  <a:pt x="9335641" y="1827505"/>
                  <a:pt x="9335641" y="1784572"/>
                </a:cubicBezTo>
                <a:cubicBezTo>
                  <a:pt x="9335641" y="1741642"/>
                  <a:pt x="9370445" y="1706838"/>
                  <a:pt x="9413378" y="1706838"/>
                </a:cubicBezTo>
                <a:close/>
                <a:moveTo>
                  <a:pt x="9234570" y="1706838"/>
                </a:moveTo>
                <a:cubicBezTo>
                  <a:pt x="9277503" y="1706838"/>
                  <a:pt x="9312307" y="1741642"/>
                  <a:pt x="9312307" y="1784572"/>
                </a:cubicBezTo>
                <a:cubicBezTo>
                  <a:pt x="9312307" y="1827505"/>
                  <a:pt x="9277503" y="1862309"/>
                  <a:pt x="9234570" y="1862309"/>
                </a:cubicBezTo>
                <a:cubicBezTo>
                  <a:pt x="9191637" y="1862309"/>
                  <a:pt x="9156833" y="1827505"/>
                  <a:pt x="9156833" y="1784572"/>
                </a:cubicBezTo>
                <a:cubicBezTo>
                  <a:pt x="9156833" y="1741642"/>
                  <a:pt x="9191637" y="1706838"/>
                  <a:pt x="9234570" y="1706838"/>
                </a:cubicBezTo>
                <a:close/>
                <a:moveTo>
                  <a:pt x="9036936" y="1706838"/>
                </a:moveTo>
                <a:cubicBezTo>
                  <a:pt x="9079869" y="1706838"/>
                  <a:pt x="9114673" y="1741642"/>
                  <a:pt x="9114673" y="1784572"/>
                </a:cubicBezTo>
                <a:cubicBezTo>
                  <a:pt x="9114673" y="1827505"/>
                  <a:pt x="9079869" y="1862309"/>
                  <a:pt x="9036936" y="1862309"/>
                </a:cubicBezTo>
                <a:cubicBezTo>
                  <a:pt x="8994003" y="1862309"/>
                  <a:pt x="8959199" y="1827505"/>
                  <a:pt x="8959199" y="1784572"/>
                </a:cubicBezTo>
                <a:cubicBezTo>
                  <a:pt x="8959199" y="1741642"/>
                  <a:pt x="8994003" y="1706838"/>
                  <a:pt x="9036936" y="1706838"/>
                </a:cubicBezTo>
                <a:close/>
                <a:moveTo>
                  <a:pt x="8853421" y="1706838"/>
                </a:moveTo>
                <a:cubicBezTo>
                  <a:pt x="8896354" y="1706838"/>
                  <a:pt x="8931158" y="1741642"/>
                  <a:pt x="8931158" y="1784572"/>
                </a:cubicBezTo>
                <a:cubicBezTo>
                  <a:pt x="8931158" y="1827505"/>
                  <a:pt x="8896354" y="1862309"/>
                  <a:pt x="8853421" y="1862309"/>
                </a:cubicBezTo>
                <a:cubicBezTo>
                  <a:pt x="8810489" y="1862309"/>
                  <a:pt x="8775685" y="1827505"/>
                  <a:pt x="8775685" y="1784572"/>
                </a:cubicBezTo>
                <a:cubicBezTo>
                  <a:pt x="8775685" y="1741642"/>
                  <a:pt x="8810489" y="1706838"/>
                  <a:pt x="8853421" y="1706838"/>
                </a:cubicBezTo>
                <a:close/>
                <a:moveTo>
                  <a:pt x="8669907" y="1706838"/>
                </a:moveTo>
                <a:cubicBezTo>
                  <a:pt x="8712840" y="1706838"/>
                  <a:pt x="8747644" y="1741642"/>
                  <a:pt x="8747644" y="1784572"/>
                </a:cubicBezTo>
                <a:cubicBezTo>
                  <a:pt x="8747644" y="1827505"/>
                  <a:pt x="8712840" y="1862309"/>
                  <a:pt x="8669907" y="1862309"/>
                </a:cubicBezTo>
                <a:cubicBezTo>
                  <a:pt x="8626974" y="1862309"/>
                  <a:pt x="8592170" y="1827505"/>
                  <a:pt x="8592170" y="1784572"/>
                </a:cubicBezTo>
                <a:cubicBezTo>
                  <a:pt x="8592170" y="1741642"/>
                  <a:pt x="8626974" y="1706838"/>
                  <a:pt x="8669907" y="1706838"/>
                </a:cubicBezTo>
                <a:close/>
                <a:moveTo>
                  <a:pt x="8481683" y="1706838"/>
                </a:moveTo>
                <a:cubicBezTo>
                  <a:pt x="8524616" y="1706838"/>
                  <a:pt x="8559420" y="1741642"/>
                  <a:pt x="8559420" y="1784572"/>
                </a:cubicBezTo>
                <a:cubicBezTo>
                  <a:pt x="8559420" y="1827505"/>
                  <a:pt x="8524616" y="1862309"/>
                  <a:pt x="8481683" y="1862309"/>
                </a:cubicBezTo>
                <a:cubicBezTo>
                  <a:pt x="8438750" y="1862309"/>
                  <a:pt x="8403946" y="1827505"/>
                  <a:pt x="8403946" y="1784572"/>
                </a:cubicBezTo>
                <a:cubicBezTo>
                  <a:pt x="8403946" y="1741642"/>
                  <a:pt x="8438750" y="1706838"/>
                  <a:pt x="8481683" y="1706838"/>
                </a:cubicBezTo>
                <a:close/>
                <a:moveTo>
                  <a:pt x="8298167" y="1706838"/>
                </a:moveTo>
                <a:cubicBezTo>
                  <a:pt x="8341100" y="1706838"/>
                  <a:pt x="8375904" y="1741642"/>
                  <a:pt x="8375904" y="1784572"/>
                </a:cubicBezTo>
                <a:cubicBezTo>
                  <a:pt x="8375904" y="1827505"/>
                  <a:pt x="8341100" y="1862309"/>
                  <a:pt x="8298167" y="1862309"/>
                </a:cubicBezTo>
                <a:cubicBezTo>
                  <a:pt x="8255235" y="1862309"/>
                  <a:pt x="8220430" y="1827505"/>
                  <a:pt x="8220430" y="1784572"/>
                </a:cubicBezTo>
                <a:cubicBezTo>
                  <a:pt x="8220430" y="1741642"/>
                  <a:pt x="8255235" y="1706838"/>
                  <a:pt x="8298167" y="1706838"/>
                </a:cubicBezTo>
                <a:close/>
                <a:moveTo>
                  <a:pt x="8109949" y="1706838"/>
                </a:moveTo>
                <a:cubicBezTo>
                  <a:pt x="8152882" y="1706838"/>
                  <a:pt x="8187686" y="1741642"/>
                  <a:pt x="8187686" y="1784572"/>
                </a:cubicBezTo>
                <a:cubicBezTo>
                  <a:pt x="8187686" y="1827505"/>
                  <a:pt x="8152882" y="1862309"/>
                  <a:pt x="8109949" y="1862309"/>
                </a:cubicBezTo>
                <a:cubicBezTo>
                  <a:pt x="8067016" y="1862309"/>
                  <a:pt x="8032212" y="1827505"/>
                  <a:pt x="8032212" y="1784572"/>
                </a:cubicBezTo>
                <a:cubicBezTo>
                  <a:pt x="8032212" y="1741642"/>
                  <a:pt x="8067016" y="1706838"/>
                  <a:pt x="8109949" y="1706838"/>
                </a:cubicBezTo>
                <a:close/>
                <a:moveTo>
                  <a:pt x="7926432" y="1706838"/>
                </a:moveTo>
                <a:cubicBezTo>
                  <a:pt x="7969364" y="1706838"/>
                  <a:pt x="8004169" y="1741642"/>
                  <a:pt x="8004169" y="1784572"/>
                </a:cubicBezTo>
                <a:cubicBezTo>
                  <a:pt x="8004169" y="1827505"/>
                  <a:pt x="7969364" y="1862309"/>
                  <a:pt x="7926432" y="1862309"/>
                </a:cubicBezTo>
                <a:cubicBezTo>
                  <a:pt x="7883499" y="1862309"/>
                  <a:pt x="7848695" y="1827505"/>
                  <a:pt x="7848695" y="1784572"/>
                </a:cubicBezTo>
                <a:cubicBezTo>
                  <a:pt x="7848695" y="1741642"/>
                  <a:pt x="7883499" y="1706838"/>
                  <a:pt x="7926432" y="1706838"/>
                </a:cubicBezTo>
                <a:close/>
                <a:moveTo>
                  <a:pt x="7738211" y="1706838"/>
                </a:moveTo>
                <a:cubicBezTo>
                  <a:pt x="7781143" y="1706838"/>
                  <a:pt x="7815947" y="1741642"/>
                  <a:pt x="7815947" y="1784572"/>
                </a:cubicBezTo>
                <a:cubicBezTo>
                  <a:pt x="7815947" y="1827505"/>
                  <a:pt x="7781143" y="1862309"/>
                  <a:pt x="7738211" y="1862309"/>
                </a:cubicBezTo>
                <a:cubicBezTo>
                  <a:pt x="7695278" y="1862309"/>
                  <a:pt x="7660474" y="1827505"/>
                  <a:pt x="7660474" y="1784572"/>
                </a:cubicBezTo>
                <a:cubicBezTo>
                  <a:pt x="7660474" y="1741642"/>
                  <a:pt x="7695278" y="1706838"/>
                  <a:pt x="7738211" y="1706838"/>
                </a:cubicBezTo>
                <a:close/>
                <a:moveTo>
                  <a:pt x="7554693" y="1706838"/>
                </a:moveTo>
                <a:cubicBezTo>
                  <a:pt x="7597626" y="1706838"/>
                  <a:pt x="7632430" y="1741642"/>
                  <a:pt x="7632430" y="1784572"/>
                </a:cubicBezTo>
                <a:cubicBezTo>
                  <a:pt x="7632430" y="1827505"/>
                  <a:pt x="7597626" y="1862309"/>
                  <a:pt x="7554693" y="1862309"/>
                </a:cubicBezTo>
                <a:cubicBezTo>
                  <a:pt x="7511761" y="1862309"/>
                  <a:pt x="7476957" y="1827505"/>
                  <a:pt x="7476957" y="1784572"/>
                </a:cubicBezTo>
                <a:cubicBezTo>
                  <a:pt x="7476957" y="1741642"/>
                  <a:pt x="7511761" y="1706838"/>
                  <a:pt x="7554693" y="1706838"/>
                </a:cubicBezTo>
                <a:close/>
                <a:moveTo>
                  <a:pt x="7366472" y="1706838"/>
                </a:moveTo>
                <a:cubicBezTo>
                  <a:pt x="7409405" y="1706838"/>
                  <a:pt x="7444209" y="1741642"/>
                  <a:pt x="7444209" y="1784572"/>
                </a:cubicBezTo>
                <a:cubicBezTo>
                  <a:pt x="7444209" y="1827505"/>
                  <a:pt x="7409405" y="1862309"/>
                  <a:pt x="7366472" y="1862309"/>
                </a:cubicBezTo>
                <a:cubicBezTo>
                  <a:pt x="7323540" y="1862309"/>
                  <a:pt x="7288736" y="1827505"/>
                  <a:pt x="7288736" y="1784572"/>
                </a:cubicBezTo>
                <a:cubicBezTo>
                  <a:pt x="7288736" y="1741642"/>
                  <a:pt x="7323540" y="1706838"/>
                  <a:pt x="7366472" y="1706838"/>
                </a:cubicBezTo>
                <a:close/>
                <a:moveTo>
                  <a:pt x="7178251" y="1706838"/>
                </a:moveTo>
                <a:cubicBezTo>
                  <a:pt x="7221184" y="1706838"/>
                  <a:pt x="7255988" y="1741642"/>
                  <a:pt x="7255988" y="1784572"/>
                </a:cubicBezTo>
                <a:cubicBezTo>
                  <a:pt x="7255988" y="1827505"/>
                  <a:pt x="7221184" y="1862309"/>
                  <a:pt x="7178251" y="1862309"/>
                </a:cubicBezTo>
                <a:cubicBezTo>
                  <a:pt x="7135319" y="1862309"/>
                  <a:pt x="7100514" y="1827505"/>
                  <a:pt x="7100514" y="1784572"/>
                </a:cubicBezTo>
                <a:cubicBezTo>
                  <a:pt x="7100514" y="1741642"/>
                  <a:pt x="7135319" y="1706838"/>
                  <a:pt x="7178251" y="1706838"/>
                </a:cubicBezTo>
                <a:close/>
                <a:moveTo>
                  <a:pt x="6985327" y="1706838"/>
                </a:moveTo>
                <a:cubicBezTo>
                  <a:pt x="7028260" y="1706838"/>
                  <a:pt x="7063064" y="1741642"/>
                  <a:pt x="7063064" y="1784572"/>
                </a:cubicBezTo>
                <a:cubicBezTo>
                  <a:pt x="7063064" y="1827505"/>
                  <a:pt x="7028260" y="1862309"/>
                  <a:pt x="6985327" y="1862309"/>
                </a:cubicBezTo>
                <a:cubicBezTo>
                  <a:pt x="6942394" y="1862309"/>
                  <a:pt x="6907590" y="1827505"/>
                  <a:pt x="6907590" y="1784572"/>
                </a:cubicBezTo>
                <a:cubicBezTo>
                  <a:pt x="6907590" y="1741642"/>
                  <a:pt x="6942394" y="1706838"/>
                  <a:pt x="6985327" y="1706838"/>
                </a:cubicBezTo>
                <a:close/>
                <a:moveTo>
                  <a:pt x="6801807" y="1706838"/>
                </a:moveTo>
                <a:cubicBezTo>
                  <a:pt x="6844740" y="1706838"/>
                  <a:pt x="6879544" y="1741642"/>
                  <a:pt x="6879544" y="1784572"/>
                </a:cubicBezTo>
                <a:cubicBezTo>
                  <a:pt x="6879544" y="1827505"/>
                  <a:pt x="6844740" y="1862309"/>
                  <a:pt x="6801807" y="1862309"/>
                </a:cubicBezTo>
                <a:cubicBezTo>
                  <a:pt x="6758874" y="1862309"/>
                  <a:pt x="6724070" y="1827505"/>
                  <a:pt x="6724070" y="1784572"/>
                </a:cubicBezTo>
                <a:cubicBezTo>
                  <a:pt x="6724070" y="1741642"/>
                  <a:pt x="6758874" y="1706838"/>
                  <a:pt x="6801807" y="1706838"/>
                </a:cubicBezTo>
                <a:close/>
                <a:moveTo>
                  <a:pt x="6613586" y="1706838"/>
                </a:moveTo>
                <a:cubicBezTo>
                  <a:pt x="6656519" y="1706838"/>
                  <a:pt x="6691323" y="1741642"/>
                  <a:pt x="6691323" y="1784572"/>
                </a:cubicBezTo>
                <a:cubicBezTo>
                  <a:pt x="6691323" y="1827505"/>
                  <a:pt x="6656519" y="1862309"/>
                  <a:pt x="6613586" y="1862309"/>
                </a:cubicBezTo>
                <a:cubicBezTo>
                  <a:pt x="6570653" y="1862309"/>
                  <a:pt x="6535849" y="1827505"/>
                  <a:pt x="6535849" y="1784572"/>
                </a:cubicBezTo>
                <a:cubicBezTo>
                  <a:pt x="6535849" y="1741642"/>
                  <a:pt x="6570653" y="1706838"/>
                  <a:pt x="6613586" y="1706838"/>
                </a:cubicBezTo>
                <a:close/>
                <a:moveTo>
                  <a:pt x="6425365" y="1706838"/>
                </a:moveTo>
                <a:cubicBezTo>
                  <a:pt x="6468298" y="1706838"/>
                  <a:pt x="6503102" y="1741642"/>
                  <a:pt x="6503102" y="1784572"/>
                </a:cubicBezTo>
                <a:cubicBezTo>
                  <a:pt x="6503102" y="1827505"/>
                  <a:pt x="6468298" y="1862309"/>
                  <a:pt x="6425365" y="1862309"/>
                </a:cubicBezTo>
                <a:cubicBezTo>
                  <a:pt x="6382432" y="1862309"/>
                  <a:pt x="6347628" y="1827505"/>
                  <a:pt x="6347628" y="1784572"/>
                </a:cubicBezTo>
                <a:cubicBezTo>
                  <a:pt x="6347628" y="1741642"/>
                  <a:pt x="6382432" y="1706838"/>
                  <a:pt x="6425365" y="1706838"/>
                </a:cubicBezTo>
                <a:close/>
                <a:moveTo>
                  <a:pt x="6241850" y="1706838"/>
                </a:moveTo>
                <a:cubicBezTo>
                  <a:pt x="6284783" y="1706838"/>
                  <a:pt x="6319587" y="1741642"/>
                  <a:pt x="6319587" y="1784572"/>
                </a:cubicBezTo>
                <a:cubicBezTo>
                  <a:pt x="6319587" y="1827505"/>
                  <a:pt x="6284783" y="1862309"/>
                  <a:pt x="6241850" y="1862309"/>
                </a:cubicBezTo>
                <a:cubicBezTo>
                  <a:pt x="6198917" y="1862309"/>
                  <a:pt x="6164113" y="1827505"/>
                  <a:pt x="6164113" y="1784572"/>
                </a:cubicBezTo>
                <a:cubicBezTo>
                  <a:pt x="6164113" y="1741642"/>
                  <a:pt x="6198917" y="1706838"/>
                  <a:pt x="6241850" y="1706838"/>
                </a:cubicBezTo>
                <a:close/>
                <a:moveTo>
                  <a:pt x="5870112" y="1706838"/>
                </a:moveTo>
                <a:cubicBezTo>
                  <a:pt x="5913045" y="1706838"/>
                  <a:pt x="5947849" y="1741642"/>
                  <a:pt x="5947849" y="1784572"/>
                </a:cubicBezTo>
                <a:cubicBezTo>
                  <a:pt x="5947849" y="1827505"/>
                  <a:pt x="5913045" y="1862309"/>
                  <a:pt x="5870112" y="1862309"/>
                </a:cubicBezTo>
                <a:cubicBezTo>
                  <a:pt x="5827179" y="1862309"/>
                  <a:pt x="5792375" y="1827505"/>
                  <a:pt x="5792375" y="1784572"/>
                </a:cubicBezTo>
                <a:cubicBezTo>
                  <a:pt x="5792375" y="1741642"/>
                  <a:pt x="5827179" y="1706838"/>
                  <a:pt x="5870112" y="1706838"/>
                </a:cubicBezTo>
                <a:close/>
                <a:moveTo>
                  <a:pt x="5681940" y="1706838"/>
                </a:moveTo>
                <a:cubicBezTo>
                  <a:pt x="5724824" y="1706838"/>
                  <a:pt x="5759628" y="1741642"/>
                  <a:pt x="5759628" y="1784572"/>
                </a:cubicBezTo>
                <a:cubicBezTo>
                  <a:pt x="5759628" y="1827505"/>
                  <a:pt x="5724824" y="1862309"/>
                  <a:pt x="5681940" y="1862309"/>
                </a:cubicBezTo>
                <a:cubicBezTo>
                  <a:pt x="5638992" y="1862309"/>
                  <a:pt x="5604179" y="1827505"/>
                  <a:pt x="5604179" y="1784572"/>
                </a:cubicBezTo>
                <a:cubicBezTo>
                  <a:pt x="5604179" y="1741642"/>
                  <a:pt x="5638992" y="1706838"/>
                  <a:pt x="5681940" y="1706838"/>
                </a:cubicBezTo>
                <a:close/>
                <a:moveTo>
                  <a:pt x="5498378" y="1706838"/>
                </a:moveTo>
                <a:cubicBezTo>
                  <a:pt x="5541312" y="1706838"/>
                  <a:pt x="5576128" y="1741642"/>
                  <a:pt x="5576128" y="1784572"/>
                </a:cubicBezTo>
                <a:cubicBezTo>
                  <a:pt x="5576128" y="1827505"/>
                  <a:pt x="5541312" y="1862309"/>
                  <a:pt x="5498378" y="1862309"/>
                </a:cubicBezTo>
                <a:cubicBezTo>
                  <a:pt x="5455449" y="1862309"/>
                  <a:pt x="5420642" y="1827505"/>
                  <a:pt x="5420642" y="1784572"/>
                </a:cubicBezTo>
                <a:cubicBezTo>
                  <a:pt x="5420642" y="1741642"/>
                  <a:pt x="5455449" y="1706838"/>
                  <a:pt x="5498378" y="1706838"/>
                </a:cubicBezTo>
                <a:close/>
                <a:moveTo>
                  <a:pt x="5126655" y="1706835"/>
                </a:moveTo>
                <a:cubicBezTo>
                  <a:pt x="5169590" y="1706835"/>
                  <a:pt x="5204396" y="1741639"/>
                  <a:pt x="5204396" y="1784572"/>
                </a:cubicBezTo>
                <a:cubicBezTo>
                  <a:pt x="5204396" y="1827503"/>
                  <a:pt x="5169590" y="1862307"/>
                  <a:pt x="5126655" y="1862307"/>
                </a:cubicBezTo>
                <a:cubicBezTo>
                  <a:pt x="5083744" y="1862307"/>
                  <a:pt x="5048937" y="1827503"/>
                  <a:pt x="5048937" y="1784572"/>
                </a:cubicBezTo>
                <a:cubicBezTo>
                  <a:pt x="5048937" y="1741639"/>
                  <a:pt x="5083744" y="1706835"/>
                  <a:pt x="5126655" y="1706835"/>
                </a:cubicBezTo>
                <a:close/>
                <a:moveTo>
                  <a:pt x="2689349" y="1706835"/>
                </a:moveTo>
                <a:cubicBezTo>
                  <a:pt x="2732279" y="1706835"/>
                  <a:pt x="2767057" y="1741639"/>
                  <a:pt x="2767057" y="1784572"/>
                </a:cubicBezTo>
                <a:cubicBezTo>
                  <a:pt x="2767057" y="1827503"/>
                  <a:pt x="2732279" y="1862307"/>
                  <a:pt x="2689349" y="1862307"/>
                </a:cubicBezTo>
                <a:cubicBezTo>
                  <a:pt x="2646405" y="1862307"/>
                  <a:pt x="2611614" y="1827503"/>
                  <a:pt x="2611614" y="1784572"/>
                </a:cubicBezTo>
                <a:cubicBezTo>
                  <a:pt x="2611614" y="1741639"/>
                  <a:pt x="2646405" y="1706835"/>
                  <a:pt x="2689349" y="1706835"/>
                </a:cubicBezTo>
                <a:close/>
                <a:moveTo>
                  <a:pt x="2510528" y="1706835"/>
                </a:moveTo>
                <a:cubicBezTo>
                  <a:pt x="2553474" y="1706835"/>
                  <a:pt x="2588274" y="1741639"/>
                  <a:pt x="2588274" y="1784572"/>
                </a:cubicBezTo>
                <a:cubicBezTo>
                  <a:pt x="2588274" y="1827503"/>
                  <a:pt x="2553474" y="1862307"/>
                  <a:pt x="2510528" y="1862307"/>
                </a:cubicBezTo>
                <a:cubicBezTo>
                  <a:pt x="2467583" y="1862307"/>
                  <a:pt x="2432768" y="1827503"/>
                  <a:pt x="2432768" y="1784572"/>
                </a:cubicBezTo>
                <a:cubicBezTo>
                  <a:pt x="2432768" y="1741639"/>
                  <a:pt x="2467583" y="1706835"/>
                  <a:pt x="2510528" y="1706835"/>
                </a:cubicBezTo>
                <a:close/>
                <a:moveTo>
                  <a:pt x="2317563" y="1706835"/>
                </a:moveTo>
                <a:cubicBezTo>
                  <a:pt x="2360489" y="1706835"/>
                  <a:pt x="2395304" y="1741639"/>
                  <a:pt x="2395304" y="1784572"/>
                </a:cubicBezTo>
                <a:cubicBezTo>
                  <a:pt x="2395304" y="1827503"/>
                  <a:pt x="2360489" y="1862307"/>
                  <a:pt x="2317563" y="1862307"/>
                </a:cubicBezTo>
                <a:cubicBezTo>
                  <a:pt x="2274636" y="1862307"/>
                  <a:pt x="2239838" y="1827503"/>
                  <a:pt x="2239838" y="1784572"/>
                </a:cubicBezTo>
                <a:cubicBezTo>
                  <a:pt x="2239838" y="1741639"/>
                  <a:pt x="2274636" y="1706835"/>
                  <a:pt x="2317563" y="1706835"/>
                </a:cubicBezTo>
                <a:close/>
                <a:moveTo>
                  <a:pt x="1569451" y="1706835"/>
                </a:moveTo>
                <a:cubicBezTo>
                  <a:pt x="1612419" y="1706835"/>
                  <a:pt x="1647217" y="1741639"/>
                  <a:pt x="1647217" y="1784572"/>
                </a:cubicBezTo>
                <a:cubicBezTo>
                  <a:pt x="1647217" y="1827503"/>
                  <a:pt x="1612419" y="1862307"/>
                  <a:pt x="1569451" y="1862307"/>
                </a:cubicBezTo>
                <a:cubicBezTo>
                  <a:pt x="1526552" y="1862307"/>
                  <a:pt x="1491739" y="1827503"/>
                  <a:pt x="1491739" y="1784572"/>
                </a:cubicBezTo>
                <a:cubicBezTo>
                  <a:pt x="1491739" y="1741639"/>
                  <a:pt x="1526552" y="1706835"/>
                  <a:pt x="1569451" y="1706835"/>
                </a:cubicBezTo>
                <a:close/>
                <a:moveTo>
                  <a:pt x="1385926" y="1706835"/>
                </a:moveTo>
                <a:cubicBezTo>
                  <a:pt x="1428872" y="1706835"/>
                  <a:pt x="1463687" y="1741639"/>
                  <a:pt x="1463687" y="1784572"/>
                </a:cubicBezTo>
                <a:cubicBezTo>
                  <a:pt x="1463687" y="1827503"/>
                  <a:pt x="1428872" y="1862307"/>
                  <a:pt x="1385926" y="1862307"/>
                </a:cubicBezTo>
                <a:cubicBezTo>
                  <a:pt x="1342981" y="1862307"/>
                  <a:pt x="1308166" y="1827503"/>
                  <a:pt x="1308166" y="1784572"/>
                </a:cubicBezTo>
                <a:cubicBezTo>
                  <a:pt x="1308166" y="1741639"/>
                  <a:pt x="1342981" y="1706835"/>
                  <a:pt x="1385926" y="1706835"/>
                </a:cubicBezTo>
                <a:close/>
                <a:moveTo>
                  <a:pt x="1202386" y="1706835"/>
                </a:moveTo>
                <a:cubicBezTo>
                  <a:pt x="1245316" y="1706835"/>
                  <a:pt x="1280117" y="1741639"/>
                  <a:pt x="1280117" y="1784572"/>
                </a:cubicBezTo>
                <a:cubicBezTo>
                  <a:pt x="1280117" y="1827503"/>
                  <a:pt x="1245316" y="1862307"/>
                  <a:pt x="1202386" y="1862307"/>
                </a:cubicBezTo>
                <a:cubicBezTo>
                  <a:pt x="1159430" y="1862307"/>
                  <a:pt x="1124679" y="1827503"/>
                  <a:pt x="1124679" y="1784572"/>
                </a:cubicBezTo>
                <a:cubicBezTo>
                  <a:pt x="1124679" y="1741639"/>
                  <a:pt x="1159430" y="1706835"/>
                  <a:pt x="1202386" y="1706835"/>
                </a:cubicBezTo>
                <a:close/>
                <a:moveTo>
                  <a:pt x="1014150" y="1706835"/>
                </a:moveTo>
                <a:cubicBezTo>
                  <a:pt x="1057083" y="1706835"/>
                  <a:pt x="1091910" y="1741639"/>
                  <a:pt x="1091910" y="1784572"/>
                </a:cubicBezTo>
                <a:cubicBezTo>
                  <a:pt x="1091910" y="1827503"/>
                  <a:pt x="1057083" y="1862307"/>
                  <a:pt x="1014150" y="1862307"/>
                </a:cubicBezTo>
                <a:cubicBezTo>
                  <a:pt x="971254" y="1862307"/>
                  <a:pt x="936446" y="1827503"/>
                  <a:pt x="936446" y="1784572"/>
                </a:cubicBezTo>
                <a:cubicBezTo>
                  <a:pt x="936446" y="1741639"/>
                  <a:pt x="971254" y="1706835"/>
                  <a:pt x="1014150" y="1706835"/>
                </a:cubicBezTo>
                <a:close/>
                <a:moveTo>
                  <a:pt x="830642" y="1706835"/>
                </a:moveTo>
                <a:cubicBezTo>
                  <a:pt x="873563" y="1706835"/>
                  <a:pt x="908402" y="1741639"/>
                  <a:pt x="908402" y="1784572"/>
                </a:cubicBezTo>
                <a:cubicBezTo>
                  <a:pt x="908402" y="1827503"/>
                  <a:pt x="873563" y="1862307"/>
                  <a:pt x="830642" y="1862307"/>
                </a:cubicBezTo>
                <a:cubicBezTo>
                  <a:pt x="787700" y="1862307"/>
                  <a:pt x="752900" y="1827503"/>
                  <a:pt x="752900" y="1784572"/>
                </a:cubicBezTo>
                <a:cubicBezTo>
                  <a:pt x="752900" y="1741639"/>
                  <a:pt x="787700" y="1706835"/>
                  <a:pt x="830642" y="1706835"/>
                </a:cubicBezTo>
                <a:close/>
                <a:moveTo>
                  <a:pt x="642409" y="1706835"/>
                </a:moveTo>
                <a:cubicBezTo>
                  <a:pt x="685348" y="1706835"/>
                  <a:pt x="720151" y="1741639"/>
                  <a:pt x="720151" y="1784572"/>
                </a:cubicBezTo>
                <a:cubicBezTo>
                  <a:pt x="720151" y="1827503"/>
                  <a:pt x="685348" y="1862307"/>
                  <a:pt x="642409" y="1862307"/>
                </a:cubicBezTo>
                <a:cubicBezTo>
                  <a:pt x="599479" y="1862307"/>
                  <a:pt x="564675" y="1827503"/>
                  <a:pt x="564675" y="1784572"/>
                </a:cubicBezTo>
                <a:cubicBezTo>
                  <a:pt x="564675" y="1741639"/>
                  <a:pt x="599479" y="1706835"/>
                  <a:pt x="642409" y="1706835"/>
                </a:cubicBezTo>
                <a:close/>
                <a:moveTo>
                  <a:pt x="458896" y="1706835"/>
                </a:moveTo>
                <a:cubicBezTo>
                  <a:pt x="501829" y="1706835"/>
                  <a:pt x="536634" y="1741639"/>
                  <a:pt x="536634" y="1784572"/>
                </a:cubicBezTo>
                <a:cubicBezTo>
                  <a:pt x="536634" y="1827503"/>
                  <a:pt x="501829" y="1862307"/>
                  <a:pt x="458896" y="1862307"/>
                </a:cubicBezTo>
                <a:cubicBezTo>
                  <a:pt x="415965" y="1862307"/>
                  <a:pt x="381164" y="1827503"/>
                  <a:pt x="381164" y="1784572"/>
                </a:cubicBezTo>
                <a:cubicBezTo>
                  <a:pt x="381164" y="1741639"/>
                  <a:pt x="415965" y="1706835"/>
                  <a:pt x="458896" y="1706835"/>
                </a:cubicBezTo>
                <a:close/>
                <a:moveTo>
                  <a:pt x="9900311" y="1615146"/>
                </a:moveTo>
                <a:lnTo>
                  <a:pt x="9995426" y="1689399"/>
                </a:lnTo>
                <a:lnTo>
                  <a:pt x="9978043" y="1692909"/>
                </a:lnTo>
                <a:cubicBezTo>
                  <a:pt x="9935110" y="1692909"/>
                  <a:pt x="9900306" y="1658105"/>
                  <a:pt x="9900306" y="1615171"/>
                </a:cubicBezTo>
                <a:close/>
                <a:moveTo>
                  <a:pt x="492851" y="1546029"/>
                </a:moveTo>
                <a:lnTo>
                  <a:pt x="513874" y="1560204"/>
                </a:lnTo>
                <a:cubicBezTo>
                  <a:pt x="527942" y="1574271"/>
                  <a:pt x="536643" y="1593705"/>
                  <a:pt x="536643" y="1615171"/>
                </a:cubicBezTo>
                <a:cubicBezTo>
                  <a:pt x="536643" y="1658105"/>
                  <a:pt x="501839" y="1692909"/>
                  <a:pt x="458906" y="1692909"/>
                </a:cubicBezTo>
                <a:cubicBezTo>
                  <a:pt x="426707" y="1692909"/>
                  <a:pt x="399082" y="1673332"/>
                  <a:pt x="387281" y="1645430"/>
                </a:cubicBezTo>
                <a:lnTo>
                  <a:pt x="384319" y="1630757"/>
                </a:lnTo>
                <a:close/>
                <a:moveTo>
                  <a:pt x="9789822" y="1537435"/>
                </a:moveTo>
                <a:lnTo>
                  <a:pt x="9804588" y="1540416"/>
                </a:lnTo>
                <a:lnTo>
                  <a:pt x="9861298" y="1584689"/>
                </a:lnTo>
                <a:lnTo>
                  <a:pt x="9861449" y="1584913"/>
                </a:lnTo>
                <a:cubicBezTo>
                  <a:pt x="9865383" y="1594213"/>
                  <a:pt x="9867558" y="1604438"/>
                  <a:pt x="9867558" y="1615171"/>
                </a:cubicBezTo>
                <a:cubicBezTo>
                  <a:pt x="9867558" y="1658105"/>
                  <a:pt x="9832754" y="1692909"/>
                  <a:pt x="9789822" y="1692909"/>
                </a:cubicBezTo>
                <a:cubicBezTo>
                  <a:pt x="9746889" y="1692909"/>
                  <a:pt x="9712085" y="1658105"/>
                  <a:pt x="9712085" y="1615171"/>
                </a:cubicBezTo>
                <a:cubicBezTo>
                  <a:pt x="9712085" y="1572239"/>
                  <a:pt x="9746889" y="1537435"/>
                  <a:pt x="9789822" y="1537435"/>
                </a:cubicBezTo>
                <a:close/>
                <a:moveTo>
                  <a:pt x="9606304" y="1537435"/>
                </a:moveTo>
                <a:cubicBezTo>
                  <a:pt x="9649237" y="1537435"/>
                  <a:pt x="9684041" y="1572239"/>
                  <a:pt x="9684041" y="1615171"/>
                </a:cubicBezTo>
                <a:cubicBezTo>
                  <a:pt x="9684041" y="1658105"/>
                  <a:pt x="9649237" y="1692909"/>
                  <a:pt x="9606304" y="1692909"/>
                </a:cubicBezTo>
                <a:cubicBezTo>
                  <a:pt x="9563372" y="1692909"/>
                  <a:pt x="9528568" y="1658105"/>
                  <a:pt x="9528568" y="1615171"/>
                </a:cubicBezTo>
                <a:cubicBezTo>
                  <a:pt x="9528568" y="1572239"/>
                  <a:pt x="9563372" y="1537435"/>
                  <a:pt x="9606304" y="1537435"/>
                </a:cubicBezTo>
                <a:close/>
                <a:moveTo>
                  <a:pt x="9413377" y="1537435"/>
                </a:moveTo>
                <a:cubicBezTo>
                  <a:pt x="9456310" y="1537435"/>
                  <a:pt x="9491114" y="1572239"/>
                  <a:pt x="9491114" y="1615171"/>
                </a:cubicBezTo>
                <a:cubicBezTo>
                  <a:pt x="9491114" y="1658105"/>
                  <a:pt x="9456310" y="1692909"/>
                  <a:pt x="9413377" y="1692909"/>
                </a:cubicBezTo>
                <a:cubicBezTo>
                  <a:pt x="9370444" y="1692909"/>
                  <a:pt x="9335640" y="1658105"/>
                  <a:pt x="9335640" y="1615171"/>
                </a:cubicBezTo>
                <a:cubicBezTo>
                  <a:pt x="9335640" y="1572239"/>
                  <a:pt x="9370444" y="1537435"/>
                  <a:pt x="9413377" y="1537435"/>
                </a:cubicBezTo>
                <a:close/>
                <a:moveTo>
                  <a:pt x="9234567" y="1537435"/>
                </a:moveTo>
                <a:cubicBezTo>
                  <a:pt x="9277500" y="1537435"/>
                  <a:pt x="9312304" y="1572239"/>
                  <a:pt x="9312304" y="1615171"/>
                </a:cubicBezTo>
                <a:cubicBezTo>
                  <a:pt x="9312304" y="1658105"/>
                  <a:pt x="9277500" y="1692909"/>
                  <a:pt x="9234567" y="1692909"/>
                </a:cubicBezTo>
                <a:cubicBezTo>
                  <a:pt x="9191635" y="1692909"/>
                  <a:pt x="9156831" y="1658105"/>
                  <a:pt x="9156831" y="1615171"/>
                </a:cubicBezTo>
                <a:cubicBezTo>
                  <a:pt x="9156831" y="1572239"/>
                  <a:pt x="9191635" y="1537435"/>
                  <a:pt x="9234567" y="1537435"/>
                </a:cubicBezTo>
                <a:close/>
                <a:moveTo>
                  <a:pt x="9036935" y="1537435"/>
                </a:moveTo>
                <a:cubicBezTo>
                  <a:pt x="9079868" y="1537435"/>
                  <a:pt x="9114672" y="1572239"/>
                  <a:pt x="9114672" y="1615171"/>
                </a:cubicBezTo>
                <a:cubicBezTo>
                  <a:pt x="9114672" y="1658105"/>
                  <a:pt x="9079868" y="1692909"/>
                  <a:pt x="9036935" y="1692909"/>
                </a:cubicBezTo>
                <a:cubicBezTo>
                  <a:pt x="8994002" y="1692909"/>
                  <a:pt x="8959198" y="1658105"/>
                  <a:pt x="8959198" y="1615171"/>
                </a:cubicBezTo>
                <a:cubicBezTo>
                  <a:pt x="8959198" y="1572239"/>
                  <a:pt x="8994002" y="1537435"/>
                  <a:pt x="9036935" y="1537435"/>
                </a:cubicBezTo>
                <a:close/>
                <a:moveTo>
                  <a:pt x="8853419" y="1537435"/>
                </a:moveTo>
                <a:cubicBezTo>
                  <a:pt x="8896352" y="1537435"/>
                  <a:pt x="8931156" y="1572239"/>
                  <a:pt x="8931156" y="1615171"/>
                </a:cubicBezTo>
                <a:cubicBezTo>
                  <a:pt x="8931156" y="1658105"/>
                  <a:pt x="8896352" y="1692909"/>
                  <a:pt x="8853419" y="1692909"/>
                </a:cubicBezTo>
                <a:cubicBezTo>
                  <a:pt x="8810486" y="1692909"/>
                  <a:pt x="8775682" y="1658105"/>
                  <a:pt x="8775682" y="1615171"/>
                </a:cubicBezTo>
                <a:cubicBezTo>
                  <a:pt x="8775682" y="1572239"/>
                  <a:pt x="8810486" y="1537435"/>
                  <a:pt x="8853419" y="1537435"/>
                </a:cubicBezTo>
                <a:close/>
                <a:moveTo>
                  <a:pt x="8669904" y="1537435"/>
                </a:moveTo>
                <a:cubicBezTo>
                  <a:pt x="8712837" y="1537435"/>
                  <a:pt x="8747641" y="1572239"/>
                  <a:pt x="8747641" y="1615171"/>
                </a:cubicBezTo>
                <a:cubicBezTo>
                  <a:pt x="8747641" y="1658105"/>
                  <a:pt x="8712837" y="1692909"/>
                  <a:pt x="8669904" y="1692909"/>
                </a:cubicBezTo>
                <a:cubicBezTo>
                  <a:pt x="8626971" y="1692909"/>
                  <a:pt x="8592167" y="1658105"/>
                  <a:pt x="8592167" y="1615171"/>
                </a:cubicBezTo>
                <a:cubicBezTo>
                  <a:pt x="8592167" y="1572239"/>
                  <a:pt x="8626971" y="1537435"/>
                  <a:pt x="8669904" y="1537435"/>
                </a:cubicBezTo>
                <a:close/>
                <a:moveTo>
                  <a:pt x="8481681" y="1537435"/>
                </a:moveTo>
                <a:cubicBezTo>
                  <a:pt x="8524614" y="1537435"/>
                  <a:pt x="8559418" y="1572239"/>
                  <a:pt x="8559418" y="1615171"/>
                </a:cubicBezTo>
                <a:cubicBezTo>
                  <a:pt x="8559418" y="1658105"/>
                  <a:pt x="8524614" y="1692909"/>
                  <a:pt x="8481681" y="1692909"/>
                </a:cubicBezTo>
                <a:cubicBezTo>
                  <a:pt x="8438748" y="1692909"/>
                  <a:pt x="8403944" y="1658105"/>
                  <a:pt x="8403944" y="1615171"/>
                </a:cubicBezTo>
                <a:cubicBezTo>
                  <a:pt x="8403944" y="1572239"/>
                  <a:pt x="8438748" y="1537435"/>
                  <a:pt x="8481681" y="1537435"/>
                </a:cubicBezTo>
                <a:close/>
                <a:moveTo>
                  <a:pt x="8298166" y="1537435"/>
                </a:moveTo>
                <a:cubicBezTo>
                  <a:pt x="8341099" y="1537435"/>
                  <a:pt x="8375903" y="1572239"/>
                  <a:pt x="8375903" y="1615171"/>
                </a:cubicBezTo>
                <a:cubicBezTo>
                  <a:pt x="8375903" y="1658105"/>
                  <a:pt x="8341099" y="1692909"/>
                  <a:pt x="8298166" y="1692909"/>
                </a:cubicBezTo>
                <a:cubicBezTo>
                  <a:pt x="8255233" y="1692909"/>
                  <a:pt x="8220429" y="1658105"/>
                  <a:pt x="8220429" y="1615171"/>
                </a:cubicBezTo>
                <a:cubicBezTo>
                  <a:pt x="8220429" y="1572239"/>
                  <a:pt x="8255233" y="1537435"/>
                  <a:pt x="8298166" y="1537435"/>
                </a:cubicBezTo>
                <a:close/>
                <a:moveTo>
                  <a:pt x="8109946" y="1537435"/>
                </a:moveTo>
                <a:cubicBezTo>
                  <a:pt x="8152879" y="1537435"/>
                  <a:pt x="8187683" y="1572239"/>
                  <a:pt x="8187683" y="1615171"/>
                </a:cubicBezTo>
                <a:cubicBezTo>
                  <a:pt x="8187683" y="1658105"/>
                  <a:pt x="8152879" y="1692909"/>
                  <a:pt x="8109946" y="1692909"/>
                </a:cubicBezTo>
                <a:cubicBezTo>
                  <a:pt x="8067013" y="1692909"/>
                  <a:pt x="8032209" y="1658105"/>
                  <a:pt x="8032209" y="1615171"/>
                </a:cubicBezTo>
                <a:cubicBezTo>
                  <a:pt x="8032209" y="1572239"/>
                  <a:pt x="8067013" y="1537435"/>
                  <a:pt x="8109946" y="1537435"/>
                </a:cubicBezTo>
                <a:close/>
                <a:moveTo>
                  <a:pt x="7926429" y="1537435"/>
                </a:moveTo>
                <a:cubicBezTo>
                  <a:pt x="7969362" y="1537435"/>
                  <a:pt x="8004166" y="1572239"/>
                  <a:pt x="8004166" y="1615171"/>
                </a:cubicBezTo>
                <a:cubicBezTo>
                  <a:pt x="8004166" y="1658105"/>
                  <a:pt x="7969362" y="1692909"/>
                  <a:pt x="7926429" y="1692909"/>
                </a:cubicBezTo>
                <a:cubicBezTo>
                  <a:pt x="7883496" y="1692909"/>
                  <a:pt x="7848692" y="1658105"/>
                  <a:pt x="7848692" y="1615171"/>
                </a:cubicBezTo>
                <a:cubicBezTo>
                  <a:pt x="7848692" y="1572239"/>
                  <a:pt x="7883496" y="1537435"/>
                  <a:pt x="7926429" y="1537435"/>
                </a:cubicBezTo>
                <a:close/>
                <a:moveTo>
                  <a:pt x="7738208" y="1537435"/>
                </a:moveTo>
                <a:cubicBezTo>
                  <a:pt x="7781141" y="1537435"/>
                  <a:pt x="7815945" y="1572239"/>
                  <a:pt x="7815945" y="1615171"/>
                </a:cubicBezTo>
                <a:cubicBezTo>
                  <a:pt x="7815945" y="1658105"/>
                  <a:pt x="7781141" y="1692909"/>
                  <a:pt x="7738208" y="1692909"/>
                </a:cubicBezTo>
                <a:cubicBezTo>
                  <a:pt x="7695275" y="1692909"/>
                  <a:pt x="7660471" y="1658105"/>
                  <a:pt x="7660471" y="1615171"/>
                </a:cubicBezTo>
                <a:cubicBezTo>
                  <a:pt x="7660471" y="1572239"/>
                  <a:pt x="7695275" y="1537435"/>
                  <a:pt x="7738208" y="1537435"/>
                </a:cubicBezTo>
                <a:close/>
                <a:moveTo>
                  <a:pt x="7554691" y="1537435"/>
                </a:moveTo>
                <a:cubicBezTo>
                  <a:pt x="7597624" y="1537435"/>
                  <a:pt x="7632428" y="1572239"/>
                  <a:pt x="7632428" y="1615171"/>
                </a:cubicBezTo>
                <a:cubicBezTo>
                  <a:pt x="7632428" y="1658105"/>
                  <a:pt x="7597624" y="1692909"/>
                  <a:pt x="7554691" y="1692909"/>
                </a:cubicBezTo>
                <a:cubicBezTo>
                  <a:pt x="7511758" y="1692909"/>
                  <a:pt x="7476954" y="1658105"/>
                  <a:pt x="7476954" y="1615171"/>
                </a:cubicBezTo>
                <a:cubicBezTo>
                  <a:pt x="7476954" y="1572239"/>
                  <a:pt x="7511758" y="1537435"/>
                  <a:pt x="7554691" y="1537435"/>
                </a:cubicBezTo>
                <a:close/>
                <a:moveTo>
                  <a:pt x="7366470" y="1537435"/>
                </a:moveTo>
                <a:cubicBezTo>
                  <a:pt x="7409403" y="1537435"/>
                  <a:pt x="7444207" y="1572239"/>
                  <a:pt x="7444207" y="1615171"/>
                </a:cubicBezTo>
                <a:cubicBezTo>
                  <a:pt x="7444207" y="1658105"/>
                  <a:pt x="7409403" y="1692909"/>
                  <a:pt x="7366470" y="1692909"/>
                </a:cubicBezTo>
                <a:cubicBezTo>
                  <a:pt x="7323537" y="1692909"/>
                  <a:pt x="7288733" y="1658105"/>
                  <a:pt x="7288733" y="1615171"/>
                </a:cubicBezTo>
                <a:cubicBezTo>
                  <a:pt x="7288733" y="1572239"/>
                  <a:pt x="7323537" y="1537435"/>
                  <a:pt x="7366470" y="1537435"/>
                </a:cubicBezTo>
                <a:close/>
                <a:moveTo>
                  <a:pt x="7178249" y="1537435"/>
                </a:moveTo>
                <a:cubicBezTo>
                  <a:pt x="7221182" y="1537435"/>
                  <a:pt x="7255986" y="1572239"/>
                  <a:pt x="7255986" y="1615171"/>
                </a:cubicBezTo>
                <a:cubicBezTo>
                  <a:pt x="7255986" y="1658105"/>
                  <a:pt x="7221182" y="1692909"/>
                  <a:pt x="7178249" y="1692909"/>
                </a:cubicBezTo>
                <a:cubicBezTo>
                  <a:pt x="7135316" y="1692909"/>
                  <a:pt x="7100512" y="1658105"/>
                  <a:pt x="7100512" y="1615171"/>
                </a:cubicBezTo>
                <a:cubicBezTo>
                  <a:pt x="7100512" y="1572239"/>
                  <a:pt x="7135316" y="1537435"/>
                  <a:pt x="7178249" y="1537435"/>
                </a:cubicBezTo>
                <a:close/>
                <a:moveTo>
                  <a:pt x="6985324" y="1537435"/>
                </a:moveTo>
                <a:cubicBezTo>
                  <a:pt x="7028257" y="1537435"/>
                  <a:pt x="7063061" y="1572239"/>
                  <a:pt x="7063061" y="1615171"/>
                </a:cubicBezTo>
                <a:cubicBezTo>
                  <a:pt x="7063061" y="1658105"/>
                  <a:pt x="7028257" y="1692909"/>
                  <a:pt x="6985324" y="1692909"/>
                </a:cubicBezTo>
                <a:cubicBezTo>
                  <a:pt x="6942391" y="1692909"/>
                  <a:pt x="6907587" y="1658105"/>
                  <a:pt x="6907587" y="1615171"/>
                </a:cubicBezTo>
                <a:cubicBezTo>
                  <a:pt x="6907587" y="1572239"/>
                  <a:pt x="6942391" y="1537435"/>
                  <a:pt x="6985324" y="1537435"/>
                </a:cubicBezTo>
                <a:close/>
                <a:moveTo>
                  <a:pt x="6801807" y="1537435"/>
                </a:moveTo>
                <a:cubicBezTo>
                  <a:pt x="6844740" y="1537435"/>
                  <a:pt x="6879544" y="1572239"/>
                  <a:pt x="6879544" y="1615171"/>
                </a:cubicBezTo>
                <a:cubicBezTo>
                  <a:pt x="6879544" y="1658105"/>
                  <a:pt x="6844740" y="1692909"/>
                  <a:pt x="6801807" y="1692909"/>
                </a:cubicBezTo>
                <a:cubicBezTo>
                  <a:pt x="6758874" y="1692909"/>
                  <a:pt x="6724070" y="1658105"/>
                  <a:pt x="6724070" y="1615171"/>
                </a:cubicBezTo>
                <a:cubicBezTo>
                  <a:pt x="6724070" y="1572239"/>
                  <a:pt x="6758874" y="1537435"/>
                  <a:pt x="6801807" y="1537435"/>
                </a:cubicBezTo>
                <a:close/>
                <a:moveTo>
                  <a:pt x="6613585" y="1537435"/>
                </a:moveTo>
                <a:cubicBezTo>
                  <a:pt x="6656518" y="1537435"/>
                  <a:pt x="6691322" y="1572239"/>
                  <a:pt x="6691322" y="1615171"/>
                </a:cubicBezTo>
                <a:cubicBezTo>
                  <a:pt x="6691322" y="1658105"/>
                  <a:pt x="6656518" y="1692909"/>
                  <a:pt x="6613585" y="1692909"/>
                </a:cubicBezTo>
                <a:cubicBezTo>
                  <a:pt x="6570652" y="1692909"/>
                  <a:pt x="6535848" y="1658105"/>
                  <a:pt x="6535848" y="1615171"/>
                </a:cubicBezTo>
                <a:cubicBezTo>
                  <a:pt x="6535848" y="1572239"/>
                  <a:pt x="6570652" y="1537435"/>
                  <a:pt x="6613585" y="1537435"/>
                </a:cubicBezTo>
                <a:close/>
                <a:moveTo>
                  <a:pt x="6425364" y="1537435"/>
                </a:moveTo>
                <a:cubicBezTo>
                  <a:pt x="6468297" y="1537435"/>
                  <a:pt x="6503101" y="1572239"/>
                  <a:pt x="6503101" y="1615171"/>
                </a:cubicBezTo>
                <a:cubicBezTo>
                  <a:pt x="6503101" y="1658105"/>
                  <a:pt x="6468297" y="1692909"/>
                  <a:pt x="6425364" y="1692909"/>
                </a:cubicBezTo>
                <a:cubicBezTo>
                  <a:pt x="6382431" y="1692909"/>
                  <a:pt x="6347627" y="1658105"/>
                  <a:pt x="6347627" y="1615171"/>
                </a:cubicBezTo>
                <a:cubicBezTo>
                  <a:pt x="6347627" y="1572239"/>
                  <a:pt x="6382431" y="1537435"/>
                  <a:pt x="6425364" y="1537435"/>
                </a:cubicBezTo>
                <a:close/>
                <a:moveTo>
                  <a:pt x="6241848" y="1537435"/>
                </a:moveTo>
                <a:cubicBezTo>
                  <a:pt x="6284781" y="1537435"/>
                  <a:pt x="6319585" y="1572239"/>
                  <a:pt x="6319585" y="1615171"/>
                </a:cubicBezTo>
                <a:cubicBezTo>
                  <a:pt x="6319585" y="1658105"/>
                  <a:pt x="6284781" y="1692909"/>
                  <a:pt x="6241848" y="1692909"/>
                </a:cubicBezTo>
                <a:cubicBezTo>
                  <a:pt x="6198915" y="1692909"/>
                  <a:pt x="6164111" y="1658105"/>
                  <a:pt x="6164111" y="1615171"/>
                </a:cubicBezTo>
                <a:cubicBezTo>
                  <a:pt x="6164111" y="1572239"/>
                  <a:pt x="6198915" y="1537435"/>
                  <a:pt x="6241848" y="1537435"/>
                </a:cubicBezTo>
                <a:close/>
                <a:moveTo>
                  <a:pt x="5870110" y="1537435"/>
                </a:moveTo>
                <a:cubicBezTo>
                  <a:pt x="5913043" y="1537435"/>
                  <a:pt x="5947847" y="1572239"/>
                  <a:pt x="5947847" y="1615171"/>
                </a:cubicBezTo>
                <a:cubicBezTo>
                  <a:pt x="5947847" y="1658105"/>
                  <a:pt x="5913043" y="1692909"/>
                  <a:pt x="5870110" y="1692909"/>
                </a:cubicBezTo>
                <a:cubicBezTo>
                  <a:pt x="5827177" y="1692909"/>
                  <a:pt x="5792373" y="1658105"/>
                  <a:pt x="5792373" y="1615171"/>
                </a:cubicBezTo>
                <a:cubicBezTo>
                  <a:pt x="5792373" y="1572239"/>
                  <a:pt x="5827177" y="1537435"/>
                  <a:pt x="5870110" y="1537435"/>
                </a:cubicBezTo>
                <a:close/>
                <a:moveTo>
                  <a:pt x="5681940" y="1537435"/>
                </a:moveTo>
                <a:cubicBezTo>
                  <a:pt x="5724822" y="1537435"/>
                  <a:pt x="5759626" y="1572239"/>
                  <a:pt x="5759626" y="1615171"/>
                </a:cubicBezTo>
                <a:cubicBezTo>
                  <a:pt x="5759626" y="1658105"/>
                  <a:pt x="5724822" y="1692909"/>
                  <a:pt x="5681940" y="1692909"/>
                </a:cubicBezTo>
                <a:cubicBezTo>
                  <a:pt x="5638992" y="1692909"/>
                  <a:pt x="5604176" y="1658105"/>
                  <a:pt x="5604176" y="1615171"/>
                </a:cubicBezTo>
                <a:cubicBezTo>
                  <a:pt x="5604176" y="1572239"/>
                  <a:pt x="5638992" y="1537435"/>
                  <a:pt x="5681940" y="1537435"/>
                </a:cubicBezTo>
                <a:close/>
                <a:moveTo>
                  <a:pt x="5498376" y="1537435"/>
                </a:moveTo>
                <a:cubicBezTo>
                  <a:pt x="5541312" y="1537435"/>
                  <a:pt x="5576126" y="1572239"/>
                  <a:pt x="5576126" y="1615171"/>
                </a:cubicBezTo>
                <a:cubicBezTo>
                  <a:pt x="5576126" y="1658105"/>
                  <a:pt x="5541312" y="1692909"/>
                  <a:pt x="5498376" y="1692909"/>
                </a:cubicBezTo>
                <a:cubicBezTo>
                  <a:pt x="5455449" y="1692909"/>
                  <a:pt x="5420640" y="1658105"/>
                  <a:pt x="5420640" y="1615171"/>
                </a:cubicBezTo>
                <a:cubicBezTo>
                  <a:pt x="5420640" y="1572239"/>
                  <a:pt x="5455449" y="1537435"/>
                  <a:pt x="5498376" y="1537435"/>
                </a:cubicBezTo>
                <a:close/>
                <a:moveTo>
                  <a:pt x="3625627" y="1537435"/>
                </a:moveTo>
                <a:cubicBezTo>
                  <a:pt x="3668543" y="1537435"/>
                  <a:pt x="3703372" y="1572239"/>
                  <a:pt x="3703372" y="1615171"/>
                </a:cubicBezTo>
                <a:cubicBezTo>
                  <a:pt x="3703372" y="1658105"/>
                  <a:pt x="3668543" y="1692909"/>
                  <a:pt x="3625627" y="1692909"/>
                </a:cubicBezTo>
                <a:cubicBezTo>
                  <a:pt x="3582679" y="1692909"/>
                  <a:pt x="3547901" y="1658105"/>
                  <a:pt x="3547901" y="1615171"/>
                </a:cubicBezTo>
                <a:cubicBezTo>
                  <a:pt x="3547901" y="1572239"/>
                  <a:pt x="3582679" y="1537435"/>
                  <a:pt x="3625627" y="1537435"/>
                </a:cubicBezTo>
                <a:close/>
                <a:moveTo>
                  <a:pt x="2317572" y="1537435"/>
                </a:moveTo>
                <a:cubicBezTo>
                  <a:pt x="2360497" y="1537435"/>
                  <a:pt x="2395313" y="1572239"/>
                  <a:pt x="2395313" y="1615171"/>
                </a:cubicBezTo>
                <a:cubicBezTo>
                  <a:pt x="2395313" y="1658105"/>
                  <a:pt x="2360497" y="1692909"/>
                  <a:pt x="2317572" y="1692909"/>
                </a:cubicBezTo>
                <a:cubicBezTo>
                  <a:pt x="2274645" y="1692909"/>
                  <a:pt x="2239845" y="1658105"/>
                  <a:pt x="2239845" y="1615171"/>
                </a:cubicBezTo>
                <a:cubicBezTo>
                  <a:pt x="2239845" y="1572239"/>
                  <a:pt x="2274645" y="1537435"/>
                  <a:pt x="2317572" y="1537435"/>
                </a:cubicBezTo>
                <a:close/>
                <a:moveTo>
                  <a:pt x="1569475" y="1537435"/>
                </a:moveTo>
                <a:cubicBezTo>
                  <a:pt x="1612435" y="1537435"/>
                  <a:pt x="1647232" y="1572239"/>
                  <a:pt x="1647232" y="1615171"/>
                </a:cubicBezTo>
                <a:cubicBezTo>
                  <a:pt x="1647232" y="1658105"/>
                  <a:pt x="1612435" y="1692909"/>
                  <a:pt x="1569475" y="1692909"/>
                </a:cubicBezTo>
                <a:cubicBezTo>
                  <a:pt x="1526564" y="1692909"/>
                  <a:pt x="1491752" y="1658105"/>
                  <a:pt x="1491752" y="1615171"/>
                </a:cubicBezTo>
                <a:cubicBezTo>
                  <a:pt x="1491752" y="1572239"/>
                  <a:pt x="1526564" y="1537435"/>
                  <a:pt x="1569475" y="1537435"/>
                </a:cubicBezTo>
                <a:close/>
                <a:moveTo>
                  <a:pt x="1385938" y="1537435"/>
                </a:moveTo>
                <a:cubicBezTo>
                  <a:pt x="1428884" y="1537435"/>
                  <a:pt x="1463700" y="1572239"/>
                  <a:pt x="1463700" y="1615171"/>
                </a:cubicBezTo>
                <a:cubicBezTo>
                  <a:pt x="1463700" y="1658105"/>
                  <a:pt x="1428884" y="1692909"/>
                  <a:pt x="1385938" y="1692909"/>
                </a:cubicBezTo>
                <a:cubicBezTo>
                  <a:pt x="1342992" y="1692909"/>
                  <a:pt x="1308177" y="1658105"/>
                  <a:pt x="1308177" y="1615171"/>
                </a:cubicBezTo>
                <a:cubicBezTo>
                  <a:pt x="1308177" y="1572239"/>
                  <a:pt x="1342992" y="1537435"/>
                  <a:pt x="1385938" y="1537435"/>
                </a:cubicBezTo>
                <a:close/>
                <a:moveTo>
                  <a:pt x="1202397" y="1537435"/>
                </a:moveTo>
                <a:cubicBezTo>
                  <a:pt x="1245327" y="1537435"/>
                  <a:pt x="1280126" y="1572239"/>
                  <a:pt x="1280126" y="1615171"/>
                </a:cubicBezTo>
                <a:cubicBezTo>
                  <a:pt x="1280126" y="1658105"/>
                  <a:pt x="1245327" y="1692909"/>
                  <a:pt x="1202397" y="1692909"/>
                </a:cubicBezTo>
                <a:cubicBezTo>
                  <a:pt x="1159443" y="1692909"/>
                  <a:pt x="1124687" y="1658105"/>
                  <a:pt x="1124687" y="1615171"/>
                </a:cubicBezTo>
                <a:cubicBezTo>
                  <a:pt x="1124687" y="1572239"/>
                  <a:pt x="1159443" y="1537435"/>
                  <a:pt x="1202397" y="1537435"/>
                </a:cubicBezTo>
                <a:close/>
                <a:moveTo>
                  <a:pt x="1014150" y="1537435"/>
                </a:moveTo>
                <a:cubicBezTo>
                  <a:pt x="1057083" y="1537435"/>
                  <a:pt x="1091922" y="1572239"/>
                  <a:pt x="1091922" y="1615171"/>
                </a:cubicBezTo>
                <a:cubicBezTo>
                  <a:pt x="1091922" y="1658105"/>
                  <a:pt x="1057083" y="1692909"/>
                  <a:pt x="1014150" y="1692909"/>
                </a:cubicBezTo>
                <a:cubicBezTo>
                  <a:pt x="971264" y="1692909"/>
                  <a:pt x="936457" y="1658105"/>
                  <a:pt x="936457" y="1615171"/>
                </a:cubicBezTo>
                <a:cubicBezTo>
                  <a:pt x="936457" y="1572239"/>
                  <a:pt x="971264" y="1537435"/>
                  <a:pt x="1014150" y="1537435"/>
                </a:cubicBezTo>
                <a:close/>
                <a:moveTo>
                  <a:pt x="830653" y="1537435"/>
                </a:moveTo>
                <a:cubicBezTo>
                  <a:pt x="873572" y="1537435"/>
                  <a:pt x="908411" y="1572239"/>
                  <a:pt x="908411" y="1615171"/>
                </a:cubicBezTo>
                <a:cubicBezTo>
                  <a:pt x="908411" y="1658105"/>
                  <a:pt x="873572" y="1692909"/>
                  <a:pt x="830653" y="1692909"/>
                </a:cubicBezTo>
                <a:cubicBezTo>
                  <a:pt x="787708" y="1692909"/>
                  <a:pt x="752908" y="1658105"/>
                  <a:pt x="752908" y="1615171"/>
                </a:cubicBezTo>
                <a:cubicBezTo>
                  <a:pt x="752908" y="1572239"/>
                  <a:pt x="787708" y="1537435"/>
                  <a:pt x="830653" y="1537435"/>
                </a:cubicBezTo>
                <a:close/>
                <a:moveTo>
                  <a:pt x="642418" y="1537435"/>
                </a:moveTo>
                <a:cubicBezTo>
                  <a:pt x="685357" y="1537435"/>
                  <a:pt x="720160" y="1572239"/>
                  <a:pt x="720160" y="1615171"/>
                </a:cubicBezTo>
                <a:cubicBezTo>
                  <a:pt x="720160" y="1658105"/>
                  <a:pt x="685357" y="1692909"/>
                  <a:pt x="642418" y="1692909"/>
                </a:cubicBezTo>
                <a:cubicBezTo>
                  <a:pt x="599489" y="1692909"/>
                  <a:pt x="564685" y="1658105"/>
                  <a:pt x="564685" y="1615171"/>
                </a:cubicBezTo>
                <a:cubicBezTo>
                  <a:pt x="564685" y="1572239"/>
                  <a:pt x="599489" y="1537435"/>
                  <a:pt x="642418" y="1537435"/>
                </a:cubicBezTo>
                <a:close/>
                <a:moveTo>
                  <a:pt x="9720532" y="1474796"/>
                </a:moveTo>
                <a:lnTo>
                  <a:pt x="9772393" y="1515283"/>
                </a:lnTo>
                <a:lnTo>
                  <a:pt x="9759560" y="1512692"/>
                </a:lnTo>
                <a:cubicBezTo>
                  <a:pt x="9750260" y="1508759"/>
                  <a:pt x="9741884" y="1503067"/>
                  <a:pt x="9734851" y="1496033"/>
                </a:cubicBezTo>
                <a:close/>
                <a:moveTo>
                  <a:pt x="700606" y="1390848"/>
                </a:moveTo>
                <a:lnTo>
                  <a:pt x="714062" y="1410805"/>
                </a:lnTo>
                <a:cubicBezTo>
                  <a:pt x="717996" y="1420105"/>
                  <a:pt x="720171" y="1430330"/>
                  <a:pt x="720171" y="1441063"/>
                </a:cubicBezTo>
                <a:cubicBezTo>
                  <a:pt x="720171" y="1483997"/>
                  <a:pt x="685370" y="1518801"/>
                  <a:pt x="642428" y="1518801"/>
                </a:cubicBezTo>
                <a:cubicBezTo>
                  <a:pt x="620964" y="1518801"/>
                  <a:pt x="601532" y="1510100"/>
                  <a:pt x="587465" y="1496032"/>
                </a:cubicBezTo>
                <a:lnTo>
                  <a:pt x="576923" y="1480396"/>
                </a:lnTo>
                <a:lnTo>
                  <a:pt x="622703" y="1444657"/>
                </a:lnTo>
                <a:close/>
                <a:moveTo>
                  <a:pt x="9574517" y="1370468"/>
                </a:moveTo>
                <a:lnTo>
                  <a:pt x="9681926" y="1444657"/>
                </a:lnTo>
                <a:lnTo>
                  <a:pt x="9683127" y="1445595"/>
                </a:lnTo>
                <a:lnTo>
                  <a:pt x="9677932" y="1471324"/>
                </a:lnTo>
                <a:cubicBezTo>
                  <a:pt x="9666131" y="1499225"/>
                  <a:pt x="9638504" y="1518801"/>
                  <a:pt x="9606304" y="1518801"/>
                </a:cubicBezTo>
                <a:cubicBezTo>
                  <a:pt x="9563372" y="1518801"/>
                  <a:pt x="9528568" y="1483999"/>
                  <a:pt x="9528568" y="1441065"/>
                </a:cubicBezTo>
                <a:cubicBezTo>
                  <a:pt x="9528568" y="1419599"/>
                  <a:pt x="9537269" y="1400165"/>
                  <a:pt x="9551337" y="1386097"/>
                </a:cubicBezTo>
                <a:close/>
                <a:moveTo>
                  <a:pt x="9413377" y="1363328"/>
                </a:moveTo>
                <a:cubicBezTo>
                  <a:pt x="9456310" y="1363328"/>
                  <a:pt x="9491114" y="1398131"/>
                  <a:pt x="9491114" y="1441063"/>
                </a:cubicBezTo>
                <a:cubicBezTo>
                  <a:pt x="9491114" y="1483997"/>
                  <a:pt x="9456310" y="1518801"/>
                  <a:pt x="9413377" y="1518801"/>
                </a:cubicBezTo>
                <a:cubicBezTo>
                  <a:pt x="9370444" y="1518801"/>
                  <a:pt x="9335640" y="1483997"/>
                  <a:pt x="9335640" y="1441063"/>
                </a:cubicBezTo>
                <a:cubicBezTo>
                  <a:pt x="9335640" y="1398131"/>
                  <a:pt x="9370444" y="1363328"/>
                  <a:pt x="9413377" y="1363328"/>
                </a:cubicBezTo>
                <a:close/>
                <a:moveTo>
                  <a:pt x="9234566" y="1363328"/>
                </a:moveTo>
                <a:cubicBezTo>
                  <a:pt x="9277499" y="1363328"/>
                  <a:pt x="9312303" y="1398132"/>
                  <a:pt x="9312303" y="1441065"/>
                </a:cubicBezTo>
                <a:cubicBezTo>
                  <a:pt x="9312303" y="1483999"/>
                  <a:pt x="9277499" y="1518801"/>
                  <a:pt x="9234566" y="1518801"/>
                </a:cubicBezTo>
                <a:cubicBezTo>
                  <a:pt x="9191633" y="1518801"/>
                  <a:pt x="9156829" y="1483999"/>
                  <a:pt x="9156829" y="1441065"/>
                </a:cubicBezTo>
                <a:cubicBezTo>
                  <a:pt x="9156829" y="1398132"/>
                  <a:pt x="9191633" y="1363328"/>
                  <a:pt x="9234566" y="1363328"/>
                </a:cubicBezTo>
                <a:close/>
                <a:moveTo>
                  <a:pt x="9036935" y="1363328"/>
                </a:moveTo>
                <a:cubicBezTo>
                  <a:pt x="9079868" y="1363328"/>
                  <a:pt x="9114672" y="1398132"/>
                  <a:pt x="9114672" y="1441065"/>
                </a:cubicBezTo>
                <a:cubicBezTo>
                  <a:pt x="9114672" y="1483999"/>
                  <a:pt x="9079868" y="1518801"/>
                  <a:pt x="9036935" y="1518801"/>
                </a:cubicBezTo>
                <a:cubicBezTo>
                  <a:pt x="8994002" y="1518801"/>
                  <a:pt x="8959198" y="1483999"/>
                  <a:pt x="8959198" y="1441065"/>
                </a:cubicBezTo>
                <a:cubicBezTo>
                  <a:pt x="8959198" y="1398132"/>
                  <a:pt x="8994002" y="1363328"/>
                  <a:pt x="9036935" y="1363328"/>
                </a:cubicBezTo>
                <a:close/>
                <a:moveTo>
                  <a:pt x="8853418" y="1363328"/>
                </a:moveTo>
                <a:cubicBezTo>
                  <a:pt x="8896351" y="1363328"/>
                  <a:pt x="8931155" y="1398132"/>
                  <a:pt x="8931155" y="1441065"/>
                </a:cubicBezTo>
                <a:cubicBezTo>
                  <a:pt x="8931155" y="1483999"/>
                  <a:pt x="8896351" y="1518801"/>
                  <a:pt x="8853418" y="1518801"/>
                </a:cubicBezTo>
                <a:cubicBezTo>
                  <a:pt x="8810485" y="1518801"/>
                  <a:pt x="8775681" y="1483999"/>
                  <a:pt x="8775681" y="1441065"/>
                </a:cubicBezTo>
                <a:cubicBezTo>
                  <a:pt x="8775681" y="1398132"/>
                  <a:pt x="8810485" y="1363328"/>
                  <a:pt x="8853418" y="1363328"/>
                </a:cubicBezTo>
                <a:close/>
                <a:moveTo>
                  <a:pt x="8669904" y="1363328"/>
                </a:moveTo>
                <a:cubicBezTo>
                  <a:pt x="8712837" y="1363328"/>
                  <a:pt x="8747641" y="1398131"/>
                  <a:pt x="8747641" y="1441063"/>
                </a:cubicBezTo>
                <a:cubicBezTo>
                  <a:pt x="8747641" y="1483997"/>
                  <a:pt x="8712837" y="1518801"/>
                  <a:pt x="8669904" y="1518801"/>
                </a:cubicBezTo>
                <a:cubicBezTo>
                  <a:pt x="8626971" y="1518801"/>
                  <a:pt x="8592167" y="1483997"/>
                  <a:pt x="8592167" y="1441063"/>
                </a:cubicBezTo>
                <a:cubicBezTo>
                  <a:pt x="8592167" y="1398131"/>
                  <a:pt x="8626971" y="1363328"/>
                  <a:pt x="8669904" y="1363328"/>
                </a:cubicBezTo>
                <a:close/>
                <a:moveTo>
                  <a:pt x="8481681" y="1363328"/>
                </a:moveTo>
                <a:cubicBezTo>
                  <a:pt x="8524614" y="1363328"/>
                  <a:pt x="8559418" y="1398132"/>
                  <a:pt x="8559418" y="1441065"/>
                </a:cubicBezTo>
                <a:cubicBezTo>
                  <a:pt x="8559418" y="1483999"/>
                  <a:pt x="8524614" y="1518801"/>
                  <a:pt x="8481681" y="1518801"/>
                </a:cubicBezTo>
                <a:cubicBezTo>
                  <a:pt x="8438748" y="1518801"/>
                  <a:pt x="8403944" y="1483999"/>
                  <a:pt x="8403944" y="1441065"/>
                </a:cubicBezTo>
                <a:cubicBezTo>
                  <a:pt x="8403944" y="1398132"/>
                  <a:pt x="8438748" y="1363328"/>
                  <a:pt x="8481681" y="1363328"/>
                </a:cubicBezTo>
                <a:close/>
                <a:moveTo>
                  <a:pt x="8298166" y="1363328"/>
                </a:moveTo>
                <a:cubicBezTo>
                  <a:pt x="8341099" y="1363328"/>
                  <a:pt x="8375903" y="1398132"/>
                  <a:pt x="8375903" y="1441065"/>
                </a:cubicBezTo>
                <a:cubicBezTo>
                  <a:pt x="8375903" y="1483999"/>
                  <a:pt x="8341099" y="1518801"/>
                  <a:pt x="8298166" y="1518801"/>
                </a:cubicBezTo>
                <a:cubicBezTo>
                  <a:pt x="8255233" y="1518801"/>
                  <a:pt x="8220429" y="1483999"/>
                  <a:pt x="8220429" y="1441065"/>
                </a:cubicBezTo>
                <a:cubicBezTo>
                  <a:pt x="8220429" y="1398132"/>
                  <a:pt x="8255233" y="1363328"/>
                  <a:pt x="8298166" y="1363328"/>
                </a:cubicBezTo>
                <a:close/>
                <a:moveTo>
                  <a:pt x="8109946" y="1363328"/>
                </a:moveTo>
                <a:cubicBezTo>
                  <a:pt x="8152879" y="1363328"/>
                  <a:pt x="8187683" y="1398132"/>
                  <a:pt x="8187683" y="1441065"/>
                </a:cubicBezTo>
                <a:cubicBezTo>
                  <a:pt x="8187683" y="1483999"/>
                  <a:pt x="8152879" y="1518801"/>
                  <a:pt x="8109946" y="1518801"/>
                </a:cubicBezTo>
                <a:cubicBezTo>
                  <a:pt x="8067013" y="1518801"/>
                  <a:pt x="8032209" y="1483999"/>
                  <a:pt x="8032209" y="1441065"/>
                </a:cubicBezTo>
                <a:cubicBezTo>
                  <a:pt x="8032209" y="1398132"/>
                  <a:pt x="8067013" y="1363328"/>
                  <a:pt x="8109946" y="1363328"/>
                </a:cubicBezTo>
                <a:close/>
                <a:moveTo>
                  <a:pt x="7926429" y="1363328"/>
                </a:moveTo>
                <a:cubicBezTo>
                  <a:pt x="7969362" y="1363328"/>
                  <a:pt x="8004166" y="1398131"/>
                  <a:pt x="8004166" y="1441063"/>
                </a:cubicBezTo>
                <a:cubicBezTo>
                  <a:pt x="8004166" y="1483997"/>
                  <a:pt x="7969362" y="1518801"/>
                  <a:pt x="7926429" y="1518801"/>
                </a:cubicBezTo>
                <a:cubicBezTo>
                  <a:pt x="7883496" y="1518801"/>
                  <a:pt x="7848692" y="1483997"/>
                  <a:pt x="7848692" y="1441063"/>
                </a:cubicBezTo>
                <a:cubicBezTo>
                  <a:pt x="7848692" y="1398131"/>
                  <a:pt x="7883496" y="1363328"/>
                  <a:pt x="7926429" y="1363328"/>
                </a:cubicBezTo>
                <a:close/>
                <a:moveTo>
                  <a:pt x="7738208" y="1363328"/>
                </a:moveTo>
                <a:cubicBezTo>
                  <a:pt x="7781141" y="1363328"/>
                  <a:pt x="7815945" y="1398131"/>
                  <a:pt x="7815945" y="1441063"/>
                </a:cubicBezTo>
                <a:cubicBezTo>
                  <a:pt x="7815945" y="1483997"/>
                  <a:pt x="7781141" y="1518801"/>
                  <a:pt x="7738208" y="1518801"/>
                </a:cubicBezTo>
                <a:cubicBezTo>
                  <a:pt x="7695275" y="1518801"/>
                  <a:pt x="7660471" y="1483997"/>
                  <a:pt x="7660471" y="1441063"/>
                </a:cubicBezTo>
                <a:cubicBezTo>
                  <a:pt x="7660471" y="1398131"/>
                  <a:pt x="7695275" y="1363328"/>
                  <a:pt x="7738208" y="1363328"/>
                </a:cubicBezTo>
                <a:close/>
                <a:moveTo>
                  <a:pt x="7554691" y="1363328"/>
                </a:moveTo>
                <a:cubicBezTo>
                  <a:pt x="7597624" y="1363328"/>
                  <a:pt x="7632428" y="1398132"/>
                  <a:pt x="7632428" y="1441065"/>
                </a:cubicBezTo>
                <a:cubicBezTo>
                  <a:pt x="7632428" y="1483999"/>
                  <a:pt x="7597624" y="1518801"/>
                  <a:pt x="7554691" y="1518801"/>
                </a:cubicBezTo>
                <a:cubicBezTo>
                  <a:pt x="7511758" y="1518801"/>
                  <a:pt x="7476954" y="1483999"/>
                  <a:pt x="7476954" y="1441065"/>
                </a:cubicBezTo>
                <a:cubicBezTo>
                  <a:pt x="7476954" y="1398132"/>
                  <a:pt x="7511758" y="1363328"/>
                  <a:pt x="7554691" y="1363328"/>
                </a:cubicBezTo>
                <a:close/>
                <a:moveTo>
                  <a:pt x="7366470" y="1363328"/>
                </a:moveTo>
                <a:cubicBezTo>
                  <a:pt x="7409403" y="1363328"/>
                  <a:pt x="7444207" y="1398131"/>
                  <a:pt x="7444207" y="1441063"/>
                </a:cubicBezTo>
                <a:cubicBezTo>
                  <a:pt x="7444207" y="1483997"/>
                  <a:pt x="7409403" y="1518801"/>
                  <a:pt x="7366470" y="1518801"/>
                </a:cubicBezTo>
                <a:cubicBezTo>
                  <a:pt x="7323537" y="1518801"/>
                  <a:pt x="7288733" y="1483997"/>
                  <a:pt x="7288733" y="1441063"/>
                </a:cubicBezTo>
                <a:cubicBezTo>
                  <a:pt x="7288733" y="1398131"/>
                  <a:pt x="7323537" y="1363328"/>
                  <a:pt x="7366470" y="1363328"/>
                </a:cubicBezTo>
                <a:close/>
                <a:moveTo>
                  <a:pt x="7178248" y="1363328"/>
                </a:moveTo>
                <a:cubicBezTo>
                  <a:pt x="7221181" y="1363328"/>
                  <a:pt x="7255985" y="1398131"/>
                  <a:pt x="7255985" y="1441063"/>
                </a:cubicBezTo>
                <a:cubicBezTo>
                  <a:pt x="7255985" y="1483997"/>
                  <a:pt x="7221181" y="1518801"/>
                  <a:pt x="7178248" y="1518801"/>
                </a:cubicBezTo>
                <a:cubicBezTo>
                  <a:pt x="7135315" y="1518801"/>
                  <a:pt x="7100511" y="1483997"/>
                  <a:pt x="7100511" y="1441063"/>
                </a:cubicBezTo>
                <a:cubicBezTo>
                  <a:pt x="7100511" y="1398131"/>
                  <a:pt x="7135315" y="1363328"/>
                  <a:pt x="7178248" y="1363328"/>
                </a:cubicBezTo>
                <a:close/>
                <a:moveTo>
                  <a:pt x="6985324" y="1363328"/>
                </a:moveTo>
                <a:cubicBezTo>
                  <a:pt x="7028257" y="1363328"/>
                  <a:pt x="7063061" y="1398131"/>
                  <a:pt x="7063061" y="1441063"/>
                </a:cubicBezTo>
                <a:cubicBezTo>
                  <a:pt x="7063061" y="1483997"/>
                  <a:pt x="7028257" y="1518801"/>
                  <a:pt x="6985324" y="1518801"/>
                </a:cubicBezTo>
                <a:cubicBezTo>
                  <a:pt x="6942391" y="1518801"/>
                  <a:pt x="6907587" y="1483997"/>
                  <a:pt x="6907587" y="1441063"/>
                </a:cubicBezTo>
                <a:cubicBezTo>
                  <a:pt x="6907587" y="1398131"/>
                  <a:pt x="6942391" y="1363328"/>
                  <a:pt x="6985324" y="1363328"/>
                </a:cubicBezTo>
                <a:close/>
                <a:moveTo>
                  <a:pt x="6801806" y="1363328"/>
                </a:moveTo>
                <a:cubicBezTo>
                  <a:pt x="6844739" y="1363328"/>
                  <a:pt x="6879543" y="1398132"/>
                  <a:pt x="6879543" y="1441065"/>
                </a:cubicBezTo>
                <a:cubicBezTo>
                  <a:pt x="6879543" y="1483999"/>
                  <a:pt x="6844739" y="1518801"/>
                  <a:pt x="6801806" y="1518801"/>
                </a:cubicBezTo>
                <a:cubicBezTo>
                  <a:pt x="6758873" y="1518801"/>
                  <a:pt x="6724069" y="1483999"/>
                  <a:pt x="6724069" y="1441065"/>
                </a:cubicBezTo>
                <a:cubicBezTo>
                  <a:pt x="6724069" y="1398132"/>
                  <a:pt x="6758873" y="1363328"/>
                  <a:pt x="6801806" y="1363328"/>
                </a:cubicBezTo>
                <a:close/>
                <a:moveTo>
                  <a:pt x="6613585" y="1363328"/>
                </a:moveTo>
                <a:cubicBezTo>
                  <a:pt x="6656518" y="1363328"/>
                  <a:pt x="6691322" y="1398131"/>
                  <a:pt x="6691322" y="1441063"/>
                </a:cubicBezTo>
                <a:cubicBezTo>
                  <a:pt x="6691322" y="1483997"/>
                  <a:pt x="6656518" y="1518801"/>
                  <a:pt x="6613585" y="1518801"/>
                </a:cubicBezTo>
                <a:cubicBezTo>
                  <a:pt x="6570652" y="1518801"/>
                  <a:pt x="6535848" y="1483997"/>
                  <a:pt x="6535848" y="1441063"/>
                </a:cubicBezTo>
                <a:cubicBezTo>
                  <a:pt x="6535848" y="1398131"/>
                  <a:pt x="6570652" y="1363328"/>
                  <a:pt x="6613585" y="1363328"/>
                </a:cubicBezTo>
                <a:close/>
                <a:moveTo>
                  <a:pt x="6425364" y="1363328"/>
                </a:moveTo>
                <a:cubicBezTo>
                  <a:pt x="6468297" y="1363328"/>
                  <a:pt x="6503101" y="1398132"/>
                  <a:pt x="6503101" y="1441065"/>
                </a:cubicBezTo>
                <a:cubicBezTo>
                  <a:pt x="6503101" y="1483999"/>
                  <a:pt x="6468297" y="1518801"/>
                  <a:pt x="6425364" y="1518801"/>
                </a:cubicBezTo>
                <a:cubicBezTo>
                  <a:pt x="6382431" y="1518801"/>
                  <a:pt x="6347627" y="1483999"/>
                  <a:pt x="6347627" y="1441065"/>
                </a:cubicBezTo>
                <a:cubicBezTo>
                  <a:pt x="6347627" y="1398132"/>
                  <a:pt x="6382431" y="1363328"/>
                  <a:pt x="6425364" y="1363328"/>
                </a:cubicBezTo>
                <a:close/>
                <a:moveTo>
                  <a:pt x="6241848" y="1363328"/>
                </a:moveTo>
                <a:cubicBezTo>
                  <a:pt x="6284781" y="1363328"/>
                  <a:pt x="6319585" y="1398132"/>
                  <a:pt x="6319585" y="1441065"/>
                </a:cubicBezTo>
                <a:cubicBezTo>
                  <a:pt x="6319585" y="1483999"/>
                  <a:pt x="6284781" y="1518801"/>
                  <a:pt x="6241848" y="1518801"/>
                </a:cubicBezTo>
                <a:cubicBezTo>
                  <a:pt x="6198915" y="1518801"/>
                  <a:pt x="6164111" y="1483999"/>
                  <a:pt x="6164111" y="1441065"/>
                </a:cubicBezTo>
                <a:cubicBezTo>
                  <a:pt x="6164111" y="1398132"/>
                  <a:pt x="6198915" y="1363328"/>
                  <a:pt x="6241848" y="1363328"/>
                </a:cubicBezTo>
                <a:close/>
                <a:moveTo>
                  <a:pt x="6053629" y="1363328"/>
                </a:moveTo>
                <a:cubicBezTo>
                  <a:pt x="6096562" y="1363328"/>
                  <a:pt x="6131366" y="1398131"/>
                  <a:pt x="6131366" y="1441063"/>
                </a:cubicBezTo>
                <a:cubicBezTo>
                  <a:pt x="6131366" y="1483997"/>
                  <a:pt x="6096562" y="1518801"/>
                  <a:pt x="6053629" y="1518801"/>
                </a:cubicBezTo>
                <a:cubicBezTo>
                  <a:pt x="6010696" y="1518801"/>
                  <a:pt x="5975892" y="1483997"/>
                  <a:pt x="5975892" y="1441063"/>
                </a:cubicBezTo>
                <a:cubicBezTo>
                  <a:pt x="5975892" y="1398131"/>
                  <a:pt x="6010696" y="1363328"/>
                  <a:pt x="6053629" y="1363328"/>
                </a:cubicBezTo>
                <a:close/>
                <a:moveTo>
                  <a:pt x="5870110" y="1363328"/>
                </a:moveTo>
                <a:cubicBezTo>
                  <a:pt x="5913043" y="1363328"/>
                  <a:pt x="5947847" y="1398132"/>
                  <a:pt x="5947847" y="1441065"/>
                </a:cubicBezTo>
                <a:cubicBezTo>
                  <a:pt x="5947847" y="1483999"/>
                  <a:pt x="5913043" y="1518801"/>
                  <a:pt x="5870110" y="1518801"/>
                </a:cubicBezTo>
                <a:cubicBezTo>
                  <a:pt x="5827177" y="1518801"/>
                  <a:pt x="5792373" y="1483999"/>
                  <a:pt x="5792373" y="1441065"/>
                </a:cubicBezTo>
                <a:cubicBezTo>
                  <a:pt x="5792373" y="1398132"/>
                  <a:pt x="5827177" y="1363328"/>
                  <a:pt x="5870110" y="1363328"/>
                </a:cubicBezTo>
                <a:close/>
                <a:moveTo>
                  <a:pt x="5681942" y="1363328"/>
                </a:moveTo>
                <a:cubicBezTo>
                  <a:pt x="5724823" y="1363328"/>
                  <a:pt x="5759628" y="1398132"/>
                  <a:pt x="5759628" y="1441065"/>
                </a:cubicBezTo>
                <a:cubicBezTo>
                  <a:pt x="5759628" y="1483999"/>
                  <a:pt x="5724823" y="1518801"/>
                  <a:pt x="5681942" y="1518801"/>
                </a:cubicBezTo>
                <a:cubicBezTo>
                  <a:pt x="5638995" y="1518801"/>
                  <a:pt x="5604176" y="1483999"/>
                  <a:pt x="5604176" y="1441065"/>
                </a:cubicBezTo>
                <a:cubicBezTo>
                  <a:pt x="5604176" y="1398132"/>
                  <a:pt x="5638995" y="1363328"/>
                  <a:pt x="5681942" y="1363328"/>
                </a:cubicBezTo>
                <a:close/>
                <a:moveTo>
                  <a:pt x="4745533" y="1363328"/>
                </a:moveTo>
                <a:cubicBezTo>
                  <a:pt x="4788452" y="1363328"/>
                  <a:pt x="4823263" y="1398131"/>
                  <a:pt x="4823263" y="1441063"/>
                </a:cubicBezTo>
                <a:cubicBezTo>
                  <a:pt x="4823263" y="1483997"/>
                  <a:pt x="4788452" y="1518801"/>
                  <a:pt x="4745533" y="1518801"/>
                </a:cubicBezTo>
                <a:cubicBezTo>
                  <a:pt x="4702574" y="1518801"/>
                  <a:pt x="4667783" y="1483997"/>
                  <a:pt x="4667783" y="1441063"/>
                </a:cubicBezTo>
                <a:cubicBezTo>
                  <a:pt x="4667783" y="1398131"/>
                  <a:pt x="4702574" y="1363328"/>
                  <a:pt x="4745533" y="1363328"/>
                </a:cubicBezTo>
                <a:close/>
                <a:moveTo>
                  <a:pt x="4557296" y="1363328"/>
                </a:moveTo>
                <a:cubicBezTo>
                  <a:pt x="4600235" y="1363328"/>
                  <a:pt x="4635044" y="1398132"/>
                  <a:pt x="4635044" y="1441065"/>
                </a:cubicBezTo>
                <a:cubicBezTo>
                  <a:pt x="4635044" y="1483999"/>
                  <a:pt x="4600235" y="1518801"/>
                  <a:pt x="4557296" y="1518801"/>
                </a:cubicBezTo>
                <a:cubicBezTo>
                  <a:pt x="4514354" y="1518801"/>
                  <a:pt x="4479562" y="1483999"/>
                  <a:pt x="4479562" y="1441065"/>
                </a:cubicBezTo>
                <a:cubicBezTo>
                  <a:pt x="4479562" y="1398132"/>
                  <a:pt x="4514354" y="1363328"/>
                  <a:pt x="4557296" y="1363328"/>
                </a:cubicBezTo>
                <a:close/>
                <a:moveTo>
                  <a:pt x="4373781" y="1363328"/>
                </a:moveTo>
                <a:cubicBezTo>
                  <a:pt x="4416737" y="1363328"/>
                  <a:pt x="4451515" y="1398132"/>
                  <a:pt x="4451515" y="1441065"/>
                </a:cubicBezTo>
                <a:cubicBezTo>
                  <a:pt x="4451515" y="1483999"/>
                  <a:pt x="4416737" y="1518801"/>
                  <a:pt x="4373781" y="1518801"/>
                </a:cubicBezTo>
                <a:cubicBezTo>
                  <a:pt x="4330856" y="1518801"/>
                  <a:pt x="4296053" y="1483999"/>
                  <a:pt x="4296053" y="1441065"/>
                </a:cubicBezTo>
                <a:cubicBezTo>
                  <a:pt x="4296053" y="1398132"/>
                  <a:pt x="4330856" y="1363328"/>
                  <a:pt x="4373781" y="1363328"/>
                </a:cubicBezTo>
                <a:close/>
                <a:moveTo>
                  <a:pt x="3625629" y="1363328"/>
                </a:moveTo>
                <a:cubicBezTo>
                  <a:pt x="3668543" y="1363328"/>
                  <a:pt x="3703372" y="1398131"/>
                  <a:pt x="3703372" y="1441063"/>
                </a:cubicBezTo>
                <a:cubicBezTo>
                  <a:pt x="3703372" y="1483997"/>
                  <a:pt x="3668543" y="1518801"/>
                  <a:pt x="3625629" y="1518801"/>
                </a:cubicBezTo>
                <a:cubicBezTo>
                  <a:pt x="3582685" y="1518801"/>
                  <a:pt x="3547906" y="1483997"/>
                  <a:pt x="3547906" y="1441063"/>
                </a:cubicBezTo>
                <a:cubicBezTo>
                  <a:pt x="3547906" y="1398131"/>
                  <a:pt x="3582685" y="1363328"/>
                  <a:pt x="3625629" y="1363328"/>
                </a:cubicBezTo>
                <a:close/>
                <a:moveTo>
                  <a:pt x="3442093" y="1363328"/>
                </a:moveTo>
                <a:cubicBezTo>
                  <a:pt x="3485038" y="1363328"/>
                  <a:pt x="3519851" y="1398132"/>
                  <a:pt x="3519851" y="1441065"/>
                </a:cubicBezTo>
                <a:cubicBezTo>
                  <a:pt x="3519851" y="1483999"/>
                  <a:pt x="3485038" y="1518801"/>
                  <a:pt x="3442093" y="1518801"/>
                </a:cubicBezTo>
                <a:cubicBezTo>
                  <a:pt x="3399302" y="1518801"/>
                  <a:pt x="3364502" y="1483999"/>
                  <a:pt x="3364502" y="1441065"/>
                </a:cubicBezTo>
                <a:cubicBezTo>
                  <a:pt x="3364502" y="1398132"/>
                  <a:pt x="3399302" y="1363328"/>
                  <a:pt x="3442093" y="1363328"/>
                </a:cubicBezTo>
                <a:close/>
                <a:moveTo>
                  <a:pt x="2689371" y="1363328"/>
                </a:moveTo>
                <a:cubicBezTo>
                  <a:pt x="2732295" y="1363328"/>
                  <a:pt x="2767077" y="1398131"/>
                  <a:pt x="2767077" y="1441063"/>
                </a:cubicBezTo>
                <a:cubicBezTo>
                  <a:pt x="2767077" y="1483997"/>
                  <a:pt x="2732295" y="1518801"/>
                  <a:pt x="2689371" y="1518801"/>
                </a:cubicBezTo>
                <a:cubicBezTo>
                  <a:pt x="2646425" y="1518801"/>
                  <a:pt x="2611635" y="1483997"/>
                  <a:pt x="2611635" y="1441063"/>
                </a:cubicBezTo>
                <a:cubicBezTo>
                  <a:pt x="2611635" y="1398131"/>
                  <a:pt x="2646425" y="1363328"/>
                  <a:pt x="2689371" y="1363328"/>
                </a:cubicBezTo>
                <a:close/>
                <a:moveTo>
                  <a:pt x="2510551" y="1363328"/>
                </a:moveTo>
                <a:cubicBezTo>
                  <a:pt x="2553496" y="1363328"/>
                  <a:pt x="2588296" y="1398132"/>
                  <a:pt x="2588296" y="1441065"/>
                </a:cubicBezTo>
                <a:cubicBezTo>
                  <a:pt x="2588296" y="1483999"/>
                  <a:pt x="2553496" y="1518801"/>
                  <a:pt x="2510551" y="1518801"/>
                </a:cubicBezTo>
                <a:cubicBezTo>
                  <a:pt x="2467602" y="1518801"/>
                  <a:pt x="2432787" y="1483999"/>
                  <a:pt x="2432787" y="1441065"/>
                </a:cubicBezTo>
                <a:cubicBezTo>
                  <a:pt x="2432787" y="1398132"/>
                  <a:pt x="2467602" y="1363328"/>
                  <a:pt x="2510551" y="1363328"/>
                </a:cubicBezTo>
                <a:close/>
                <a:moveTo>
                  <a:pt x="1941203" y="1363328"/>
                </a:moveTo>
                <a:cubicBezTo>
                  <a:pt x="1984127" y="1363328"/>
                  <a:pt x="2018925" y="1398131"/>
                  <a:pt x="2018925" y="1441063"/>
                </a:cubicBezTo>
                <a:cubicBezTo>
                  <a:pt x="2018925" y="1483997"/>
                  <a:pt x="1984127" y="1518801"/>
                  <a:pt x="1941203" y="1518801"/>
                </a:cubicBezTo>
                <a:cubicBezTo>
                  <a:pt x="1898277" y="1518801"/>
                  <a:pt x="1863480" y="1483997"/>
                  <a:pt x="1863480" y="1441063"/>
                </a:cubicBezTo>
                <a:cubicBezTo>
                  <a:pt x="1863480" y="1398131"/>
                  <a:pt x="1898277" y="1363328"/>
                  <a:pt x="1941203" y="1363328"/>
                </a:cubicBezTo>
                <a:close/>
                <a:moveTo>
                  <a:pt x="1757713" y="1363328"/>
                </a:moveTo>
                <a:cubicBezTo>
                  <a:pt x="1800644" y="1363328"/>
                  <a:pt x="1835442" y="1398132"/>
                  <a:pt x="1835442" y="1441065"/>
                </a:cubicBezTo>
                <a:cubicBezTo>
                  <a:pt x="1835442" y="1483999"/>
                  <a:pt x="1800644" y="1518801"/>
                  <a:pt x="1757713" y="1518801"/>
                </a:cubicBezTo>
                <a:cubicBezTo>
                  <a:pt x="1714769" y="1518801"/>
                  <a:pt x="1679986" y="1483999"/>
                  <a:pt x="1679986" y="1441065"/>
                </a:cubicBezTo>
                <a:cubicBezTo>
                  <a:pt x="1679986" y="1398132"/>
                  <a:pt x="1714769" y="1363328"/>
                  <a:pt x="1757713" y="1363328"/>
                </a:cubicBezTo>
                <a:close/>
                <a:moveTo>
                  <a:pt x="1569475" y="1363328"/>
                </a:moveTo>
                <a:cubicBezTo>
                  <a:pt x="1612449" y="1363328"/>
                  <a:pt x="1647245" y="1398131"/>
                  <a:pt x="1647245" y="1441063"/>
                </a:cubicBezTo>
                <a:cubicBezTo>
                  <a:pt x="1647245" y="1483997"/>
                  <a:pt x="1612449" y="1518801"/>
                  <a:pt x="1569475" y="1518801"/>
                </a:cubicBezTo>
                <a:cubicBezTo>
                  <a:pt x="1526579" y="1518801"/>
                  <a:pt x="1491765" y="1483997"/>
                  <a:pt x="1491765" y="1441063"/>
                </a:cubicBezTo>
                <a:cubicBezTo>
                  <a:pt x="1491765" y="1398131"/>
                  <a:pt x="1526579" y="1363328"/>
                  <a:pt x="1569475" y="1363328"/>
                </a:cubicBezTo>
                <a:close/>
                <a:moveTo>
                  <a:pt x="1385952" y="1363328"/>
                </a:moveTo>
                <a:cubicBezTo>
                  <a:pt x="1428898" y="1363328"/>
                  <a:pt x="1463714" y="1398131"/>
                  <a:pt x="1463714" y="1441063"/>
                </a:cubicBezTo>
                <a:cubicBezTo>
                  <a:pt x="1463714" y="1483997"/>
                  <a:pt x="1428898" y="1518801"/>
                  <a:pt x="1385952" y="1518801"/>
                </a:cubicBezTo>
                <a:cubicBezTo>
                  <a:pt x="1343006" y="1518801"/>
                  <a:pt x="1308193" y="1483997"/>
                  <a:pt x="1308193" y="1441063"/>
                </a:cubicBezTo>
                <a:cubicBezTo>
                  <a:pt x="1308193" y="1398131"/>
                  <a:pt x="1343006" y="1363328"/>
                  <a:pt x="1385952" y="1363328"/>
                </a:cubicBezTo>
                <a:close/>
                <a:moveTo>
                  <a:pt x="1202404" y="1363328"/>
                </a:moveTo>
                <a:cubicBezTo>
                  <a:pt x="1245340" y="1363328"/>
                  <a:pt x="1280142" y="1398131"/>
                  <a:pt x="1280142" y="1441063"/>
                </a:cubicBezTo>
                <a:cubicBezTo>
                  <a:pt x="1280142" y="1483997"/>
                  <a:pt x="1245340" y="1518801"/>
                  <a:pt x="1202404" y="1518801"/>
                </a:cubicBezTo>
                <a:cubicBezTo>
                  <a:pt x="1159452" y="1518801"/>
                  <a:pt x="1124704" y="1483997"/>
                  <a:pt x="1124704" y="1441063"/>
                </a:cubicBezTo>
                <a:cubicBezTo>
                  <a:pt x="1124704" y="1398131"/>
                  <a:pt x="1159452" y="1363328"/>
                  <a:pt x="1202404" y="1363328"/>
                </a:cubicBezTo>
                <a:close/>
                <a:moveTo>
                  <a:pt x="1014166" y="1363328"/>
                </a:moveTo>
                <a:cubicBezTo>
                  <a:pt x="1057110" y="1363328"/>
                  <a:pt x="1091934" y="1398131"/>
                  <a:pt x="1091934" y="1441063"/>
                </a:cubicBezTo>
                <a:cubicBezTo>
                  <a:pt x="1091934" y="1483997"/>
                  <a:pt x="1057110" y="1518801"/>
                  <a:pt x="1014166" y="1518801"/>
                </a:cubicBezTo>
                <a:cubicBezTo>
                  <a:pt x="971277" y="1518801"/>
                  <a:pt x="936469" y="1483997"/>
                  <a:pt x="936469" y="1441063"/>
                </a:cubicBezTo>
                <a:cubicBezTo>
                  <a:pt x="936469" y="1398131"/>
                  <a:pt x="971277" y="1363328"/>
                  <a:pt x="1014166" y="1363328"/>
                </a:cubicBezTo>
                <a:close/>
                <a:moveTo>
                  <a:pt x="830663" y="1363328"/>
                </a:moveTo>
                <a:cubicBezTo>
                  <a:pt x="873583" y="1363328"/>
                  <a:pt x="908428" y="1398131"/>
                  <a:pt x="908428" y="1441063"/>
                </a:cubicBezTo>
                <a:cubicBezTo>
                  <a:pt x="908428" y="1483997"/>
                  <a:pt x="873583" y="1518801"/>
                  <a:pt x="830663" y="1518801"/>
                </a:cubicBezTo>
                <a:cubicBezTo>
                  <a:pt x="787720" y="1518801"/>
                  <a:pt x="752920" y="1483997"/>
                  <a:pt x="752920" y="1441063"/>
                </a:cubicBezTo>
                <a:cubicBezTo>
                  <a:pt x="752920" y="1398131"/>
                  <a:pt x="787720" y="1363328"/>
                  <a:pt x="830663" y="1363328"/>
                </a:cubicBezTo>
                <a:close/>
                <a:moveTo>
                  <a:pt x="904116" y="1250280"/>
                </a:moveTo>
                <a:lnTo>
                  <a:pt x="908437" y="1271666"/>
                </a:lnTo>
                <a:cubicBezTo>
                  <a:pt x="908437" y="1314600"/>
                  <a:pt x="873595" y="1349403"/>
                  <a:pt x="830675" y="1349403"/>
                </a:cubicBezTo>
                <a:cubicBezTo>
                  <a:pt x="819940" y="1349403"/>
                  <a:pt x="809713" y="1347228"/>
                  <a:pt x="800411" y="1343294"/>
                </a:cubicBezTo>
                <a:lnTo>
                  <a:pt x="784744" y="1332732"/>
                </a:lnTo>
                <a:close/>
                <a:moveTo>
                  <a:pt x="9356340" y="1219769"/>
                </a:moveTo>
                <a:lnTo>
                  <a:pt x="9481917" y="1306507"/>
                </a:lnTo>
                <a:lnTo>
                  <a:pt x="9468346" y="1326635"/>
                </a:lnTo>
                <a:cubicBezTo>
                  <a:pt x="9454279" y="1340702"/>
                  <a:pt x="9434845" y="1349403"/>
                  <a:pt x="9413378" y="1349403"/>
                </a:cubicBezTo>
                <a:cubicBezTo>
                  <a:pt x="9370445" y="1349403"/>
                  <a:pt x="9335641" y="1314600"/>
                  <a:pt x="9335641" y="1271666"/>
                </a:cubicBezTo>
                <a:cubicBezTo>
                  <a:pt x="9335641" y="1260933"/>
                  <a:pt x="9337816" y="1250708"/>
                  <a:pt x="9341750" y="1241408"/>
                </a:cubicBezTo>
                <a:close/>
                <a:moveTo>
                  <a:pt x="9234567" y="1193930"/>
                </a:moveTo>
                <a:cubicBezTo>
                  <a:pt x="9277500" y="1193930"/>
                  <a:pt x="9312304" y="1228733"/>
                  <a:pt x="9312304" y="1271666"/>
                </a:cubicBezTo>
                <a:cubicBezTo>
                  <a:pt x="9312304" y="1314600"/>
                  <a:pt x="9277500" y="1349403"/>
                  <a:pt x="9234567" y="1349403"/>
                </a:cubicBezTo>
                <a:cubicBezTo>
                  <a:pt x="9191635" y="1349403"/>
                  <a:pt x="9156831" y="1314600"/>
                  <a:pt x="9156831" y="1271666"/>
                </a:cubicBezTo>
                <a:cubicBezTo>
                  <a:pt x="9156831" y="1228733"/>
                  <a:pt x="9191635" y="1193930"/>
                  <a:pt x="9234567" y="1193930"/>
                </a:cubicBezTo>
                <a:close/>
                <a:moveTo>
                  <a:pt x="9036935" y="1193930"/>
                </a:moveTo>
                <a:cubicBezTo>
                  <a:pt x="9079868" y="1193930"/>
                  <a:pt x="9114672" y="1228733"/>
                  <a:pt x="9114672" y="1271666"/>
                </a:cubicBezTo>
                <a:cubicBezTo>
                  <a:pt x="9114672" y="1314600"/>
                  <a:pt x="9079868" y="1349403"/>
                  <a:pt x="9036935" y="1349403"/>
                </a:cubicBezTo>
                <a:cubicBezTo>
                  <a:pt x="8994002" y="1349403"/>
                  <a:pt x="8959198" y="1314600"/>
                  <a:pt x="8959198" y="1271666"/>
                </a:cubicBezTo>
                <a:cubicBezTo>
                  <a:pt x="8959198" y="1228733"/>
                  <a:pt x="8994002" y="1193930"/>
                  <a:pt x="9036935" y="1193930"/>
                </a:cubicBezTo>
                <a:close/>
                <a:moveTo>
                  <a:pt x="8853419" y="1193930"/>
                </a:moveTo>
                <a:cubicBezTo>
                  <a:pt x="8896352" y="1193930"/>
                  <a:pt x="8931156" y="1228733"/>
                  <a:pt x="8931156" y="1271666"/>
                </a:cubicBezTo>
                <a:cubicBezTo>
                  <a:pt x="8931156" y="1314600"/>
                  <a:pt x="8896352" y="1349403"/>
                  <a:pt x="8853419" y="1349403"/>
                </a:cubicBezTo>
                <a:cubicBezTo>
                  <a:pt x="8810486" y="1349403"/>
                  <a:pt x="8775682" y="1314600"/>
                  <a:pt x="8775682" y="1271666"/>
                </a:cubicBezTo>
                <a:cubicBezTo>
                  <a:pt x="8775682" y="1228733"/>
                  <a:pt x="8810486" y="1193930"/>
                  <a:pt x="8853419" y="1193930"/>
                </a:cubicBezTo>
                <a:close/>
                <a:moveTo>
                  <a:pt x="8669907" y="1193930"/>
                </a:moveTo>
                <a:cubicBezTo>
                  <a:pt x="8712840" y="1193930"/>
                  <a:pt x="8747644" y="1228733"/>
                  <a:pt x="8747644" y="1271666"/>
                </a:cubicBezTo>
                <a:cubicBezTo>
                  <a:pt x="8747644" y="1314600"/>
                  <a:pt x="8712840" y="1349403"/>
                  <a:pt x="8669907" y="1349403"/>
                </a:cubicBezTo>
                <a:cubicBezTo>
                  <a:pt x="8626974" y="1349403"/>
                  <a:pt x="8592170" y="1314600"/>
                  <a:pt x="8592170" y="1271666"/>
                </a:cubicBezTo>
                <a:cubicBezTo>
                  <a:pt x="8592170" y="1228733"/>
                  <a:pt x="8626974" y="1193930"/>
                  <a:pt x="8669907" y="1193930"/>
                </a:cubicBezTo>
                <a:close/>
                <a:moveTo>
                  <a:pt x="8481683" y="1193930"/>
                </a:moveTo>
                <a:cubicBezTo>
                  <a:pt x="8524616" y="1193930"/>
                  <a:pt x="8559420" y="1228733"/>
                  <a:pt x="8559420" y="1271666"/>
                </a:cubicBezTo>
                <a:cubicBezTo>
                  <a:pt x="8559420" y="1314600"/>
                  <a:pt x="8524616" y="1349403"/>
                  <a:pt x="8481683" y="1349403"/>
                </a:cubicBezTo>
                <a:cubicBezTo>
                  <a:pt x="8438750" y="1349403"/>
                  <a:pt x="8403946" y="1314600"/>
                  <a:pt x="8403946" y="1271666"/>
                </a:cubicBezTo>
                <a:cubicBezTo>
                  <a:pt x="8403946" y="1228733"/>
                  <a:pt x="8438750" y="1193930"/>
                  <a:pt x="8481683" y="1193930"/>
                </a:cubicBezTo>
                <a:close/>
                <a:moveTo>
                  <a:pt x="8298166" y="1193930"/>
                </a:moveTo>
                <a:cubicBezTo>
                  <a:pt x="8341099" y="1193930"/>
                  <a:pt x="8375903" y="1228733"/>
                  <a:pt x="8375903" y="1271666"/>
                </a:cubicBezTo>
                <a:cubicBezTo>
                  <a:pt x="8375903" y="1314600"/>
                  <a:pt x="8341099" y="1349403"/>
                  <a:pt x="8298166" y="1349403"/>
                </a:cubicBezTo>
                <a:cubicBezTo>
                  <a:pt x="8255233" y="1349403"/>
                  <a:pt x="8220429" y="1314600"/>
                  <a:pt x="8220429" y="1271666"/>
                </a:cubicBezTo>
                <a:cubicBezTo>
                  <a:pt x="8220429" y="1228733"/>
                  <a:pt x="8255233" y="1193930"/>
                  <a:pt x="8298166" y="1193930"/>
                </a:cubicBezTo>
                <a:close/>
                <a:moveTo>
                  <a:pt x="8109946" y="1193930"/>
                </a:moveTo>
                <a:cubicBezTo>
                  <a:pt x="8152879" y="1193930"/>
                  <a:pt x="8187683" y="1228733"/>
                  <a:pt x="8187683" y="1271666"/>
                </a:cubicBezTo>
                <a:cubicBezTo>
                  <a:pt x="8187683" y="1314600"/>
                  <a:pt x="8152879" y="1349403"/>
                  <a:pt x="8109946" y="1349403"/>
                </a:cubicBezTo>
                <a:cubicBezTo>
                  <a:pt x="8067013" y="1349403"/>
                  <a:pt x="8032209" y="1314600"/>
                  <a:pt x="8032209" y="1271666"/>
                </a:cubicBezTo>
                <a:cubicBezTo>
                  <a:pt x="8032209" y="1228733"/>
                  <a:pt x="8067013" y="1193930"/>
                  <a:pt x="8109946" y="1193930"/>
                </a:cubicBezTo>
                <a:close/>
                <a:moveTo>
                  <a:pt x="7926432" y="1193930"/>
                </a:moveTo>
                <a:cubicBezTo>
                  <a:pt x="7969364" y="1193930"/>
                  <a:pt x="8004169" y="1228733"/>
                  <a:pt x="8004169" y="1271666"/>
                </a:cubicBezTo>
                <a:cubicBezTo>
                  <a:pt x="8004169" y="1314600"/>
                  <a:pt x="7969364" y="1349403"/>
                  <a:pt x="7926432" y="1349403"/>
                </a:cubicBezTo>
                <a:cubicBezTo>
                  <a:pt x="7883499" y="1349403"/>
                  <a:pt x="7848695" y="1314600"/>
                  <a:pt x="7848695" y="1271666"/>
                </a:cubicBezTo>
                <a:cubicBezTo>
                  <a:pt x="7848695" y="1228733"/>
                  <a:pt x="7883499" y="1193930"/>
                  <a:pt x="7926432" y="1193930"/>
                </a:cubicBezTo>
                <a:close/>
                <a:moveTo>
                  <a:pt x="7738211" y="1193930"/>
                </a:moveTo>
                <a:cubicBezTo>
                  <a:pt x="7781143" y="1193930"/>
                  <a:pt x="7815947" y="1228733"/>
                  <a:pt x="7815947" y="1271666"/>
                </a:cubicBezTo>
                <a:cubicBezTo>
                  <a:pt x="7815947" y="1314600"/>
                  <a:pt x="7781143" y="1349403"/>
                  <a:pt x="7738211" y="1349403"/>
                </a:cubicBezTo>
                <a:cubicBezTo>
                  <a:pt x="7695278" y="1349403"/>
                  <a:pt x="7660474" y="1314600"/>
                  <a:pt x="7660474" y="1271666"/>
                </a:cubicBezTo>
                <a:cubicBezTo>
                  <a:pt x="7660474" y="1228733"/>
                  <a:pt x="7695278" y="1193930"/>
                  <a:pt x="7738211" y="1193930"/>
                </a:cubicBezTo>
                <a:close/>
                <a:moveTo>
                  <a:pt x="7554691" y="1193930"/>
                </a:moveTo>
                <a:cubicBezTo>
                  <a:pt x="7597624" y="1193930"/>
                  <a:pt x="7632428" y="1228733"/>
                  <a:pt x="7632428" y="1271666"/>
                </a:cubicBezTo>
                <a:cubicBezTo>
                  <a:pt x="7632428" y="1314600"/>
                  <a:pt x="7597624" y="1349403"/>
                  <a:pt x="7554691" y="1349403"/>
                </a:cubicBezTo>
                <a:cubicBezTo>
                  <a:pt x="7511758" y="1349403"/>
                  <a:pt x="7476954" y="1314600"/>
                  <a:pt x="7476954" y="1271666"/>
                </a:cubicBezTo>
                <a:cubicBezTo>
                  <a:pt x="7476954" y="1228733"/>
                  <a:pt x="7511758" y="1193930"/>
                  <a:pt x="7554691" y="1193930"/>
                </a:cubicBezTo>
                <a:close/>
                <a:moveTo>
                  <a:pt x="7366470" y="1193930"/>
                </a:moveTo>
                <a:cubicBezTo>
                  <a:pt x="7409403" y="1193930"/>
                  <a:pt x="7444207" y="1228733"/>
                  <a:pt x="7444207" y="1271666"/>
                </a:cubicBezTo>
                <a:cubicBezTo>
                  <a:pt x="7444207" y="1314600"/>
                  <a:pt x="7409403" y="1349403"/>
                  <a:pt x="7366470" y="1349403"/>
                </a:cubicBezTo>
                <a:cubicBezTo>
                  <a:pt x="7323537" y="1349403"/>
                  <a:pt x="7288733" y="1314600"/>
                  <a:pt x="7288733" y="1271666"/>
                </a:cubicBezTo>
                <a:cubicBezTo>
                  <a:pt x="7288733" y="1228733"/>
                  <a:pt x="7323537" y="1193930"/>
                  <a:pt x="7366470" y="1193930"/>
                </a:cubicBezTo>
                <a:close/>
                <a:moveTo>
                  <a:pt x="7178249" y="1193930"/>
                </a:moveTo>
                <a:cubicBezTo>
                  <a:pt x="7221182" y="1193930"/>
                  <a:pt x="7255986" y="1228733"/>
                  <a:pt x="7255986" y="1271666"/>
                </a:cubicBezTo>
                <a:cubicBezTo>
                  <a:pt x="7255986" y="1314600"/>
                  <a:pt x="7221182" y="1349403"/>
                  <a:pt x="7178249" y="1349403"/>
                </a:cubicBezTo>
                <a:cubicBezTo>
                  <a:pt x="7135316" y="1349403"/>
                  <a:pt x="7100512" y="1314600"/>
                  <a:pt x="7100512" y="1271666"/>
                </a:cubicBezTo>
                <a:cubicBezTo>
                  <a:pt x="7100512" y="1228733"/>
                  <a:pt x="7135316" y="1193930"/>
                  <a:pt x="7178249" y="1193930"/>
                </a:cubicBezTo>
                <a:close/>
                <a:moveTo>
                  <a:pt x="6985324" y="1193930"/>
                </a:moveTo>
                <a:cubicBezTo>
                  <a:pt x="7028257" y="1193930"/>
                  <a:pt x="7063061" y="1228733"/>
                  <a:pt x="7063061" y="1271666"/>
                </a:cubicBezTo>
                <a:cubicBezTo>
                  <a:pt x="7063061" y="1314600"/>
                  <a:pt x="7028257" y="1349403"/>
                  <a:pt x="6985324" y="1349403"/>
                </a:cubicBezTo>
                <a:cubicBezTo>
                  <a:pt x="6942391" y="1349403"/>
                  <a:pt x="6907587" y="1314600"/>
                  <a:pt x="6907587" y="1271666"/>
                </a:cubicBezTo>
                <a:cubicBezTo>
                  <a:pt x="6907587" y="1228733"/>
                  <a:pt x="6942391" y="1193930"/>
                  <a:pt x="6985324" y="1193930"/>
                </a:cubicBezTo>
                <a:close/>
                <a:moveTo>
                  <a:pt x="6801807" y="1193930"/>
                </a:moveTo>
                <a:cubicBezTo>
                  <a:pt x="6844740" y="1193930"/>
                  <a:pt x="6879544" y="1228733"/>
                  <a:pt x="6879544" y="1271666"/>
                </a:cubicBezTo>
                <a:cubicBezTo>
                  <a:pt x="6879544" y="1314600"/>
                  <a:pt x="6844740" y="1349403"/>
                  <a:pt x="6801807" y="1349403"/>
                </a:cubicBezTo>
                <a:cubicBezTo>
                  <a:pt x="6758874" y="1349403"/>
                  <a:pt x="6724070" y="1314600"/>
                  <a:pt x="6724070" y="1271666"/>
                </a:cubicBezTo>
                <a:cubicBezTo>
                  <a:pt x="6724070" y="1228733"/>
                  <a:pt x="6758874" y="1193930"/>
                  <a:pt x="6801807" y="1193930"/>
                </a:cubicBezTo>
                <a:close/>
                <a:moveTo>
                  <a:pt x="6613586" y="1193930"/>
                </a:moveTo>
                <a:cubicBezTo>
                  <a:pt x="6656519" y="1193930"/>
                  <a:pt x="6691323" y="1228733"/>
                  <a:pt x="6691323" y="1271666"/>
                </a:cubicBezTo>
                <a:cubicBezTo>
                  <a:pt x="6691323" y="1314600"/>
                  <a:pt x="6656519" y="1349403"/>
                  <a:pt x="6613586" y="1349403"/>
                </a:cubicBezTo>
                <a:cubicBezTo>
                  <a:pt x="6570653" y="1349403"/>
                  <a:pt x="6535849" y="1314600"/>
                  <a:pt x="6535849" y="1271666"/>
                </a:cubicBezTo>
                <a:cubicBezTo>
                  <a:pt x="6535849" y="1228733"/>
                  <a:pt x="6570653" y="1193930"/>
                  <a:pt x="6613586" y="1193930"/>
                </a:cubicBezTo>
                <a:close/>
                <a:moveTo>
                  <a:pt x="6425365" y="1193930"/>
                </a:moveTo>
                <a:cubicBezTo>
                  <a:pt x="6468298" y="1193930"/>
                  <a:pt x="6503102" y="1228733"/>
                  <a:pt x="6503102" y="1271666"/>
                </a:cubicBezTo>
                <a:cubicBezTo>
                  <a:pt x="6503102" y="1314600"/>
                  <a:pt x="6468298" y="1349403"/>
                  <a:pt x="6425365" y="1349403"/>
                </a:cubicBezTo>
                <a:cubicBezTo>
                  <a:pt x="6382432" y="1349403"/>
                  <a:pt x="6347628" y="1314600"/>
                  <a:pt x="6347628" y="1271666"/>
                </a:cubicBezTo>
                <a:cubicBezTo>
                  <a:pt x="6347628" y="1228733"/>
                  <a:pt x="6382432" y="1193930"/>
                  <a:pt x="6425365" y="1193930"/>
                </a:cubicBezTo>
                <a:close/>
                <a:moveTo>
                  <a:pt x="6241848" y="1193930"/>
                </a:moveTo>
                <a:cubicBezTo>
                  <a:pt x="6284781" y="1193930"/>
                  <a:pt x="6319585" y="1228733"/>
                  <a:pt x="6319585" y="1271666"/>
                </a:cubicBezTo>
                <a:cubicBezTo>
                  <a:pt x="6319585" y="1314600"/>
                  <a:pt x="6284781" y="1349403"/>
                  <a:pt x="6241848" y="1349403"/>
                </a:cubicBezTo>
                <a:cubicBezTo>
                  <a:pt x="6198915" y="1349403"/>
                  <a:pt x="6164111" y="1314600"/>
                  <a:pt x="6164111" y="1271666"/>
                </a:cubicBezTo>
                <a:cubicBezTo>
                  <a:pt x="6164111" y="1228733"/>
                  <a:pt x="6198915" y="1193930"/>
                  <a:pt x="6241848" y="1193930"/>
                </a:cubicBezTo>
                <a:close/>
                <a:moveTo>
                  <a:pt x="6053629" y="1193930"/>
                </a:moveTo>
                <a:cubicBezTo>
                  <a:pt x="6096562" y="1193930"/>
                  <a:pt x="6131366" y="1228733"/>
                  <a:pt x="6131366" y="1271666"/>
                </a:cubicBezTo>
                <a:cubicBezTo>
                  <a:pt x="6131366" y="1314600"/>
                  <a:pt x="6096562" y="1349403"/>
                  <a:pt x="6053629" y="1349403"/>
                </a:cubicBezTo>
                <a:cubicBezTo>
                  <a:pt x="6010696" y="1349403"/>
                  <a:pt x="5975892" y="1314600"/>
                  <a:pt x="5975892" y="1271666"/>
                </a:cubicBezTo>
                <a:cubicBezTo>
                  <a:pt x="5975892" y="1228733"/>
                  <a:pt x="6010696" y="1193930"/>
                  <a:pt x="6053629" y="1193930"/>
                </a:cubicBezTo>
                <a:close/>
                <a:moveTo>
                  <a:pt x="5870112" y="1193930"/>
                </a:moveTo>
                <a:cubicBezTo>
                  <a:pt x="5913045" y="1193930"/>
                  <a:pt x="5947849" y="1228733"/>
                  <a:pt x="5947849" y="1271666"/>
                </a:cubicBezTo>
                <a:cubicBezTo>
                  <a:pt x="5947849" y="1314600"/>
                  <a:pt x="5913045" y="1349403"/>
                  <a:pt x="5870112" y="1349403"/>
                </a:cubicBezTo>
                <a:cubicBezTo>
                  <a:pt x="5827179" y="1349403"/>
                  <a:pt x="5792375" y="1314600"/>
                  <a:pt x="5792375" y="1271666"/>
                </a:cubicBezTo>
                <a:cubicBezTo>
                  <a:pt x="5792375" y="1228733"/>
                  <a:pt x="5827179" y="1193930"/>
                  <a:pt x="5870112" y="1193930"/>
                </a:cubicBezTo>
                <a:close/>
                <a:moveTo>
                  <a:pt x="4557299" y="1193930"/>
                </a:moveTo>
                <a:cubicBezTo>
                  <a:pt x="4600237" y="1193930"/>
                  <a:pt x="4635045" y="1228733"/>
                  <a:pt x="4635045" y="1271666"/>
                </a:cubicBezTo>
                <a:cubicBezTo>
                  <a:pt x="4635045" y="1314600"/>
                  <a:pt x="4600237" y="1349403"/>
                  <a:pt x="4557299" y="1349403"/>
                </a:cubicBezTo>
                <a:cubicBezTo>
                  <a:pt x="4514356" y="1349403"/>
                  <a:pt x="4479562" y="1314600"/>
                  <a:pt x="4479562" y="1271666"/>
                </a:cubicBezTo>
                <a:cubicBezTo>
                  <a:pt x="4479562" y="1228733"/>
                  <a:pt x="4514356" y="1193930"/>
                  <a:pt x="4557299" y="1193930"/>
                </a:cubicBezTo>
                <a:close/>
                <a:moveTo>
                  <a:pt x="3813851" y="1193930"/>
                </a:moveTo>
                <a:cubicBezTo>
                  <a:pt x="3856787" y="1193930"/>
                  <a:pt x="3891562" y="1228733"/>
                  <a:pt x="3891562" y="1271666"/>
                </a:cubicBezTo>
                <a:cubicBezTo>
                  <a:pt x="3891562" y="1314600"/>
                  <a:pt x="3856787" y="1349403"/>
                  <a:pt x="3813851" y="1349403"/>
                </a:cubicBezTo>
                <a:cubicBezTo>
                  <a:pt x="3770911" y="1349403"/>
                  <a:pt x="3736077" y="1314600"/>
                  <a:pt x="3736077" y="1271666"/>
                </a:cubicBezTo>
                <a:cubicBezTo>
                  <a:pt x="3736077" y="1228733"/>
                  <a:pt x="3770911" y="1193930"/>
                  <a:pt x="3813851" y="1193930"/>
                </a:cubicBezTo>
                <a:close/>
                <a:moveTo>
                  <a:pt x="3625629" y="1193930"/>
                </a:moveTo>
                <a:cubicBezTo>
                  <a:pt x="3668547" y="1193930"/>
                  <a:pt x="3703372" y="1228733"/>
                  <a:pt x="3703372" y="1271666"/>
                </a:cubicBezTo>
                <a:cubicBezTo>
                  <a:pt x="3703372" y="1314600"/>
                  <a:pt x="3668547" y="1349403"/>
                  <a:pt x="3625629" y="1349403"/>
                </a:cubicBezTo>
                <a:cubicBezTo>
                  <a:pt x="3582685" y="1349403"/>
                  <a:pt x="3547906" y="1314600"/>
                  <a:pt x="3547906" y="1271666"/>
                </a:cubicBezTo>
                <a:cubicBezTo>
                  <a:pt x="3547906" y="1228733"/>
                  <a:pt x="3582685" y="1193930"/>
                  <a:pt x="3625629" y="1193930"/>
                </a:cubicBezTo>
                <a:close/>
                <a:moveTo>
                  <a:pt x="3442093" y="1193930"/>
                </a:moveTo>
                <a:cubicBezTo>
                  <a:pt x="3485038" y="1193930"/>
                  <a:pt x="3519851" y="1228733"/>
                  <a:pt x="3519851" y="1271666"/>
                </a:cubicBezTo>
                <a:cubicBezTo>
                  <a:pt x="3519851" y="1314600"/>
                  <a:pt x="3485038" y="1349403"/>
                  <a:pt x="3442093" y="1349403"/>
                </a:cubicBezTo>
                <a:cubicBezTo>
                  <a:pt x="3399314" y="1349403"/>
                  <a:pt x="3364515" y="1314600"/>
                  <a:pt x="3364515" y="1271666"/>
                </a:cubicBezTo>
                <a:cubicBezTo>
                  <a:pt x="3364515" y="1228733"/>
                  <a:pt x="3399314" y="1193930"/>
                  <a:pt x="3442093" y="1193930"/>
                </a:cubicBezTo>
                <a:close/>
                <a:moveTo>
                  <a:pt x="2689384" y="1193930"/>
                </a:moveTo>
                <a:cubicBezTo>
                  <a:pt x="2732312" y="1193930"/>
                  <a:pt x="2767088" y="1228733"/>
                  <a:pt x="2767088" y="1271666"/>
                </a:cubicBezTo>
                <a:cubicBezTo>
                  <a:pt x="2767088" y="1314600"/>
                  <a:pt x="2732312" y="1349403"/>
                  <a:pt x="2689384" y="1349403"/>
                </a:cubicBezTo>
                <a:cubicBezTo>
                  <a:pt x="2646441" y="1349403"/>
                  <a:pt x="2611650" y="1314600"/>
                  <a:pt x="2611650" y="1271666"/>
                </a:cubicBezTo>
                <a:cubicBezTo>
                  <a:pt x="2611650" y="1228733"/>
                  <a:pt x="2646441" y="1193930"/>
                  <a:pt x="2689384" y="1193930"/>
                </a:cubicBezTo>
                <a:close/>
                <a:moveTo>
                  <a:pt x="2510561" y="1193930"/>
                </a:moveTo>
                <a:cubicBezTo>
                  <a:pt x="2553505" y="1193930"/>
                  <a:pt x="2588307" y="1228733"/>
                  <a:pt x="2588307" y="1271666"/>
                </a:cubicBezTo>
                <a:cubicBezTo>
                  <a:pt x="2588307" y="1314600"/>
                  <a:pt x="2553505" y="1349403"/>
                  <a:pt x="2510561" y="1349403"/>
                </a:cubicBezTo>
                <a:cubicBezTo>
                  <a:pt x="2467614" y="1349403"/>
                  <a:pt x="2432798" y="1314600"/>
                  <a:pt x="2432798" y="1271666"/>
                </a:cubicBezTo>
                <a:cubicBezTo>
                  <a:pt x="2432798" y="1228733"/>
                  <a:pt x="2467614" y="1193930"/>
                  <a:pt x="2510561" y="1193930"/>
                </a:cubicBezTo>
                <a:close/>
                <a:moveTo>
                  <a:pt x="2317592" y="1193930"/>
                </a:moveTo>
                <a:cubicBezTo>
                  <a:pt x="2360520" y="1193930"/>
                  <a:pt x="2395336" y="1228733"/>
                  <a:pt x="2395336" y="1271666"/>
                </a:cubicBezTo>
                <a:cubicBezTo>
                  <a:pt x="2395336" y="1314600"/>
                  <a:pt x="2360520" y="1349403"/>
                  <a:pt x="2317592" y="1349403"/>
                </a:cubicBezTo>
                <a:cubicBezTo>
                  <a:pt x="2274664" y="1349403"/>
                  <a:pt x="2239868" y="1314600"/>
                  <a:pt x="2239868" y="1271666"/>
                </a:cubicBezTo>
                <a:cubicBezTo>
                  <a:pt x="2239868" y="1228733"/>
                  <a:pt x="2274664" y="1193930"/>
                  <a:pt x="2317592" y="1193930"/>
                </a:cubicBezTo>
                <a:close/>
                <a:moveTo>
                  <a:pt x="1941215" y="1193930"/>
                </a:moveTo>
                <a:cubicBezTo>
                  <a:pt x="1984139" y="1193930"/>
                  <a:pt x="2018936" y="1228733"/>
                  <a:pt x="2018936" y="1271666"/>
                </a:cubicBezTo>
                <a:cubicBezTo>
                  <a:pt x="2018936" y="1314600"/>
                  <a:pt x="1984139" y="1349403"/>
                  <a:pt x="1941215" y="1349403"/>
                </a:cubicBezTo>
                <a:cubicBezTo>
                  <a:pt x="1898289" y="1349403"/>
                  <a:pt x="1863490" y="1314600"/>
                  <a:pt x="1863490" y="1271666"/>
                </a:cubicBezTo>
                <a:cubicBezTo>
                  <a:pt x="1863490" y="1228733"/>
                  <a:pt x="1898289" y="1193930"/>
                  <a:pt x="1941215" y="1193930"/>
                </a:cubicBezTo>
                <a:close/>
                <a:moveTo>
                  <a:pt x="1757725" y="1193930"/>
                </a:moveTo>
                <a:cubicBezTo>
                  <a:pt x="1800655" y="1193930"/>
                  <a:pt x="1835455" y="1228733"/>
                  <a:pt x="1835455" y="1271666"/>
                </a:cubicBezTo>
                <a:cubicBezTo>
                  <a:pt x="1835455" y="1314600"/>
                  <a:pt x="1800655" y="1349403"/>
                  <a:pt x="1757725" y="1349403"/>
                </a:cubicBezTo>
                <a:cubicBezTo>
                  <a:pt x="1714785" y="1349403"/>
                  <a:pt x="1680002" y="1314600"/>
                  <a:pt x="1680002" y="1271666"/>
                </a:cubicBezTo>
                <a:cubicBezTo>
                  <a:pt x="1680002" y="1228733"/>
                  <a:pt x="1714785" y="1193930"/>
                  <a:pt x="1757725" y="1193930"/>
                </a:cubicBezTo>
                <a:close/>
                <a:moveTo>
                  <a:pt x="1569502" y="1193930"/>
                </a:moveTo>
                <a:cubicBezTo>
                  <a:pt x="1612461" y="1193930"/>
                  <a:pt x="1647263" y="1228733"/>
                  <a:pt x="1647263" y="1271666"/>
                </a:cubicBezTo>
                <a:cubicBezTo>
                  <a:pt x="1647263" y="1314600"/>
                  <a:pt x="1612461" y="1349403"/>
                  <a:pt x="1569502" y="1349403"/>
                </a:cubicBezTo>
                <a:cubicBezTo>
                  <a:pt x="1526594" y="1349403"/>
                  <a:pt x="1491781" y="1314600"/>
                  <a:pt x="1491781" y="1271666"/>
                </a:cubicBezTo>
                <a:cubicBezTo>
                  <a:pt x="1491781" y="1228733"/>
                  <a:pt x="1526594" y="1193930"/>
                  <a:pt x="1569502" y="1193930"/>
                </a:cubicBezTo>
                <a:close/>
                <a:moveTo>
                  <a:pt x="1385962" y="1193930"/>
                </a:moveTo>
                <a:cubicBezTo>
                  <a:pt x="1428912" y="1193930"/>
                  <a:pt x="1463728" y="1228733"/>
                  <a:pt x="1463728" y="1271666"/>
                </a:cubicBezTo>
                <a:cubicBezTo>
                  <a:pt x="1463728" y="1314600"/>
                  <a:pt x="1428912" y="1349403"/>
                  <a:pt x="1385962" y="1349403"/>
                </a:cubicBezTo>
                <a:cubicBezTo>
                  <a:pt x="1343017" y="1349403"/>
                  <a:pt x="1308203" y="1314600"/>
                  <a:pt x="1308203" y="1271666"/>
                </a:cubicBezTo>
                <a:cubicBezTo>
                  <a:pt x="1308203" y="1228733"/>
                  <a:pt x="1343017" y="1193930"/>
                  <a:pt x="1385962" y="1193930"/>
                </a:cubicBezTo>
                <a:close/>
                <a:moveTo>
                  <a:pt x="1202423" y="1193930"/>
                </a:moveTo>
                <a:cubicBezTo>
                  <a:pt x="1245354" y="1193930"/>
                  <a:pt x="1280154" y="1228733"/>
                  <a:pt x="1280154" y="1271666"/>
                </a:cubicBezTo>
                <a:cubicBezTo>
                  <a:pt x="1280154" y="1314600"/>
                  <a:pt x="1245354" y="1349403"/>
                  <a:pt x="1202423" y="1349403"/>
                </a:cubicBezTo>
                <a:cubicBezTo>
                  <a:pt x="1159470" y="1349403"/>
                  <a:pt x="1124711" y="1314600"/>
                  <a:pt x="1124711" y="1271666"/>
                </a:cubicBezTo>
                <a:cubicBezTo>
                  <a:pt x="1124711" y="1228733"/>
                  <a:pt x="1159470" y="1193930"/>
                  <a:pt x="1202423" y="1193930"/>
                </a:cubicBezTo>
                <a:close/>
                <a:moveTo>
                  <a:pt x="1014183" y="1193930"/>
                </a:moveTo>
                <a:cubicBezTo>
                  <a:pt x="1057110" y="1193930"/>
                  <a:pt x="1091948" y="1228733"/>
                  <a:pt x="1091948" y="1271666"/>
                </a:cubicBezTo>
                <a:cubicBezTo>
                  <a:pt x="1091948" y="1314600"/>
                  <a:pt x="1057110" y="1349403"/>
                  <a:pt x="1014183" y="1349403"/>
                </a:cubicBezTo>
                <a:cubicBezTo>
                  <a:pt x="971293" y="1349403"/>
                  <a:pt x="936485" y="1314600"/>
                  <a:pt x="936485" y="1271666"/>
                </a:cubicBezTo>
                <a:cubicBezTo>
                  <a:pt x="936485" y="1228733"/>
                  <a:pt x="971293" y="1193930"/>
                  <a:pt x="1014183" y="1193930"/>
                </a:cubicBezTo>
                <a:close/>
                <a:moveTo>
                  <a:pt x="1047621" y="1157652"/>
                </a:moveTo>
                <a:lnTo>
                  <a:pt x="1044462" y="1159780"/>
                </a:lnTo>
                <a:lnTo>
                  <a:pt x="1043952" y="1159883"/>
                </a:lnTo>
                <a:close/>
                <a:moveTo>
                  <a:pt x="9158798" y="1097912"/>
                </a:moveTo>
                <a:lnTo>
                  <a:pt x="9261584" y="1160435"/>
                </a:lnTo>
                <a:lnTo>
                  <a:pt x="9234570" y="1165888"/>
                </a:lnTo>
                <a:cubicBezTo>
                  <a:pt x="9202370" y="1165888"/>
                  <a:pt x="9174743" y="1146312"/>
                  <a:pt x="9162942" y="1118425"/>
                </a:cubicBezTo>
                <a:close/>
                <a:moveTo>
                  <a:pt x="1254927" y="1031550"/>
                </a:moveTo>
                <a:lnTo>
                  <a:pt x="1257402" y="1033219"/>
                </a:lnTo>
                <a:cubicBezTo>
                  <a:pt x="1271469" y="1047286"/>
                  <a:pt x="1280169" y="1066720"/>
                  <a:pt x="1280169" y="1088187"/>
                </a:cubicBezTo>
                <a:cubicBezTo>
                  <a:pt x="1280169" y="1131085"/>
                  <a:pt x="1245372" y="1165888"/>
                  <a:pt x="1202428" y="1165888"/>
                </a:cubicBezTo>
                <a:cubicBezTo>
                  <a:pt x="1170216" y="1165888"/>
                  <a:pt x="1142617" y="1146312"/>
                  <a:pt x="1130831" y="1118426"/>
                </a:cubicBezTo>
                <a:lnTo>
                  <a:pt x="1128785" y="1108281"/>
                </a:lnTo>
                <a:close/>
                <a:moveTo>
                  <a:pt x="9020475" y="1013773"/>
                </a:moveTo>
                <a:lnTo>
                  <a:pt x="9110734" y="1068676"/>
                </a:lnTo>
                <a:lnTo>
                  <a:pt x="9114673" y="1088185"/>
                </a:lnTo>
                <a:cubicBezTo>
                  <a:pt x="9114673" y="1131085"/>
                  <a:pt x="9079869" y="1165888"/>
                  <a:pt x="9036936" y="1165888"/>
                </a:cubicBezTo>
                <a:cubicBezTo>
                  <a:pt x="8994003" y="1165888"/>
                  <a:pt x="8959199" y="1131085"/>
                  <a:pt x="8959199" y="1088185"/>
                </a:cubicBezTo>
                <a:cubicBezTo>
                  <a:pt x="8959199" y="1055986"/>
                  <a:pt x="8978776" y="1028359"/>
                  <a:pt x="9006677" y="1016558"/>
                </a:cubicBezTo>
                <a:close/>
                <a:moveTo>
                  <a:pt x="7926434" y="1010450"/>
                </a:moveTo>
                <a:cubicBezTo>
                  <a:pt x="7969367" y="1010450"/>
                  <a:pt x="8004171" y="1045253"/>
                  <a:pt x="8004171" y="1088186"/>
                </a:cubicBezTo>
                <a:cubicBezTo>
                  <a:pt x="8004171" y="1131085"/>
                  <a:pt x="7969367" y="1165888"/>
                  <a:pt x="7926434" y="1165888"/>
                </a:cubicBezTo>
                <a:cubicBezTo>
                  <a:pt x="7883501" y="1165888"/>
                  <a:pt x="7848697" y="1131085"/>
                  <a:pt x="7848697" y="1088186"/>
                </a:cubicBezTo>
                <a:cubicBezTo>
                  <a:pt x="7848697" y="1045253"/>
                  <a:pt x="7883501" y="1010450"/>
                  <a:pt x="7926434" y="1010450"/>
                </a:cubicBezTo>
                <a:close/>
                <a:moveTo>
                  <a:pt x="7738213" y="1010450"/>
                </a:moveTo>
                <a:cubicBezTo>
                  <a:pt x="7781146" y="1010450"/>
                  <a:pt x="7815950" y="1045253"/>
                  <a:pt x="7815950" y="1088186"/>
                </a:cubicBezTo>
                <a:cubicBezTo>
                  <a:pt x="7815950" y="1131085"/>
                  <a:pt x="7781146" y="1165888"/>
                  <a:pt x="7738213" y="1165888"/>
                </a:cubicBezTo>
                <a:cubicBezTo>
                  <a:pt x="7695280" y="1165888"/>
                  <a:pt x="7660476" y="1131085"/>
                  <a:pt x="7660476" y="1088186"/>
                </a:cubicBezTo>
                <a:cubicBezTo>
                  <a:pt x="7660476" y="1045253"/>
                  <a:pt x="7695280" y="1010450"/>
                  <a:pt x="7738213" y="1010450"/>
                </a:cubicBezTo>
                <a:close/>
                <a:moveTo>
                  <a:pt x="7554693" y="1010450"/>
                </a:moveTo>
                <a:cubicBezTo>
                  <a:pt x="7597626" y="1010450"/>
                  <a:pt x="7632430" y="1045253"/>
                  <a:pt x="7632430" y="1088186"/>
                </a:cubicBezTo>
                <a:cubicBezTo>
                  <a:pt x="7632430" y="1131085"/>
                  <a:pt x="7597626" y="1165888"/>
                  <a:pt x="7554693" y="1165888"/>
                </a:cubicBezTo>
                <a:cubicBezTo>
                  <a:pt x="7511761" y="1165888"/>
                  <a:pt x="7476957" y="1131085"/>
                  <a:pt x="7476957" y="1088186"/>
                </a:cubicBezTo>
                <a:cubicBezTo>
                  <a:pt x="7476957" y="1045253"/>
                  <a:pt x="7511761" y="1010450"/>
                  <a:pt x="7554693" y="1010450"/>
                </a:cubicBezTo>
                <a:close/>
                <a:moveTo>
                  <a:pt x="7366472" y="1010450"/>
                </a:moveTo>
                <a:cubicBezTo>
                  <a:pt x="7409405" y="1010450"/>
                  <a:pt x="7444209" y="1045253"/>
                  <a:pt x="7444209" y="1088186"/>
                </a:cubicBezTo>
                <a:cubicBezTo>
                  <a:pt x="7444209" y="1131085"/>
                  <a:pt x="7409405" y="1165888"/>
                  <a:pt x="7366472" y="1165888"/>
                </a:cubicBezTo>
                <a:cubicBezTo>
                  <a:pt x="7323540" y="1165888"/>
                  <a:pt x="7288736" y="1131085"/>
                  <a:pt x="7288736" y="1088186"/>
                </a:cubicBezTo>
                <a:cubicBezTo>
                  <a:pt x="7288736" y="1045253"/>
                  <a:pt x="7323540" y="1010450"/>
                  <a:pt x="7366472" y="1010450"/>
                </a:cubicBezTo>
                <a:close/>
                <a:moveTo>
                  <a:pt x="6613588" y="1010450"/>
                </a:moveTo>
                <a:cubicBezTo>
                  <a:pt x="6656521" y="1010450"/>
                  <a:pt x="6691325" y="1045253"/>
                  <a:pt x="6691325" y="1088186"/>
                </a:cubicBezTo>
                <a:cubicBezTo>
                  <a:pt x="6691325" y="1131085"/>
                  <a:pt x="6656521" y="1165888"/>
                  <a:pt x="6613588" y="1165888"/>
                </a:cubicBezTo>
                <a:cubicBezTo>
                  <a:pt x="6570656" y="1165888"/>
                  <a:pt x="6535852" y="1131085"/>
                  <a:pt x="6535852" y="1088186"/>
                </a:cubicBezTo>
                <a:cubicBezTo>
                  <a:pt x="6535852" y="1045253"/>
                  <a:pt x="6570656" y="1010450"/>
                  <a:pt x="6613588" y="1010450"/>
                </a:cubicBezTo>
                <a:close/>
                <a:moveTo>
                  <a:pt x="6425365" y="1010450"/>
                </a:moveTo>
                <a:cubicBezTo>
                  <a:pt x="6468298" y="1010450"/>
                  <a:pt x="6503102" y="1045253"/>
                  <a:pt x="6503102" y="1088186"/>
                </a:cubicBezTo>
                <a:cubicBezTo>
                  <a:pt x="6503102" y="1131085"/>
                  <a:pt x="6468298" y="1165888"/>
                  <a:pt x="6425365" y="1165888"/>
                </a:cubicBezTo>
                <a:cubicBezTo>
                  <a:pt x="6382432" y="1165888"/>
                  <a:pt x="6347628" y="1131085"/>
                  <a:pt x="6347628" y="1088186"/>
                </a:cubicBezTo>
                <a:cubicBezTo>
                  <a:pt x="6347628" y="1045253"/>
                  <a:pt x="6382432" y="1010450"/>
                  <a:pt x="6425365" y="1010450"/>
                </a:cubicBezTo>
                <a:close/>
                <a:moveTo>
                  <a:pt x="6241850" y="1010450"/>
                </a:moveTo>
                <a:cubicBezTo>
                  <a:pt x="6284783" y="1010450"/>
                  <a:pt x="6319587" y="1045253"/>
                  <a:pt x="6319587" y="1088186"/>
                </a:cubicBezTo>
                <a:cubicBezTo>
                  <a:pt x="6319587" y="1131085"/>
                  <a:pt x="6284783" y="1165888"/>
                  <a:pt x="6241850" y="1165888"/>
                </a:cubicBezTo>
                <a:cubicBezTo>
                  <a:pt x="6198917" y="1165888"/>
                  <a:pt x="6164113" y="1131085"/>
                  <a:pt x="6164113" y="1088186"/>
                </a:cubicBezTo>
                <a:cubicBezTo>
                  <a:pt x="6164113" y="1045253"/>
                  <a:pt x="6198917" y="1010450"/>
                  <a:pt x="6241850" y="1010450"/>
                </a:cubicBezTo>
                <a:close/>
                <a:moveTo>
                  <a:pt x="6053630" y="1010450"/>
                </a:moveTo>
                <a:cubicBezTo>
                  <a:pt x="6096563" y="1010450"/>
                  <a:pt x="6131367" y="1045253"/>
                  <a:pt x="6131367" y="1088186"/>
                </a:cubicBezTo>
                <a:cubicBezTo>
                  <a:pt x="6131367" y="1131085"/>
                  <a:pt x="6096563" y="1165888"/>
                  <a:pt x="6053630" y="1165888"/>
                </a:cubicBezTo>
                <a:cubicBezTo>
                  <a:pt x="6010698" y="1165888"/>
                  <a:pt x="5975894" y="1131085"/>
                  <a:pt x="5975894" y="1088186"/>
                </a:cubicBezTo>
                <a:cubicBezTo>
                  <a:pt x="5975894" y="1045253"/>
                  <a:pt x="6010698" y="1010450"/>
                  <a:pt x="6053630" y="1010450"/>
                </a:cubicBezTo>
                <a:close/>
                <a:moveTo>
                  <a:pt x="5870113" y="1010450"/>
                </a:moveTo>
                <a:cubicBezTo>
                  <a:pt x="5913046" y="1010450"/>
                  <a:pt x="5947850" y="1045253"/>
                  <a:pt x="5947850" y="1088186"/>
                </a:cubicBezTo>
                <a:cubicBezTo>
                  <a:pt x="5947850" y="1131085"/>
                  <a:pt x="5913046" y="1165888"/>
                  <a:pt x="5870113" y="1165888"/>
                </a:cubicBezTo>
                <a:cubicBezTo>
                  <a:pt x="5827181" y="1165888"/>
                  <a:pt x="5792376" y="1131085"/>
                  <a:pt x="5792376" y="1088186"/>
                </a:cubicBezTo>
                <a:cubicBezTo>
                  <a:pt x="5792376" y="1045253"/>
                  <a:pt x="5827181" y="1010450"/>
                  <a:pt x="5870113" y="1010450"/>
                </a:cubicBezTo>
                <a:close/>
                <a:moveTo>
                  <a:pt x="4185559" y="1010450"/>
                </a:moveTo>
                <a:cubicBezTo>
                  <a:pt x="4228500" y="1010450"/>
                  <a:pt x="4263314" y="1045253"/>
                  <a:pt x="4263314" y="1088187"/>
                </a:cubicBezTo>
                <a:cubicBezTo>
                  <a:pt x="4263314" y="1131085"/>
                  <a:pt x="4228500" y="1165888"/>
                  <a:pt x="4185559" y="1165888"/>
                </a:cubicBezTo>
                <a:cubicBezTo>
                  <a:pt x="4142611" y="1165888"/>
                  <a:pt x="4107799" y="1131085"/>
                  <a:pt x="4107799" y="1088187"/>
                </a:cubicBezTo>
                <a:cubicBezTo>
                  <a:pt x="4107799" y="1045253"/>
                  <a:pt x="4142611" y="1010450"/>
                  <a:pt x="4185559" y="1010450"/>
                </a:cubicBezTo>
                <a:close/>
                <a:moveTo>
                  <a:pt x="3997354" y="1010450"/>
                </a:moveTo>
                <a:cubicBezTo>
                  <a:pt x="4040268" y="1010450"/>
                  <a:pt x="4075062" y="1045253"/>
                  <a:pt x="4075062" y="1088187"/>
                </a:cubicBezTo>
                <a:cubicBezTo>
                  <a:pt x="4075062" y="1131085"/>
                  <a:pt x="4040268" y="1165888"/>
                  <a:pt x="3997354" y="1165888"/>
                </a:cubicBezTo>
                <a:cubicBezTo>
                  <a:pt x="3954440" y="1165888"/>
                  <a:pt x="3919622" y="1131085"/>
                  <a:pt x="3919622" y="1088187"/>
                </a:cubicBezTo>
                <a:cubicBezTo>
                  <a:pt x="3919622" y="1045253"/>
                  <a:pt x="3954440" y="1010450"/>
                  <a:pt x="3997354" y="1010450"/>
                </a:cubicBezTo>
                <a:close/>
                <a:moveTo>
                  <a:pt x="3813851" y="1010450"/>
                </a:moveTo>
                <a:cubicBezTo>
                  <a:pt x="3856791" y="1010450"/>
                  <a:pt x="3891567" y="1045253"/>
                  <a:pt x="3891567" y="1088187"/>
                </a:cubicBezTo>
                <a:cubicBezTo>
                  <a:pt x="3891567" y="1131085"/>
                  <a:pt x="3856791" y="1165888"/>
                  <a:pt x="3813851" y="1165888"/>
                </a:cubicBezTo>
                <a:cubicBezTo>
                  <a:pt x="3770914" y="1165888"/>
                  <a:pt x="3736077" y="1131085"/>
                  <a:pt x="3736077" y="1088187"/>
                </a:cubicBezTo>
                <a:cubicBezTo>
                  <a:pt x="3736077" y="1045253"/>
                  <a:pt x="3770914" y="1010450"/>
                  <a:pt x="3813851" y="1010450"/>
                </a:cubicBezTo>
                <a:close/>
                <a:moveTo>
                  <a:pt x="3625629" y="1010450"/>
                </a:moveTo>
                <a:cubicBezTo>
                  <a:pt x="3668547" y="1010450"/>
                  <a:pt x="3703372" y="1045253"/>
                  <a:pt x="3703372" y="1088187"/>
                </a:cubicBezTo>
                <a:cubicBezTo>
                  <a:pt x="3703372" y="1131085"/>
                  <a:pt x="3668547" y="1165888"/>
                  <a:pt x="3625629" y="1165888"/>
                </a:cubicBezTo>
                <a:cubicBezTo>
                  <a:pt x="3582685" y="1165888"/>
                  <a:pt x="3547906" y="1131085"/>
                  <a:pt x="3547906" y="1088187"/>
                </a:cubicBezTo>
                <a:cubicBezTo>
                  <a:pt x="3547906" y="1045253"/>
                  <a:pt x="3582685" y="1010450"/>
                  <a:pt x="3625629" y="1010450"/>
                </a:cubicBezTo>
                <a:close/>
                <a:moveTo>
                  <a:pt x="3442100" y="1010450"/>
                </a:moveTo>
                <a:cubicBezTo>
                  <a:pt x="3485038" y="1010450"/>
                  <a:pt x="3519851" y="1045253"/>
                  <a:pt x="3519851" y="1088187"/>
                </a:cubicBezTo>
                <a:cubicBezTo>
                  <a:pt x="3519851" y="1131085"/>
                  <a:pt x="3485038" y="1165888"/>
                  <a:pt x="3442100" y="1165888"/>
                </a:cubicBezTo>
                <a:cubicBezTo>
                  <a:pt x="3399329" y="1165888"/>
                  <a:pt x="3364528" y="1131085"/>
                  <a:pt x="3364528" y="1088187"/>
                </a:cubicBezTo>
                <a:cubicBezTo>
                  <a:pt x="3364528" y="1045253"/>
                  <a:pt x="3399329" y="1010450"/>
                  <a:pt x="3442100" y="1010450"/>
                </a:cubicBezTo>
                <a:close/>
                <a:moveTo>
                  <a:pt x="2689397" y="1010450"/>
                </a:moveTo>
                <a:cubicBezTo>
                  <a:pt x="2732328" y="1010450"/>
                  <a:pt x="2767106" y="1045253"/>
                  <a:pt x="2767106" y="1088187"/>
                </a:cubicBezTo>
                <a:cubicBezTo>
                  <a:pt x="2767106" y="1131085"/>
                  <a:pt x="2732328" y="1165888"/>
                  <a:pt x="2689397" y="1165888"/>
                </a:cubicBezTo>
                <a:cubicBezTo>
                  <a:pt x="2646455" y="1165888"/>
                  <a:pt x="2611665" y="1131085"/>
                  <a:pt x="2611665" y="1088187"/>
                </a:cubicBezTo>
                <a:cubicBezTo>
                  <a:pt x="2611665" y="1045253"/>
                  <a:pt x="2646455" y="1010450"/>
                  <a:pt x="2689397" y="1010450"/>
                </a:cubicBezTo>
                <a:close/>
                <a:moveTo>
                  <a:pt x="2510576" y="1010450"/>
                </a:moveTo>
                <a:cubicBezTo>
                  <a:pt x="2553520" y="1010450"/>
                  <a:pt x="2588319" y="1045253"/>
                  <a:pt x="2588319" y="1088187"/>
                </a:cubicBezTo>
                <a:cubicBezTo>
                  <a:pt x="2588319" y="1131085"/>
                  <a:pt x="2553520" y="1165888"/>
                  <a:pt x="2510576" y="1165888"/>
                </a:cubicBezTo>
                <a:cubicBezTo>
                  <a:pt x="2467630" y="1165888"/>
                  <a:pt x="2432814" y="1131085"/>
                  <a:pt x="2432814" y="1088187"/>
                </a:cubicBezTo>
                <a:cubicBezTo>
                  <a:pt x="2432814" y="1045253"/>
                  <a:pt x="2467630" y="1010450"/>
                  <a:pt x="2510576" y="1010450"/>
                </a:cubicBezTo>
                <a:close/>
                <a:moveTo>
                  <a:pt x="2317606" y="1010450"/>
                </a:moveTo>
                <a:cubicBezTo>
                  <a:pt x="2360536" y="1010450"/>
                  <a:pt x="2395351" y="1045253"/>
                  <a:pt x="2395351" y="1088187"/>
                </a:cubicBezTo>
                <a:cubicBezTo>
                  <a:pt x="2395351" y="1131085"/>
                  <a:pt x="2360536" y="1165888"/>
                  <a:pt x="2317606" y="1165888"/>
                </a:cubicBezTo>
                <a:cubicBezTo>
                  <a:pt x="2274681" y="1165888"/>
                  <a:pt x="2239883" y="1131085"/>
                  <a:pt x="2239883" y="1088187"/>
                </a:cubicBezTo>
                <a:cubicBezTo>
                  <a:pt x="2239883" y="1045253"/>
                  <a:pt x="2274681" y="1010450"/>
                  <a:pt x="2317606" y="1010450"/>
                </a:cubicBezTo>
                <a:close/>
                <a:moveTo>
                  <a:pt x="2129421" y="1010450"/>
                </a:moveTo>
                <a:cubicBezTo>
                  <a:pt x="2172341" y="1010450"/>
                  <a:pt x="2207140" y="1045253"/>
                  <a:pt x="2207140" y="1088187"/>
                </a:cubicBezTo>
                <a:cubicBezTo>
                  <a:pt x="2207140" y="1131085"/>
                  <a:pt x="2172341" y="1165888"/>
                  <a:pt x="2129421" y="1165888"/>
                </a:cubicBezTo>
                <a:cubicBezTo>
                  <a:pt x="2086492" y="1165888"/>
                  <a:pt x="2051692" y="1131085"/>
                  <a:pt x="2051692" y="1088187"/>
                </a:cubicBezTo>
                <a:cubicBezTo>
                  <a:pt x="2051692" y="1045253"/>
                  <a:pt x="2086492" y="1010450"/>
                  <a:pt x="2129421" y="1010450"/>
                </a:cubicBezTo>
                <a:close/>
                <a:moveTo>
                  <a:pt x="1941229" y="1010450"/>
                </a:moveTo>
                <a:cubicBezTo>
                  <a:pt x="1984155" y="1010450"/>
                  <a:pt x="2018951" y="1045253"/>
                  <a:pt x="2018951" y="1088187"/>
                </a:cubicBezTo>
                <a:cubicBezTo>
                  <a:pt x="2018951" y="1131085"/>
                  <a:pt x="1984155" y="1165888"/>
                  <a:pt x="1941229" y="1165888"/>
                </a:cubicBezTo>
                <a:cubicBezTo>
                  <a:pt x="1898304" y="1165888"/>
                  <a:pt x="1863506" y="1131085"/>
                  <a:pt x="1863506" y="1088187"/>
                </a:cubicBezTo>
                <a:cubicBezTo>
                  <a:pt x="1863506" y="1045253"/>
                  <a:pt x="1898304" y="1010450"/>
                  <a:pt x="1941229" y="1010450"/>
                </a:cubicBezTo>
                <a:close/>
                <a:moveTo>
                  <a:pt x="1757744" y="1010450"/>
                </a:moveTo>
                <a:cubicBezTo>
                  <a:pt x="1800668" y="1010450"/>
                  <a:pt x="1835468" y="1045253"/>
                  <a:pt x="1835468" y="1088187"/>
                </a:cubicBezTo>
                <a:cubicBezTo>
                  <a:pt x="1835468" y="1131085"/>
                  <a:pt x="1800668" y="1165888"/>
                  <a:pt x="1757744" y="1165888"/>
                </a:cubicBezTo>
                <a:cubicBezTo>
                  <a:pt x="1714799" y="1165888"/>
                  <a:pt x="1680016" y="1131085"/>
                  <a:pt x="1680016" y="1088187"/>
                </a:cubicBezTo>
                <a:cubicBezTo>
                  <a:pt x="1680016" y="1045253"/>
                  <a:pt x="1714799" y="1010450"/>
                  <a:pt x="1757744" y="1010450"/>
                </a:cubicBezTo>
                <a:close/>
                <a:moveTo>
                  <a:pt x="1569502" y="1010450"/>
                </a:moveTo>
                <a:cubicBezTo>
                  <a:pt x="1612477" y="1010450"/>
                  <a:pt x="1647277" y="1045253"/>
                  <a:pt x="1647277" y="1088187"/>
                </a:cubicBezTo>
                <a:cubicBezTo>
                  <a:pt x="1647277" y="1131085"/>
                  <a:pt x="1612477" y="1165888"/>
                  <a:pt x="1569502" y="1165888"/>
                </a:cubicBezTo>
                <a:cubicBezTo>
                  <a:pt x="1526610" y="1165888"/>
                  <a:pt x="1491796" y="1131085"/>
                  <a:pt x="1491796" y="1088187"/>
                </a:cubicBezTo>
                <a:cubicBezTo>
                  <a:pt x="1491796" y="1045253"/>
                  <a:pt x="1526610" y="1010450"/>
                  <a:pt x="1569502" y="1010450"/>
                </a:cubicBezTo>
                <a:close/>
                <a:moveTo>
                  <a:pt x="1385980" y="1010450"/>
                </a:moveTo>
                <a:cubicBezTo>
                  <a:pt x="1428926" y="1010450"/>
                  <a:pt x="1463744" y="1045253"/>
                  <a:pt x="1463744" y="1088187"/>
                </a:cubicBezTo>
                <a:cubicBezTo>
                  <a:pt x="1463744" y="1131085"/>
                  <a:pt x="1428926" y="1165888"/>
                  <a:pt x="1385980" y="1165888"/>
                </a:cubicBezTo>
                <a:cubicBezTo>
                  <a:pt x="1343036" y="1165888"/>
                  <a:pt x="1308218" y="1131085"/>
                  <a:pt x="1308218" y="1088187"/>
                </a:cubicBezTo>
                <a:cubicBezTo>
                  <a:pt x="1308218" y="1045253"/>
                  <a:pt x="1343036" y="1010450"/>
                  <a:pt x="1385980" y="1010450"/>
                </a:cubicBezTo>
                <a:close/>
                <a:moveTo>
                  <a:pt x="8853421" y="1010449"/>
                </a:moveTo>
                <a:cubicBezTo>
                  <a:pt x="8896354" y="1010449"/>
                  <a:pt x="8931158" y="1045253"/>
                  <a:pt x="8931158" y="1088185"/>
                </a:cubicBezTo>
                <a:cubicBezTo>
                  <a:pt x="8931158" y="1131085"/>
                  <a:pt x="8896354" y="1165888"/>
                  <a:pt x="8853421" y="1165888"/>
                </a:cubicBezTo>
                <a:cubicBezTo>
                  <a:pt x="8810489" y="1165888"/>
                  <a:pt x="8775685" y="1131085"/>
                  <a:pt x="8775685" y="1088185"/>
                </a:cubicBezTo>
                <a:cubicBezTo>
                  <a:pt x="8775685" y="1045253"/>
                  <a:pt x="8810489" y="1010449"/>
                  <a:pt x="8853421" y="1010449"/>
                </a:cubicBezTo>
                <a:close/>
                <a:moveTo>
                  <a:pt x="8669908" y="1010449"/>
                </a:moveTo>
                <a:cubicBezTo>
                  <a:pt x="8712841" y="1010449"/>
                  <a:pt x="8747645" y="1045253"/>
                  <a:pt x="8747645" y="1088185"/>
                </a:cubicBezTo>
                <a:cubicBezTo>
                  <a:pt x="8747645" y="1131085"/>
                  <a:pt x="8712841" y="1165888"/>
                  <a:pt x="8669908" y="1165888"/>
                </a:cubicBezTo>
                <a:cubicBezTo>
                  <a:pt x="8626975" y="1165888"/>
                  <a:pt x="8592171" y="1131085"/>
                  <a:pt x="8592171" y="1088185"/>
                </a:cubicBezTo>
                <a:cubicBezTo>
                  <a:pt x="8592171" y="1045253"/>
                  <a:pt x="8626975" y="1010449"/>
                  <a:pt x="8669908" y="1010449"/>
                </a:cubicBezTo>
                <a:close/>
                <a:moveTo>
                  <a:pt x="8481684" y="1010449"/>
                </a:moveTo>
                <a:cubicBezTo>
                  <a:pt x="8524617" y="1010449"/>
                  <a:pt x="8559421" y="1045253"/>
                  <a:pt x="8559421" y="1088185"/>
                </a:cubicBezTo>
                <a:cubicBezTo>
                  <a:pt x="8559421" y="1131085"/>
                  <a:pt x="8524617" y="1165888"/>
                  <a:pt x="8481684" y="1165888"/>
                </a:cubicBezTo>
                <a:cubicBezTo>
                  <a:pt x="8438752" y="1165888"/>
                  <a:pt x="8403948" y="1131085"/>
                  <a:pt x="8403948" y="1088185"/>
                </a:cubicBezTo>
                <a:cubicBezTo>
                  <a:pt x="8403948" y="1045253"/>
                  <a:pt x="8438752" y="1010449"/>
                  <a:pt x="8481684" y="1010449"/>
                </a:cubicBezTo>
                <a:close/>
                <a:moveTo>
                  <a:pt x="8298167" y="1010449"/>
                </a:moveTo>
                <a:cubicBezTo>
                  <a:pt x="8341100" y="1010449"/>
                  <a:pt x="8375904" y="1045253"/>
                  <a:pt x="8375904" y="1088185"/>
                </a:cubicBezTo>
                <a:cubicBezTo>
                  <a:pt x="8375904" y="1131085"/>
                  <a:pt x="8341100" y="1165888"/>
                  <a:pt x="8298167" y="1165888"/>
                </a:cubicBezTo>
                <a:cubicBezTo>
                  <a:pt x="8255235" y="1165888"/>
                  <a:pt x="8220430" y="1131085"/>
                  <a:pt x="8220430" y="1088185"/>
                </a:cubicBezTo>
                <a:cubicBezTo>
                  <a:pt x="8220430" y="1045253"/>
                  <a:pt x="8255235" y="1010449"/>
                  <a:pt x="8298167" y="1010449"/>
                </a:cubicBezTo>
                <a:close/>
                <a:moveTo>
                  <a:pt x="8109949" y="1010449"/>
                </a:moveTo>
                <a:cubicBezTo>
                  <a:pt x="8152882" y="1010449"/>
                  <a:pt x="8187686" y="1045253"/>
                  <a:pt x="8187686" y="1088185"/>
                </a:cubicBezTo>
                <a:cubicBezTo>
                  <a:pt x="8187686" y="1131085"/>
                  <a:pt x="8152882" y="1165888"/>
                  <a:pt x="8109949" y="1165888"/>
                </a:cubicBezTo>
                <a:cubicBezTo>
                  <a:pt x="8067016" y="1165888"/>
                  <a:pt x="8032212" y="1131085"/>
                  <a:pt x="8032212" y="1088185"/>
                </a:cubicBezTo>
                <a:cubicBezTo>
                  <a:pt x="8032212" y="1045253"/>
                  <a:pt x="8067016" y="1010449"/>
                  <a:pt x="8109949" y="1010449"/>
                </a:cubicBezTo>
                <a:close/>
                <a:moveTo>
                  <a:pt x="1462147" y="915542"/>
                </a:moveTo>
                <a:lnTo>
                  <a:pt x="1463752" y="923488"/>
                </a:lnTo>
                <a:cubicBezTo>
                  <a:pt x="1463752" y="966420"/>
                  <a:pt x="1428936" y="1001228"/>
                  <a:pt x="1385988" y="1001228"/>
                </a:cubicBezTo>
                <a:cubicBezTo>
                  <a:pt x="1375252" y="1001228"/>
                  <a:pt x="1365024" y="999052"/>
                  <a:pt x="1355721" y="995118"/>
                </a:cubicBezTo>
                <a:lnTo>
                  <a:pt x="1336670" y="982277"/>
                </a:lnTo>
                <a:close/>
                <a:moveTo>
                  <a:pt x="8786740" y="885896"/>
                </a:moveTo>
                <a:lnTo>
                  <a:pt x="8922217" y="957949"/>
                </a:lnTo>
                <a:lnTo>
                  <a:pt x="8908389" y="978459"/>
                </a:lnTo>
                <a:cubicBezTo>
                  <a:pt x="8894322" y="992527"/>
                  <a:pt x="8874888" y="1001229"/>
                  <a:pt x="8853421" y="1001229"/>
                </a:cubicBezTo>
                <a:cubicBezTo>
                  <a:pt x="8810489" y="1001229"/>
                  <a:pt x="8775685" y="966421"/>
                  <a:pt x="8775685" y="923490"/>
                </a:cubicBezTo>
                <a:cubicBezTo>
                  <a:pt x="8775685" y="912758"/>
                  <a:pt x="8777860" y="902533"/>
                  <a:pt x="8781794" y="893233"/>
                </a:cubicBezTo>
                <a:close/>
                <a:moveTo>
                  <a:pt x="1586811" y="849240"/>
                </a:moveTo>
                <a:lnTo>
                  <a:pt x="1599802" y="851861"/>
                </a:lnTo>
                <a:cubicBezTo>
                  <a:pt x="1627713" y="863664"/>
                  <a:pt x="1647285" y="891292"/>
                  <a:pt x="1647285" y="923487"/>
                </a:cubicBezTo>
                <a:cubicBezTo>
                  <a:pt x="1647285" y="966420"/>
                  <a:pt x="1612490" y="1001228"/>
                  <a:pt x="1569527" y="1001228"/>
                </a:cubicBezTo>
                <a:cubicBezTo>
                  <a:pt x="1526619" y="1001228"/>
                  <a:pt x="1491803" y="966420"/>
                  <a:pt x="1491803" y="923487"/>
                </a:cubicBezTo>
                <a:lnTo>
                  <a:pt x="1497170" y="896915"/>
                </a:lnTo>
                <a:close/>
                <a:moveTo>
                  <a:pt x="8669908" y="845754"/>
                </a:moveTo>
                <a:cubicBezTo>
                  <a:pt x="8712841" y="845754"/>
                  <a:pt x="8747645" y="880560"/>
                  <a:pt x="8747645" y="923490"/>
                </a:cubicBezTo>
                <a:cubicBezTo>
                  <a:pt x="8747645" y="966421"/>
                  <a:pt x="8712841" y="1001229"/>
                  <a:pt x="8669908" y="1001229"/>
                </a:cubicBezTo>
                <a:cubicBezTo>
                  <a:pt x="8626975" y="1001229"/>
                  <a:pt x="8592171" y="966421"/>
                  <a:pt x="8592171" y="923490"/>
                </a:cubicBezTo>
                <a:cubicBezTo>
                  <a:pt x="8592171" y="880560"/>
                  <a:pt x="8626975" y="845754"/>
                  <a:pt x="8669908" y="845754"/>
                </a:cubicBezTo>
                <a:close/>
                <a:moveTo>
                  <a:pt x="8481684" y="845754"/>
                </a:moveTo>
                <a:cubicBezTo>
                  <a:pt x="8524617" y="845754"/>
                  <a:pt x="8559421" y="880560"/>
                  <a:pt x="8559421" y="923490"/>
                </a:cubicBezTo>
                <a:cubicBezTo>
                  <a:pt x="8559421" y="966421"/>
                  <a:pt x="8524617" y="1001229"/>
                  <a:pt x="8481684" y="1001229"/>
                </a:cubicBezTo>
                <a:cubicBezTo>
                  <a:pt x="8438752" y="1001229"/>
                  <a:pt x="8403948" y="966421"/>
                  <a:pt x="8403948" y="923490"/>
                </a:cubicBezTo>
                <a:cubicBezTo>
                  <a:pt x="8403948" y="880560"/>
                  <a:pt x="8438752" y="845754"/>
                  <a:pt x="8481684" y="845754"/>
                </a:cubicBezTo>
                <a:close/>
                <a:moveTo>
                  <a:pt x="8298167" y="845754"/>
                </a:moveTo>
                <a:cubicBezTo>
                  <a:pt x="8341100" y="845754"/>
                  <a:pt x="8375904" y="880560"/>
                  <a:pt x="8375904" y="923490"/>
                </a:cubicBezTo>
                <a:cubicBezTo>
                  <a:pt x="8375904" y="966421"/>
                  <a:pt x="8341100" y="1001229"/>
                  <a:pt x="8298167" y="1001229"/>
                </a:cubicBezTo>
                <a:cubicBezTo>
                  <a:pt x="8255235" y="1001229"/>
                  <a:pt x="8220430" y="966421"/>
                  <a:pt x="8220430" y="923490"/>
                </a:cubicBezTo>
                <a:cubicBezTo>
                  <a:pt x="8220430" y="880560"/>
                  <a:pt x="8255235" y="845754"/>
                  <a:pt x="8298167" y="845754"/>
                </a:cubicBezTo>
                <a:close/>
                <a:moveTo>
                  <a:pt x="8109949" y="845754"/>
                </a:moveTo>
                <a:cubicBezTo>
                  <a:pt x="8152882" y="845754"/>
                  <a:pt x="8187686" y="880560"/>
                  <a:pt x="8187686" y="923490"/>
                </a:cubicBezTo>
                <a:cubicBezTo>
                  <a:pt x="8187686" y="966421"/>
                  <a:pt x="8152882" y="1001229"/>
                  <a:pt x="8109949" y="1001229"/>
                </a:cubicBezTo>
                <a:cubicBezTo>
                  <a:pt x="8067016" y="1001229"/>
                  <a:pt x="8032212" y="966421"/>
                  <a:pt x="8032212" y="923490"/>
                </a:cubicBezTo>
                <a:cubicBezTo>
                  <a:pt x="8032212" y="880560"/>
                  <a:pt x="8067016" y="845754"/>
                  <a:pt x="8109949" y="845754"/>
                </a:cubicBezTo>
                <a:close/>
                <a:moveTo>
                  <a:pt x="7366472" y="845754"/>
                </a:moveTo>
                <a:cubicBezTo>
                  <a:pt x="7409405" y="845754"/>
                  <a:pt x="7444209" y="880560"/>
                  <a:pt x="7444209" y="923490"/>
                </a:cubicBezTo>
                <a:cubicBezTo>
                  <a:pt x="7444209" y="966421"/>
                  <a:pt x="7409405" y="1001229"/>
                  <a:pt x="7366472" y="1001229"/>
                </a:cubicBezTo>
                <a:cubicBezTo>
                  <a:pt x="7323540" y="1001229"/>
                  <a:pt x="7288736" y="966421"/>
                  <a:pt x="7288736" y="923490"/>
                </a:cubicBezTo>
                <a:cubicBezTo>
                  <a:pt x="7288736" y="880560"/>
                  <a:pt x="7323540" y="845754"/>
                  <a:pt x="7366472" y="845754"/>
                </a:cubicBezTo>
                <a:close/>
                <a:moveTo>
                  <a:pt x="6425365" y="845754"/>
                </a:moveTo>
                <a:cubicBezTo>
                  <a:pt x="6468298" y="845754"/>
                  <a:pt x="6503102" y="880560"/>
                  <a:pt x="6503102" y="923490"/>
                </a:cubicBezTo>
                <a:cubicBezTo>
                  <a:pt x="6503102" y="966421"/>
                  <a:pt x="6468298" y="1001230"/>
                  <a:pt x="6425365" y="1001230"/>
                </a:cubicBezTo>
                <a:cubicBezTo>
                  <a:pt x="6382432" y="1001230"/>
                  <a:pt x="6347628" y="966421"/>
                  <a:pt x="6347628" y="923490"/>
                </a:cubicBezTo>
                <a:cubicBezTo>
                  <a:pt x="6347628" y="880560"/>
                  <a:pt x="6382432" y="845754"/>
                  <a:pt x="6425365" y="845754"/>
                </a:cubicBezTo>
                <a:close/>
                <a:moveTo>
                  <a:pt x="6241850" y="845754"/>
                </a:moveTo>
                <a:cubicBezTo>
                  <a:pt x="6284783" y="845754"/>
                  <a:pt x="6319587" y="880560"/>
                  <a:pt x="6319587" y="923490"/>
                </a:cubicBezTo>
                <a:cubicBezTo>
                  <a:pt x="6319587" y="966421"/>
                  <a:pt x="6284783" y="1001230"/>
                  <a:pt x="6241850" y="1001230"/>
                </a:cubicBezTo>
                <a:cubicBezTo>
                  <a:pt x="6198917" y="1001230"/>
                  <a:pt x="6164113" y="966421"/>
                  <a:pt x="6164113" y="923490"/>
                </a:cubicBezTo>
                <a:cubicBezTo>
                  <a:pt x="6164113" y="880560"/>
                  <a:pt x="6198917" y="845754"/>
                  <a:pt x="6241850" y="845754"/>
                </a:cubicBezTo>
                <a:close/>
                <a:moveTo>
                  <a:pt x="6053630" y="845752"/>
                </a:moveTo>
                <a:cubicBezTo>
                  <a:pt x="6096563" y="845752"/>
                  <a:pt x="6131367" y="880558"/>
                  <a:pt x="6131367" y="923487"/>
                </a:cubicBezTo>
                <a:cubicBezTo>
                  <a:pt x="6131367" y="966420"/>
                  <a:pt x="6096563" y="1001228"/>
                  <a:pt x="6053630" y="1001228"/>
                </a:cubicBezTo>
                <a:cubicBezTo>
                  <a:pt x="6010698" y="1001228"/>
                  <a:pt x="5975894" y="966420"/>
                  <a:pt x="5975894" y="923487"/>
                </a:cubicBezTo>
                <a:cubicBezTo>
                  <a:pt x="5975894" y="880558"/>
                  <a:pt x="6010698" y="845752"/>
                  <a:pt x="6053630" y="845752"/>
                </a:cubicBezTo>
                <a:close/>
                <a:moveTo>
                  <a:pt x="4373793" y="845752"/>
                </a:moveTo>
                <a:cubicBezTo>
                  <a:pt x="4416737" y="845752"/>
                  <a:pt x="4451526" y="880558"/>
                  <a:pt x="4451526" y="923487"/>
                </a:cubicBezTo>
                <a:cubicBezTo>
                  <a:pt x="4451526" y="966420"/>
                  <a:pt x="4416737" y="1001228"/>
                  <a:pt x="4373793" y="1001228"/>
                </a:cubicBezTo>
                <a:cubicBezTo>
                  <a:pt x="4330869" y="1001228"/>
                  <a:pt x="4296066" y="966420"/>
                  <a:pt x="4296066" y="923487"/>
                </a:cubicBezTo>
                <a:cubicBezTo>
                  <a:pt x="4296066" y="880558"/>
                  <a:pt x="4330869" y="845752"/>
                  <a:pt x="4373793" y="845752"/>
                </a:cubicBezTo>
                <a:close/>
                <a:moveTo>
                  <a:pt x="4185559" y="845752"/>
                </a:moveTo>
                <a:cubicBezTo>
                  <a:pt x="4228500" y="845752"/>
                  <a:pt x="4263314" y="880558"/>
                  <a:pt x="4263314" y="923487"/>
                </a:cubicBezTo>
                <a:cubicBezTo>
                  <a:pt x="4263314" y="966420"/>
                  <a:pt x="4228500" y="1001228"/>
                  <a:pt x="4185559" y="1001228"/>
                </a:cubicBezTo>
                <a:cubicBezTo>
                  <a:pt x="4142611" y="1001228"/>
                  <a:pt x="4107799" y="966420"/>
                  <a:pt x="4107799" y="923487"/>
                </a:cubicBezTo>
                <a:cubicBezTo>
                  <a:pt x="4107799" y="880558"/>
                  <a:pt x="4142611" y="845752"/>
                  <a:pt x="4185559" y="845752"/>
                </a:cubicBezTo>
                <a:close/>
                <a:moveTo>
                  <a:pt x="3997354" y="845752"/>
                </a:moveTo>
                <a:cubicBezTo>
                  <a:pt x="4040268" y="845752"/>
                  <a:pt x="4075062" y="880558"/>
                  <a:pt x="4075062" y="923487"/>
                </a:cubicBezTo>
                <a:cubicBezTo>
                  <a:pt x="4075062" y="966420"/>
                  <a:pt x="4040268" y="1001228"/>
                  <a:pt x="3997354" y="1001228"/>
                </a:cubicBezTo>
                <a:cubicBezTo>
                  <a:pt x="3954440" y="1001228"/>
                  <a:pt x="3919622" y="966420"/>
                  <a:pt x="3919622" y="923487"/>
                </a:cubicBezTo>
                <a:cubicBezTo>
                  <a:pt x="3919622" y="880558"/>
                  <a:pt x="3954440" y="845752"/>
                  <a:pt x="3997354" y="845752"/>
                </a:cubicBezTo>
                <a:close/>
                <a:moveTo>
                  <a:pt x="3813851" y="845752"/>
                </a:moveTo>
                <a:cubicBezTo>
                  <a:pt x="3856791" y="845752"/>
                  <a:pt x="3891567" y="880558"/>
                  <a:pt x="3891567" y="923487"/>
                </a:cubicBezTo>
                <a:cubicBezTo>
                  <a:pt x="3891567" y="966420"/>
                  <a:pt x="3856791" y="1001228"/>
                  <a:pt x="3813851" y="1001228"/>
                </a:cubicBezTo>
                <a:cubicBezTo>
                  <a:pt x="3770914" y="1001228"/>
                  <a:pt x="3736077" y="966420"/>
                  <a:pt x="3736077" y="923487"/>
                </a:cubicBezTo>
                <a:cubicBezTo>
                  <a:pt x="3736077" y="880558"/>
                  <a:pt x="3770914" y="845752"/>
                  <a:pt x="3813851" y="845752"/>
                </a:cubicBezTo>
                <a:close/>
                <a:moveTo>
                  <a:pt x="3625636" y="845752"/>
                </a:moveTo>
                <a:cubicBezTo>
                  <a:pt x="3668555" y="845752"/>
                  <a:pt x="3703376" y="880558"/>
                  <a:pt x="3703376" y="923487"/>
                </a:cubicBezTo>
                <a:cubicBezTo>
                  <a:pt x="3703376" y="966420"/>
                  <a:pt x="3668555" y="1001228"/>
                  <a:pt x="3625636" y="1001228"/>
                </a:cubicBezTo>
                <a:cubicBezTo>
                  <a:pt x="3582688" y="1001228"/>
                  <a:pt x="3547906" y="966420"/>
                  <a:pt x="3547906" y="923487"/>
                </a:cubicBezTo>
                <a:cubicBezTo>
                  <a:pt x="3547906" y="880558"/>
                  <a:pt x="3582688" y="845752"/>
                  <a:pt x="3625636" y="845752"/>
                </a:cubicBezTo>
                <a:close/>
                <a:moveTo>
                  <a:pt x="3442100" y="845752"/>
                </a:moveTo>
                <a:cubicBezTo>
                  <a:pt x="3485038" y="845752"/>
                  <a:pt x="3519851" y="880558"/>
                  <a:pt x="3519851" y="923487"/>
                </a:cubicBezTo>
                <a:cubicBezTo>
                  <a:pt x="3519851" y="966420"/>
                  <a:pt x="3485038" y="1001228"/>
                  <a:pt x="3442100" y="1001228"/>
                </a:cubicBezTo>
                <a:cubicBezTo>
                  <a:pt x="3399338" y="1001228"/>
                  <a:pt x="3364537" y="966420"/>
                  <a:pt x="3364537" y="923487"/>
                </a:cubicBezTo>
                <a:cubicBezTo>
                  <a:pt x="3364537" y="880558"/>
                  <a:pt x="3399338" y="845752"/>
                  <a:pt x="3442100" y="845752"/>
                </a:cubicBezTo>
                <a:close/>
                <a:moveTo>
                  <a:pt x="3254053" y="845752"/>
                </a:moveTo>
                <a:cubicBezTo>
                  <a:pt x="3296982" y="845752"/>
                  <a:pt x="3331793" y="880558"/>
                  <a:pt x="3331793" y="923487"/>
                </a:cubicBezTo>
                <a:cubicBezTo>
                  <a:pt x="3331793" y="966420"/>
                  <a:pt x="3296982" y="1001228"/>
                  <a:pt x="3254053" y="1001228"/>
                </a:cubicBezTo>
                <a:cubicBezTo>
                  <a:pt x="3211113" y="1001228"/>
                  <a:pt x="3176307" y="966420"/>
                  <a:pt x="3176307" y="923487"/>
                </a:cubicBezTo>
                <a:cubicBezTo>
                  <a:pt x="3176307" y="880558"/>
                  <a:pt x="3211113" y="845752"/>
                  <a:pt x="3254053" y="845752"/>
                </a:cubicBezTo>
                <a:close/>
                <a:moveTo>
                  <a:pt x="2317622" y="845752"/>
                </a:moveTo>
                <a:cubicBezTo>
                  <a:pt x="2360549" y="845752"/>
                  <a:pt x="2395360" y="880558"/>
                  <a:pt x="2395360" y="923487"/>
                </a:cubicBezTo>
                <a:cubicBezTo>
                  <a:pt x="2395360" y="966420"/>
                  <a:pt x="2360549" y="1001228"/>
                  <a:pt x="2317622" y="1001228"/>
                </a:cubicBezTo>
                <a:cubicBezTo>
                  <a:pt x="2274693" y="1001228"/>
                  <a:pt x="2239894" y="966420"/>
                  <a:pt x="2239894" y="923487"/>
                </a:cubicBezTo>
                <a:cubicBezTo>
                  <a:pt x="2239894" y="880558"/>
                  <a:pt x="2274693" y="845752"/>
                  <a:pt x="2317622" y="845752"/>
                </a:cubicBezTo>
                <a:close/>
                <a:moveTo>
                  <a:pt x="2129431" y="845752"/>
                </a:moveTo>
                <a:cubicBezTo>
                  <a:pt x="2172351" y="845752"/>
                  <a:pt x="2207150" y="880558"/>
                  <a:pt x="2207150" y="923487"/>
                </a:cubicBezTo>
                <a:cubicBezTo>
                  <a:pt x="2207150" y="966420"/>
                  <a:pt x="2172351" y="1001228"/>
                  <a:pt x="2129431" y="1001228"/>
                </a:cubicBezTo>
                <a:cubicBezTo>
                  <a:pt x="2086505" y="1001228"/>
                  <a:pt x="2051703" y="966420"/>
                  <a:pt x="2051703" y="923487"/>
                </a:cubicBezTo>
                <a:cubicBezTo>
                  <a:pt x="2051703" y="880558"/>
                  <a:pt x="2086505" y="845752"/>
                  <a:pt x="2129431" y="845752"/>
                </a:cubicBezTo>
                <a:close/>
                <a:moveTo>
                  <a:pt x="1941239" y="845752"/>
                </a:moveTo>
                <a:cubicBezTo>
                  <a:pt x="1984164" y="845752"/>
                  <a:pt x="2018960" y="880560"/>
                  <a:pt x="2018960" y="923487"/>
                </a:cubicBezTo>
                <a:cubicBezTo>
                  <a:pt x="2018960" y="966420"/>
                  <a:pt x="1984164" y="1001228"/>
                  <a:pt x="1941239" y="1001228"/>
                </a:cubicBezTo>
                <a:cubicBezTo>
                  <a:pt x="1898313" y="1001228"/>
                  <a:pt x="1863515" y="966420"/>
                  <a:pt x="1863515" y="923487"/>
                </a:cubicBezTo>
                <a:cubicBezTo>
                  <a:pt x="1863515" y="880560"/>
                  <a:pt x="1898313" y="845752"/>
                  <a:pt x="1941239" y="845752"/>
                </a:cubicBezTo>
                <a:close/>
                <a:moveTo>
                  <a:pt x="1757753" y="845752"/>
                </a:moveTo>
                <a:cubicBezTo>
                  <a:pt x="1800680" y="845752"/>
                  <a:pt x="1835478" y="880560"/>
                  <a:pt x="1835478" y="923487"/>
                </a:cubicBezTo>
                <a:cubicBezTo>
                  <a:pt x="1835478" y="966420"/>
                  <a:pt x="1800680" y="1001228"/>
                  <a:pt x="1757753" y="1001228"/>
                </a:cubicBezTo>
                <a:cubicBezTo>
                  <a:pt x="1714807" y="1001228"/>
                  <a:pt x="1680025" y="966420"/>
                  <a:pt x="1680025" y="923487"/>
                </a:cubicBezTo>
                <a:cubicBezTo>
                  <a:pt x="1680025" y="880560"/>
                  <a:pt x="1714807" y="845752"/>
                  <a:pt x="1757753" y="845752"/>
                </a:cubicBezTo>
                <a:close/>
                <a:moveTo>
                  <a:pt x="8596457" y="784733"/>
                </a:moveTo>
                <a:lnTo>
                  <a:pt x="8597001" y="784984"/>
                </a:lnTo>
                <a:lnTo>
                  <a:pt x="8693733" y="836430"/>
                </a:lnTo>
                <a:lnTo>
                  <a:pt x="8669908" y="841240"/>
                </a:lnTo>
                <a:cubicBezTo>
                  <a:pt x="8637708" y="841240"/>
                  <a:pt x="8610081" y="821663"/>
                  <a:pt x="8598280" y="793763"/>
                </a:cubicBezTo>
                <a:close/>
                <a:moveTo>
                  <a:pt x="1827167" y="729971"/>
                </a:moveTo>
                <a:lnTo>
                  <a:pt x="1829376" y="733247"/>
                </a:lnTo>
                <a:cubicBezTo>
                  <a:pt x="1833309" y="742547"/>
                  <a:pt x="1835484" y="752772"/>
                  <a:pt x="1835484" y="763506"/>
                </a:cubicBezTo>
                <a:cubicBezTo>
                  <a:pt x="1835484" y="806436"/>
                  <a:pt x="1800685" y="841242"/>
                  <a:pt x="1757760" y="841242"/>
                </a:cubicBezTo>
                <a:cubicBezTo>
                  <a:pt x="1736288" y="841242"/>
                  <a:pt x="1716856" y="832541"/>
                  <a:pt x="1702792" y="818473"/>
                </a:cubicBezTo>
                <a:lnTo>
                  <a:pt x="1687452" y="795714"/>
                </a:lnTo>
                <a:lnTo>
                  <a:pt x="1707627" y="784984"/>
                </a:lnTo>
                <a:close/>
                <a:moveTo>
                  <a:pt x="8428408" y="707396"/>
                </a:moveTo>
                <a:lnTo>
                  <a:pt x="8558648" y="767333"/>
                </a:lnTo>
                <a:lnTo>
                  <a:pt x="8553312" y="793763"/>
                </a:lnTo>
                <a:cubicBezTo>
                  <a:pt x="8541511" y="821663"/>
                  <a:pt x="8513884" y="841240"/>
                  <a:pt x="8481684" y="841240"/>
                </a:cubicBezTo>
                <a:cubicBezTo>
                  <a:pt x="8438752" y="841240"/>
                  <a:pt x="8403948" y="806436"/>
                  <a:pt x="8403948" y="763506"/>
                </a:cubicBezTo>
                <a:cubicBezTo>
                  <a:pt x="8403948" y="742038"/>
                  <a:pt x="8412649" y="722604"/>
                  <a:pt x="8426717" y="708537"/>
                </a:cubicBezTo>
                <a:close/>
                <a:moveTo>
                  <a:pt x="7554693" y="685769"/>
                </a:moveTo>
                <a:cubicBezTo>
                  <a:pt x="7597626" y="685769"/>
                  <a:pt x="7632430" y="720570"/>
                  <a:pt x="7632430" y="763506"/>
                </a:cubicBezTo>
                <a:cubicBezTo>
                  <a:pt x="7632430" y="806436"/>
                  <a:pt x="7597626" y="841242"/>
                  <a:pt x="7554693" y="841242"/>
                </a:cubicBezTo>
                <a:cubicBezTo>
                  <a:pt x="7511761" y="841242"/>
                  <a:pt x="7476957" y="806436"/>
                  <a:pt x="7476957" y="763506"/>
                </a:cubicBezTo>
                <a:cubicBezTo>
                  <a:pt x="7476957" y="720570"/>
                  <a:pt x="7511761" y="685769"/>
                  <a:pt x="7554693" y="685769"/>
                </a:cubicBezTo>
                <a:close/>
                <a:moveTo>
                  <a:pt x="4373793" y="685769"/>
                </a:moveTo>
                <a:cubicBezTo>
                  <a:pt x="4416737" y="685769"/>
                  <a:pt x="4451526" y="720570"/>
                  <a:pt x="4451526" y="763506"/>
                </a:cubicBezTo>
                <a:cubicBezTo>
                  <a:pt x="4451526" y="806436"/>
                  <a:pt x="4416737" y="841242"/>
                  <a:pt x="4373793" y="841242"/>
                </a:cubicBezTo>
                <a:cubicBezTo>
                  <a:pt x="4330869" y="841242"/>
                  <a:pt x="4296066" y="806436"/>
                  <a:pt x="4296066" y="763506"/>
                </a:cubicBezTo>
                <a:cubicBezTo>
                  <a:pt x="4296066" y="720570"/>
                  <a:pt x="4330869" y="685769"/>
                  <a:pt x="4373793" y="685769"/>
                </a:cubicBezTo>
                <a:close/>
                <a:moveTo>
                  <a:pt x="4185559" y="685769"/>
                </a:moveTo>
                <a:cubicBezTo>
                  <a:pt x="4228500" y="685769"/>
                  <a:pt x="4263314" y="720570"/>
                  <a:pt x="4263314" y="763506"/>
                </a:cubicBezTo>
                <a:cubicBezTo>
                  <a:pt x="4263314" y="806436"/>
                  <a:pt x="4228500" y="841242"/>
                  <a:pt x="4185559" y="841242"/>
                </a:cubicBezTo>
                <a:cubicBezTo>
                  <a:pt x="4142611" y="841242"/>
                  <a:pt x="4107799" y="806436"/>
                  <a:pt x="4107799" y="763506"/>
                </a:cubicBezTo>
                <a:cubicBezTo>
                  <a:pt x="4107799" y="720570"/>
                  <a:pt x="4142611" y="685769"/>
                  <a:pt x="4185559" y="685769"/>
                </a:cubicBezTo>
                <a:close/>
                <a:moveTo>
                  <a:pt x="3997354" y="685769"/>
                </a:moveTo>
                <a:cubicBezTo>
                  <a:pt x="4040268" y="685769"/>
                  <a:pt x="4075062" y="720570"/>
                  <a:pt x="4075062" y="763506"/>
                </a:cubicBezTo>
                <a:cubicBezTo>
                  <a:pt x="4075062" y="806436"/>
                  <a:pt x="4040268" y="841242"/>
                  <a:pt x="3997354" y="841242"/>
                </a:cubicBezTo>
                <a:cubicBezTo>
                  <a:pt x="3954440" y="841242"/>
                  <a:pt x="3919622" y="806436"/>
                  <a:pt x="3919622" y="763506"/>
                </a:cubicBezTo>
                <a:cubicBezTo>
                  <a:pt x="3919622" y="720570"/>
                  <a:pt x="3954440" y="685769"/>
                  <a:pt x="3997354" y="685769"/>
                </a:cubicBezTo>
                <a:close/>
                <a:moveTo>
                  <a:pt x="3813851" y="685769"/>
                </a:moveTo>
                <a:cubicBezTo>
                  <a:pt x="3856791" y="685769"/>
                  <a:pt x="3891567" y="720570"/>
                  <a:pt x="3891567" y="763506"/>
                </a:cubicBezTo>
                <a:cubicBezTo>
                  <a:pt x="3891567" y="806436"/>
                  <a:pt x="3856791" y="841242"/>
                  <a:pt x="3813851" y="841242"/>
                </a:cubicBezTo>
                <a:cubicBezTo>
                  <a:pt x="3770914" y="841242"/>
                  <a:pt x="3736077" y="806436"/>
                  <a:pt x="3736077" y="763506"/>
                </a:cubicBezTo>
                <a:cubicBezTo>
                  <a:pt x="3736077" y="720570"/>
                  <a:pt x="3770914" y="685769"/>
                  <a:pt x="3813851" y="685769"/>
                </a:cubicBezTo>
                <a:close/>
                <a:moveTo>
                  <a:pt x="3625636" y="685769"/>
                </a:moveTo>
                <a:cubicBezTo>
                  <a:pt x="3668555" y="685769"/>
                  <a:pt x="3703376" y="720570"/>
                  <a:pt x="3703376" y="763506"/>
                </a:cubicBezTo>
                <a:cubicBezTo>
                  <a:pt x="3703376" y="806436"/>
                  <a:pt x="3668555" y="841242"/>
                  <a:pt x="3625636" y="841242"/>
                </a:cubicBezTo>
                <a:cubicBezTo>
                  <a:pt x="3582688" y="841242"/>
                  <a:pt x="3547906" y="806436"/>
                  <a:pt x="3547906" y="763506"/>
                </a:cubicBezTo>
                <a:cubicBezTo>
                  <a:pt x="3547906" y="720570"/>
                  <a:pt x="3582688" y="685769"/>
                  <a:pt x="3625636" y="685769"/>
                </a:cubicBezTo>
                <a:close/>
                <a:moveTo>
                  <a:pt x="3442100" y="685769"/>
                </a:moveTo>
                <a:cubicBezTo>
                  <a:pt x="3485038" y="685769"/>
                  <a:pt x="3519851" y="720570"/>
                  <a:pt x="3519851" y="763506"/>
                </a:cubicBezTo>
                <a:cubicBezTo>
                  <a:pt x="3519851" y="806436"/>
                  <a:pt x="3485038" y="841242"/>
                  <a:pt x="3442100" y="841242"/>
                </a:cubicBezTo>
                <a:cubicBezTo>
                  <a:pt x="3399343" y="841242"/>
                  <a:pt x="3364543" y="806436"/>
                  <a:pt x="3364543" y="763506"/>
                </a:cubicBezTo>
                <a:cubicBezTo>
                  <a:pt x="3364543" y="720570"/>
                  <a:pt x="3399343" y="685769"/>
                  <a:pt x="3442100" y="685769"/>
                </a:cubicBezTo>
                <a:close/>
                <a:moveTo>
                  <a:pt x="3254060" y="685769"/>
                </a:moveTo>
                <a:cubicBezTo>
                  <a:pt x="3296985" y="685769"/>
                  <a:pt x="3331797" y="720570"/>
                  <a:pt x="3331797" y="763506"/>
                </a:cubicBezTo>
                <a:cubicBezTo>
                  <a:pt x="3331797" y="806436"/>
                  <a:pt x="3296985" y="841242"/>
                  <a:pt x="3254060" y="841242"/>
                </a:cubicBezTo>
                <a:cubicBezTo>
                  <a:pt x="3211118" y="841242"/>
                  <a:pt x="3176313" y="806436"/>
                  <a:pt x="3176313" y="763506"/>
                </a:cubicBezTo>
                <a:cubicBezTo>
                  <a:pt x="3176313" y="720570"/>
                  <a:pt x="3211118" y="685769"/>
                  <a:pt x="3254060" y="685769"/>
                </a:cubicBezTo>
                <a:close/>
                <a:moveTo>
                  <a:pt x="2129431" y="685769"/>
                </a:moveTo>
                <a:cubicBezTo>
                  <a:pt x="2172358" y="685769"/>
                  <a:pt x="2207154" y="720570"/>
                  <a:pt x="2207154" y="763506"/>
                </a:cubicBezTo>
                <a:cubicBezTo>
                  <a:pt x="2207154" y="806436"/>
                  <a:pt x="2172358" y="841242"/>
                  <a:pt x="2129431" y="841242"/>
                </a:cubicBezTo>
                <a:cubicBezTo>
                  <a:pt x="2086510" y="841242"/>
                  <a:pt x="2051705" y="806436"/>
                  <a:pt x="2051705" y="763506"/>
                </a:cubicBezTo>
                <a:cubicBezTo>
                  <a:pt x="2051705" y="720570"/>
                  <a:pt x="2086510" y="685769"/>
                  <a:pt x="2129431" y="685769"/>
                </a:cubicBezTo>
                <a:close/>
                <a:moveTo>
                  <a:pt x="1941244" y="685769"/>
                </a:moveTo>
                <a:cubicBezTo>
                  <a:pt x="1984169" y="685769"/>
                  <a:pt x="2018966" y="720570"/>
                  <a:pt x="2018966" y="763506"/>
                </a:cubicBezTo>
                <a:cubicBezTo>
                  <a:pt x="2018966" y="806436"/>
                  <a:pt x="1984169" y="841242"/>
                  <a:pt x="1941244" y="841242"/>
                </a:cubicBezTo>
                <a:cubicBezTo>
                  <a:pt x="1898319" y="841242"/>
                  <a:pt x="1863520" y="806436"/>
                  <a:pt x="1863520" y="763506"/>
                </a:cubicBezTo>
                <a:cubicBezTo>
                  <a:pt x="1863520" y="720570"/>
                  <a:pt x="1898319" y="685769"/>
                  <a:pt x="1941244" y="685769"/>
                </a:cubicBezTo>
                <a:close/>
                <a:moveTo>
                  <a:pt x="2203878" y="563755"/>
                </a:moveTo>
                <a:lnTo>
                  <a:pt x="2207156" y="579991"/>
                </a:lnTo>
                <a:cubicBezTo>
                  <a:pt x="2207156" y="622921"/>
                  <a:pt x="2172358" y="657724"/>
                  <a:pt x="2129440" y="657724"/>
                </a:cubicBezTo>
                <a:cubicBezTo>
                  <a:pt x="2107975" y="657724"/>
                  <a:pt x="2088543" y="649024"/>
                  <a:pt x="2074476" y="634957"/>
                </a:cubicBezTo>
                <a:lnTo>
                  <a:pt x="2064804" y="620609"/>
                </a:lnTo>
                <a:lnTo>
                  <a:pt x="2098478" y="605112"/>
                </a:lnTo>
                <a:close/>
                <a:moveTo>
                  <a:pt x="7926434" y="502255"/>
                </a:moveTo>
                <a:cubicBezTo>
                  <a:pt x="7969367" y="502255"/>
                  <a:pt x="8004171" y="537058"/>
                  <a:pt x="8004171" y="579989"/>
                </a:cubicBezTo>
                <a:cubicBezTo>
                  <a:pt x="8004171" y="622921"/>
                  <a:pt x="7969367" y="657724"/>
                  <a:pt x="7926434" y="657724"/>
                </a:cubicBezTo>
                <a:cubicBezTo>
                  <a:pt x="7883501" y="657724"/>
                  <a:pt x="7848697" y="622921"/>
                  <a:pt x="7848697" y="579989"/>
                </a:cubicBezTo>
                <a:cubicBezTo>
                  <a:pt x="7848697" y="537058"/>
                  <a:pt x="7883501" y="502255"/>
                  <a:pt x="7926434" y="502255"/>
                </a:cubicBezTo>
                <a:close/>
                <a:moveTo>
                  <a:pt x="7738213" y="502255"/>
                </a:moveTo>
                <a:cubicBezTo>
                  <a:pt x="7781146" y="502255"/>
                  <a:pt x="7815950" y="537058"/>
                  <a:pt x="7815950" y="579989"/>
                </a:cubicBezTo>
                <a:cubicBezTo>
                  <a:pt x="7815950" y="622921"/>
                  <a:pt x="7781146" y="657724"/>
                  <a:pt x="7738213" y="657724"/>
                </a:cubicBezTo>
                <a:cubicBezTo>
                  <a:pt x="7695280" y="657724"/>
                  <a:pt x="7660476" y="622921"/>
                  <a:pt x="7660476" y="579989"/>
                </a:cubicBezTo>
                <a:cubicBezTo>
                  <a:pt x="7660476" y="537058"/>
                  <a:pt x="7695280" y="502255"/>
                  <a:pt x="7738213" y="502255"/>
                </a:cubicBezTo>
                <a:close/>
                <a:moveTo>
                  <a:pt x="4373793" y="502255"/>
                </a:moveTo>
                <a:cubicBezTo>
                  <a:pt x="4416737" y="502255"/>
                  <a:pt x="4451526" y="537059"/>
                  <a:pt x="4451526" y="579989"/>
                </a:cubicBezTo>
                <a:cubicBezTo>
                  <a:pt x="4451526" y="622921"/>
                  <a:pt x="4416737" y="657724"/>
                  <a:pt x="4373793" y="657724"/>
                </a:cubicBezTo>
                <a:cubicBezTo>
                  <a:pt x="4330869" y="657724"/>
                  <a:pt x="4296066" y="622921"/>
                  <a:pt x="4296066" y="579989"/>
                </a:cubicBezTo>
                <a:cubicBezTo>
                  <a:pt x="4296066" y="537059"/>
                  <a:pt x="4330869" y="502255"/>
                  <a:pt x="4373793" y="502255"/>
                </a:cubicBezTo>
                <a:close/>
                <a:moveTo>
                  <a:pt x="4185559" y="502255"/>
                </a:moveTo>
                <a:cubicBezTo>
                  <a:pt x="4228500" y="502255"/>
                  <a:pt x="4263314" y="537059"/>
                  <a:pt x="4263314" y="579989"/>
                </a:cubicBezTo>
                <a:cubicBezTo>
                  <a:pt x="4263314" y="622921"/>
                  <a:pt x="4228500" y="657724"/>
                  <a:pt x="4185559" y="657724"/>
                </a:cubicBezTo>
                <a:cubicBezTo>
                  <a:pt x="4142611" y="657724"/>
                  <a:pt x="4107799" y="622921"/>
                  <a:pt x="4107799" y="579989"/>
                </a:cubicBezTo>
                <a:cubicBezTo>
                  <a:pt x="4107799" y="537059"/>
                  <a:pt x="4142611" y="502255"/>
                  <a:pt x="4185559" y="502255"/>
                </a:cubicBezTo>
                <a:close/>
                <a:moveTo>
                  <a:pt x="3997354" y="502255"/>
                </a:moveTo>
                <a:cubicBezTo>
                  <a:pt x="4040268" y="502255"/>
                  <a:pt x="4075062" y="537059"/>
                  <a:pt x="4075062" y="579989"/>
                </a:cubicBezTo>
                <a:cubicBezTo>
                  <a:pt x="4075062" y="622921"/>
                  <a:pt x="4040268" y="657724"/>
                  <a:pt x="3997354" y="657724"/>
                </a:cubicBezTo>
                <a:cubicBezTo>
                  <a:pt x="3954440" y="657724"/>
                  <a:pt x="3919622" y="622921"/>
                  <a:pt x="3919622" y="579989"/>
                </a:cubicBezTo>
                <a:cubicBezTo>
                  <a:pt x="3919622" y="537059"/>
                  <a:pt x="3954440" y="502255"/>
                  <a:pt x="3997354" y="502255"/>
                </a:cubicBezTo>
                <a:close/>
                <a:moveTo>
                  <a:pt x="3813851" y="502255"/>
                </a:moveTo>
                <a:cubicBezTo>
                  <a:pt x="3856791" y="502255"/>
                  <a:pt x="3891567" y="537059"/>
                  <a:pt x="3891567" y="579989"/>
                </a:cubicBezTo>
                <a:cubicBezTo>
                  <a:pt x="3891567" y="622921"/>
                  <a:pt x="3856791" y="657724"/>
                  <a:pt x="3813851" y="657724"/>
                </a:cubicBezTo>
                <a:cubicBezTo>
                  <a:pt x="3770914" y="657724"/>
                  <a:pt x="3736077" y="622921"/>
                  <a:pt x="3736077" y="579989"/>
                </a:cubicBezTo>
                <a:cubicBezTo>
                  <a:pt x="3736077" y="537059"/>
                  <a:pt x="3770914" y="502255"/>
                  <a:pt x="3813851" y="502255"/>
                </a:cubicBezTo>
                <a:close/>
                <a:moveTo>
                  <a:pt x="3625636" y="502255"/>
                </a:moveTo>
                <a:cubicBezTo>
                  <a:pt x="3668555" y="502255"/>
                  <a:pt x="3703376" y="537059"/>
                  <a:pt x="3703376" y="579989"/>
                </a:cubicBezTo>
                <a:cubicBezTo>
                  <a:pt x="3703376" y="622921"/>
                  <a:pt x="3668555" y="657724"/>
                  <a:pt x="3625636" y="657724"/>
                </a:cubicBezTo>
                <a:cubicBezTo>
                  <a:pt x="3582688" y="657724"/>
                  <a:pt x="3547906" y="622921"/>
                  <a:pt x="3547906" y="579989"/>
                </a:cubicBezTo>
                <a:cubicBezTo>
                  <a:pt x="3547906" y="537059"/>
                  <a:pt x="3582688" y="502255"/>
                  <a:pt x="3625636" y="502255"/>
                </a:cubicBezTo>
                <a:close/>
                <a:moveTo>
                  <a:pt x="3442100" y="502255"/>
                </a:moveTo>
                <a:cubicBezTo>
                  <a:pt x="3485038" y="502255"/>
                  <a:pt x="3519851" y="537059"/>
                  <a:pt x="3519851" y="579989"/>
                </a:cubicBezTo>
                <a:cubicBezTo>
                  <a:pt x="3519851" y="622921"/>
                  <a:pt x="3485038" y="657724"/>
                  <a:pt x="3442100" y="657724"/>
                </a:cubicBezTo>
                <a:cubicBezTo>
                  <a:pt x="3399347" y="657724"/>
                  <a:pt x="3364545" y="622921"/>
                  <a:pt x="3364545" y="579989"/>
                </a:cubicBezTo>
                <a:cubicBezTo>
                  <a:pt x="3364545" y="537059"/>
                  <a:pt x="3399347" y="502255"/>
                  <a:pt x="3442100" y="502255"/>
                </a:cubicBezTo>
                <a:close/>
                <a:moveTo>
                  <a:pt x="3254065" y="502255"/>
                </a:moveTo>
                <a:cubicBezTo>
                  <a:pt x="3296990" y="502255"/>
                  <a:pt x="3331797" y="537059"/>
                  <a:pt x="3331797" y="579989"/>
                </a:cubicBezTo>
                <a:cubicBezTo>
                  <a:pt x="3331797" y="622921"/>
                  <a:pt x="3296990" y="657724"/>
                  <a:pt x="3254065" y="657724"/>
                </a:cubicBezTo>
                <a:cubicBezTo>
                  <a:pt x="3211124" y="657724"/>
                  <a:pt x="3176318" y="622921"/>
                  <a:pt x="3176318" y="579989"/>
                </a:cubicBezTo>
                <a:cubicBezTo>
                  <a:pt x="3176318" y="537059"/>
                  <a:pt x="3211124" y="502255"/>
                  <a:pt x="3254065" y="502255"/>
                </a:cubicBezTo>
                <a:close/>
                <a:moveTo>
                  <a:pt x="3061136" y="502255"/>
                </a:moveTo>
                <a:cubicBezTo>
                  <a:pt x="3104066" y="502255"/>
                  <a:pt x="3138881" y="537059"/>
                  <a:pt x="3138881" y="579989"/>
                </a:cubicBezTo>
                <a:cubicBezTo>
                  <a:pt x="3138881" y="622921"/>
                  <a:pt x="3104066" y="657724"/>
                  <a:pt x="3061136" y="657724"/>
                </a:cubicBezTo>
                <a:cubicBezTo>
                  <a:pt x="3018189" y="657724"/>
                  <a:pt x="2983381" y="622921"/>
                  <a:pt x="2983381" y="579989"/>
                </a:cubicBezTo>
                <a:cubicBezTo>
                  <a:pt x="2983381" y="537059"/>
                  <a:pt x="3018189" y="502255"/>
                  <a:pt x="3061136" y="502255"/>
                </a:cubicBezTo>
                <a:close/>
                <a:moveTo>
                  <a:pt x="2882313" y="502255"/>
                </a:moveTo>
                <a:cubicBezTo>
                  <a:pt x="2925249" y="502255"/>
                  <a:pt x="2960060" y="537059"/>
                  <a:pt x="2960060" y="579989"/>
                </a:cubicBezTo>
                <a:cubicBezTo>
                  <a:pt x="2960060" y="622921"/>
                  <a:pt x="2925249" y="657724"/>
                  <a:pt x="2882313" y="657724"/>
                </a:cubicBezTo>
                <a:cubicBezTo>
                  <a:pt x="2839390" y="657724"/>
                  <a:pt x="2804586" y="622921"/>
                  <a:pt x="2804586" y="579989"/>
                </a:cubicBezTo>
                <a:cubicBezTo>
                  <a:pt x="2804586" y="537059"/>
                  <a:pt x="2839390" y="502255"/>
                  <a:pt x="2882313" y="502255"/>
                </a:cubicBezTo>
                <a:close/>
                <a:moveTo>
                  <a:pt x="2689413" y="502255"/>
                </a:moveTo>
                <a:cubicBezTo>
                  <a:pt x="2732346" y="502255"/>
                  <a:pt x="2767122" y="537059"/>
                  <a:pt x="2767122" y="579991"/>
                </a:cubicBezTo>
                <a:cubicBezTo>
                  <a:pt x="2767122" y="622921"/>
                  <a:pt x="2732346" y="657724"/>
                  <a:pt x="2689413" y="657724"/>
                </a:cubicBezTo>
                <a:cubicBezTo>
                  <a:pt x="2646472" y="657724"/>
                  <a:pt x="2611683" y="622921"/>
                  <a:pt x="2611683" y="579991"/>
                </a:cubicBezTo>
                <a:cubicBezTo>
                  <a:pt x="2611683" y="537059"/>
                  <a:pt x="2646472" y="502255"/>
                  <a:pt x="2689413" y="502255"/>
                </a:cubicBezTo>
                <a:close/>
                <a:moveTo>
                  <a:pt x="2748247" y="366081"/>
                </a:moveTo>
                <a:lnTo>
                  <a:pt x="2761018" y="385032"/>
                </a:lnTo>
                <a:cubicBezTo>
                  <a:pt x="2764949" y="394332"/>
                  <a:pt x="2767122" y="404556"/>
                  <a:pt x="2767122" y="415288"/>
                </a:cubicBezTo>
                <a:cubicBezTo>
                  <a:pt x="2767122" y="458223"/>
                  <a:pt x="2732346" y="493040"/>
                  <a:pt x="2689413" y="493040"/>
                </a:cubicBezTo>
                <a:cubicBezTo>
                  <a:pt x="2646472" y="493040"/>
                  <a:pt x="2611683" y="458223"/>
                  <a:pt x="2611683" y="415288"/>
                </a:cubicBezTo>
                <a:lnTo>
                  <a:pt x="2612650" y="410501"/>
                </a:lnTo>
                <a:close/>
                <a:moveTo>
                  <a:pt x="3254065" y="337555"/>
                </a:moveTo>
                <a:cubicBezTo>
                  <a:pt x="3296990" y="337555"/>
                  <a:pt x="3331797" y="372359"/>
                  <a:pt x="3331797" y="415288"/>
                </a:cubicBezTo>
                <a:cubicBezTo>
                  <a:pt x="3331797" y="458223"/>
                  <a:pt x="3296990" y="493040"/>
                  <a:pt x="3254065" y="493040"/>
                </a:cubicBezTo>
                <a:cubicBezTo>
                  <a:pt x="3211124" y="493040"/>
                  <a:pt x="3176318" y="458223"/>
                  <a:pt x="3176318" y="415288"/>
                </a:cubicBezTo>
                <a:cubicBezTo>
                  <a:pt x="3176318" y="372359"/>
                  <a:pt x="3211124" y="337555"/>
                  <a:pt x="3254065" y="337555"/>
                </a:cubicBezTo>
                <a:close/>
                <a:moveTo>
                  <a:pt x="3061140" y="337555"/>
                </a:moveTo>
                <a:cubicBezTo>
                  <a:pt x="3104066" y="337555"/>
                  <a:pt x="3138881" y="372359"/>
                  <a:pt x="3138881" y="415288"/>
                </a:cubicBezTo>
                <a:cubicBezTo>
                  <a:pt x="3138881" y="458223"/>
                  <a:pt x="3104066" y="493040"/>
                  <a:pt x="3061140" y="493040"/>
                </a:cubicBezTo>
                <a:cubicBezTo>
                  <a:pt x="3018189" y="493040"/>
                  <a:pt x="2983383" y="458223"/>
                  <a:pt x="2983383" y="415288"/>
                </a:cubicBezTo>
                <a:cubicBezTo>
                  <a:pt x="2983383" y="372359"/>
                  <a:pt x="3018189" y="337555"/>
                  <a:pt x="3061140" y="337555"/>
                </a:cubicBezTo>
                <a:close/>
                <a:moveTo>
                  <a:pt x="2882313" y="337555"/>
                </a:moveTo>
                <a:cubicBezTo>
                  <a:pt x="2925249" y="337555"/>
                  <a:pt x="2960060" y="372359"/>
                  <a:pt x="2960060" y="415288"/>
                </a:cubicBezTo>
                <a:cubicBezTo>
                  <a:pt x="2960060" y="458223"/>
                  <a:pt x="2925249" y="493040"/>
                  <a:pt x="2882313" y="493040"/>
                </a:cubicBezTo>
                <a:cubicBezTo>
                  <a:pt x="2839390" y="493040"/>
                  <a:pt x="2804586" y="458223"/>
                  <a:pt x="2804586" y="415288"/>
                </a:cubicBezTo>
                <a:cubicBezTo>
                  <a:pt x="2804586" y="372359"/>
                  <a:pt x="2839390" y="337555"/>
                  <a:pt x="2882313" y="337555"/>
                </a:cubicBezTo>
                <a:close/>
                <a:moveTo>
                  <a:pt x="5870113" y="337554"/>
                </a:moveTo>
                <a:cubicBezTo>
                  <a:pt x="5913046" y="337554"/>
                  <a:pt x="5947850" y="372359"/>
                  <a:pt x="5947850" y="415288"/>
                </a:cubicBezTo>
                <a:cubicBezTo>
                  <a:pt x="5947850" y="458223"/>
                  <a:pt x="5913046" y="493040"/>
                  <a:pt x="5870113" y="493040"/>
                </a:cubicBezTo>
                <a:cubicBezTo>
                  <a:pt x="5827181" y="493040"/>
                  <a:pt x="5792376" y="458223"/>
                  <a:pt x="5792376" y="415288"/>
                </a:cubicBezTo>
                <a:cubicBezTo>
                  <a:pt x="5792376" y="372359"/>
                  <a:pt x="5827181" y="337554"/>
                  <a:pt x="5870113" y="337554"/>
                </a:cubicBezTo>
                <a:close/>
                <a:moveTo>
                  <a:pt x="4373793" y="337554"/>
                </a:moveTo>
                <a:cubicBezTo>
                  <a:pt x="4416737" y="337554"/>
                  <a:pt x="4451526" y="372359"/>
                  <a:pt x="4451526" y="415288"/>
                </a:cubicBezTo>
                <a:cubicBezTo>
                  <a:pt x="4451526" y="458223"/>
                  <a:pt x="4416737" y="493040"/>
                  <a:pt x="4373793" y="493040"/>
                </a:cubicBezTo>
                <a:cubicBezTo>
                  <a:pt x="4330869" y="493040"/>
                  <a:pt x="4296066" y="458223"/>
                  <a:pt x="4296066" y="415288"/>
                </a:cubicBezTo>
                <a:cubicBezTo>
                  <a:pt x="4296066" y="372359"/>
                  <a:pt x="4330869" y="337554"/>
                  <a:pt x="4373793" y="337554"/>
                </a:cubicBezTo>
                <a:close/>
                <a:moveTo>
                  <a:pt x="4185562" y="337554"/>
                </a:moveTo>
                <a:cubicBezTo>
                  <a:pt x="4228504" y="337554"/>
                  <a:pt x="4263323" y="372359"/>
                  <a:pt x="4263323" y="415288"/>
                </a:cubicBezTo>
                <a:cubicBezTo>
                  <a:pt x="4263323" y="458223"/>
                  <a:pt x="4228504" y="493040"/>
                  <a:pt x="4185562" y="493040"/>
                </a:cubicBezTo>
                <a:cubicBezTo>
                  <a:pt x="4142612" y="493040"/>
                  <a:pt x="4107803" y="458223"/>
                  <a:pt x="4107803" y="415288"/>
                </a:cubicBezTo>
                <a:cubicBezTo>
                  <a:pt x="4107803" y="372359"/>
                  <a:pt x="4142612" y="337554"/>
                  <a:pt x="4185562" y="337554"/>
                </a:cubicBezTo>
                <a:close/>
                <a:moveTo>
                  <a:pt x="3997354" y="337554"/>
                </a:moveTo>
                <a:cubicBezTo>
                  <a:pt x="4040268" y="337554"/>
                  <a:pt x="4075062" y="372359"/>
                  <a:pt x="4075062" y="415288"/>
                </a:cubicBezTo>
                <a:cubicBezTo>
                  <a:pt x="4075062" y="458223"/>
                  <a:pt x="4040268" y="493040"/>
                  <a:pt x="3997354" y="493040"/>
                </a:cubicBezTo>
                <a:cubicBezTo>
                  <a:pt x="3954440" y="493040"/>
                  <a:pt x="3919622" y="458223"/>
                  <a:pt x="3919622" y="415288"/>
                </a:cubicBezTo>
                <a:cubicBezTo>
                  <a:pt x="3919622" y="372359"/>
                  <a:pt x="3954440" y="337554"/>
                  <a:pt x="3997354" y="337554"/>
                </a:cubicBezTo>
                <a:close/>
                <a:moveTo>
                  <a:pt x="3813851" y="337554"/>
                </a:moveTo>
                <a:cubicBezTo>
                  <a:pt x="3856791" y="337554"/>
                  <a:pt x="3891567" y="372359"/>
                  <a:pt x="3891567" y="415288"/>
                </a:cubicBezTo>
                <a:cubicBezTo>
                  <a:pt x="3891567" y="458223"/>
                  <a:pt x="3856791" y="493040"/>
                  <a:pt x="3813851" y="493040"/>
                </a:cubicBezTo>
                <a:cubicBezTo>
                  <a:pt x="3770914" y="493040"/>
                  <a:pt x="3736077" y="458223"/>
                  <a:pt x="3736077" y="415288"/>
                </a:cubicBezTo>
                <a:cubicBezTo>
                  <a:pt x="3736077" y="372359"/>
                  <a:pt x="3770914" y="337554"/>
                  <a:pt x="3813851" y="337554"/>
                </a:cubicBezTo>
                <a:close/>
                <a:moveTo>
                  <a:pt x="3625636" y="337554"/>
                </a:moveTo>
                <a:cubicBezTo>
                  <a:pt x="3668555" y="337554"/>
                  <a:pt x="3703376" y="372359"/>
                  <a:pt x="3703376" y="415288"/>
                </a:cubicBezTo>
                <a:cubicBezTo>
                  <a:pt x="3703376" y="458223"/>
                  <a:pt x="3668555" y="493040"/>
                  <a:pt x="3625636" y="493040"/>
                </a:cubicBezTo>
                <a:cubicBezTo>
                  <a:pt x="3582688" y="493040"/>
                  <a:pt x="3547906" y="458223"/>
                  <a:pt x="3547906" y="415288"/>
                </a:cubicBezTo>
                <a:cubicBezTo>
                  <a:pt x="3547906" y="372359"/>
                  <a:pt x="3582688" y="337554"/>
                  <a:pt x="3625636" y="337554"/>
                </a:cubicBezTo>
                <a:close/>
                <a:moveTo>
                  <a:pt x="3442100" y="337554"/>
                </a:moveTo>
                <a:cubicBezTo>
                  <a:pt x="3485038" y="337554"/>
                  <a:pt x="3519851" y="372359"/>
                  <a:pt x="3519851" y="415288"/>
                </a:cubicBezTo>
                <a:cubicBezTo>
                  <a:pt x="3519851" y="458223"/>
                  <a:pt x="3485038" y="493040"/>
                  <a:pt x="3442100" y="493040"/>
                </a:cubicBezTo>
                <a:cubicBezTo>
                  <a:pt x="3399350" y="493040"/>
                  <a:pt x="3364551" y="458223"/>
                  <a:pt x="3364551" y="415288"/>
                </a:cubicBezTo>
                <a:cubicBezTo>
                  <a:pt x="3364551" y="372359"/>
                  <a:pt x="3399350" y="337554"/>
                  <a:pt x="3442100" y="337554"/>
                </a:cubicBezTo>
                <a:close/>
                <a:moveTo>
                  <a:pt x="3135600" y="252734"/>
                </a:moveTo>
                <a:lnTo>
                  <a:pt x="3132770" y="266748"/>
                </a:lnTo>
                <a:cubicBezTo>
                  <a:pt x="3120966" y="294647"/>
                  <a:pt x="3093334" y="314222"/>
                  <a:pt x="3061140" y="314222"/>
                </a:cubicBezTo>
                <a:cubicBezTo>
                  <a:pt x="3039665" y="314222"/>
                  <a:pt x="3020226" y="305522"/>
                  <a:pt x="3006157" y="291456"/>
                </a:cubicBezTo>
                <a:lnTo>
                  <a:pt x="3003640" y="287723"/>
                </a:lnTo>
                <a:close/>
                <a:moveTo>
                  <a:pt x="3323461" y="202923"/>
                </a:moveTo>
                <a:lnTo>
                  <a:pt x="3325693" y="206233"/>
                </a:lnTo>
                <a:cubicBezTo>
                  <a:pt x="3329628" y="215533"/>
                  <a:pt x="3331804" y="225758"/>
                  <a:pt x="3331804" y="236490"/>
                </a:cubicBezTo>
                <a:cubicBezTo>
                  <a:pt x="3331804" y="279423"/>
                  <a:pt x="3296990" y="314222"/>
                  <a:pt x="3254069" y="314222"/>
                </a:cubicBezTo>
                <a:cubicBezTo>
                  <a:pt x="3221861" y="314222"/>
                  <a:pt x="3194230" y="294647"/>
                  <a:pt x="3182428" y="266748"/>
                </a:cubicBezTo>
                <a:lnTo>
                  <a:pt x="3177362" y="241661"/>
                </a:lnTo>
                <a:close/>
                <a:moveTo>
                  <a:pt x="3479450" y="169640"/>
                </a:moveTo>
                <a:lnTo>
                  <a:pt x="3497078" y="181523"/>
                </a:lnTo>
                <a:cubicBezTo>
                  <a:pt x="3511148" y="195591"/>
                  <a:pt x="3519851" y="215025"/>
                  <a:pt x="3519851" y="236490"/>
                </a:cubicBezTo>
                <a:cubicBezTo>
                  <a:pt x="3519851" y="279423"/>
                  <a:pt x="3485038" y="314222"/>
                  <a:pt x="3442100" y="314222"/>
                </a:cubicBezTo>
                <a:cubicBezTo>
                  <a:pt x="3399351" y="314222"/>
                  <a:pt x="3364554" y="279423"/>
                  <a:pt x="3364554" y="236490"/>
                </a:cubicBezTo>
                <a:cubicBezTo>
                  <a:pt x="3364554" y="225758"/>
                  <a:pt x="3366729" y="215533"/>
                  <a:pt x="3370660" y="206233"/>
                </a:cubicBezTo>
                <a:lnTo>
                  <a:pt x="3381860" y="189598"/>
                </a:lnTo>
                <a:close/>
                <a:moveTo>
                  <a:pt x="6053633" y="158753"/>
                </a:moveTo>
                <a:cubicBezTo>
                  <a:pt x="6096566" y="158753"/>
                  <a:pt x="6131370" y="193559"/>
                  <a:pt x="6131370" y="236488"/>
                </a:cubicBezTo>
                <a:cubicBezTo>
                  <a:pt x="6131370" y="279422"/>
                  <a:pt x="6096566" y="314222"/>
                  <a:pt x="6053633" y="314222"/>
                </a:cubicBezTo>
                <a:cubicBezTo>
                  <a:pt x="6010700" y="314222"/>
                  <a:pt x="5975896" y="279422"/>
                  <a:pt x="5975896" y="236488"/>
                </a:cubicBezTo>
                <a:cubicBezTo>
                  <a:pt x="5975896" y="193559"/>
                  <a:pt x="6010700" y="158753"/>
                  <a:pt x="6053633" y="158753"/>
                </a:cubicBezTo>
                <a:close/>
                <a:moveTo>
                  <a:pt x="5870113" y="158753"/>
                </a:moveTo>
                <a:cubicBezTo>
                  <a:pt x="5913046" y="158753"/>
                  <a:pt x="5947850" y="193559"/>
                  <a:pt x="5947850" y="236488"/>
                </a:cubicBezTo>
                <a:cubicBezTo>
                  <a:pt x="5947850" y="279423"/>
                  <a:pt x="5913046" y="314222"/>
                  <a:pt x="5870113" y="314222"/>
                </a:cubicBezTo>
                <a:cubicBezTo>
                  <a:pt x="5827181" y="314222"/>
                  <a:pt x="5792376" y="279423"/>
                  <a:pt x="5792376" y="236488"/>
                </a:cubicBezTo>
                <a:cubicBezTo>
                  <a:pt x="5792376" y="193559"/>
                  <a:pt x="5827181" y="158753"/>
                  <a:pt x="5870113" y="158753"/>
                </a:cubicBezTo>
                <a:close/>
                <a:moveTo>
                  <a:pt x="4557299" y="158753"/>
                </a:moveTo>
                <a:cubicBezTo>
                  <a:pt x="4600237" y="158753"/>
                  <a:pt x="4635049" y="193559"/>
                  <a:pt x="4635049" y="236488"/>
                </a:cubicBezTo>
                <a:cubicBezTo>
                  <a:pt x="4635049" y="279423"/>
                  <a:pt x="4600237" y="314222"/>
                  <a:pt x="4557299" y="314222"/>
                </a:cubicBezTo>
                <a:cubicBezTo>
                  <a:pt x="4514356" y="314222"/>
                  <a:pt x="4479562" y="279423"/>
                  <a:pt x="4479562" y="236488"/>
                </a:cubicBezTo>
                <a:cubicBezTo>
                  <a:pt x="4479562" y="193559"/>
                  <a:pt x="4514356" y="158753"/>
                  <a:pt x="4557299" y="158753"/>
                </a:cubicBezTo>
                <a:close/>
                <a:moveTo>
                  <a:pt x="4373793" y="158753"/>
                </a:moveTo>
                <a:cubicBezTo>
                  <a:pt x="4416737" y="158753"/>
                  <a:pt x="4451526" y="193559"/>
                  <a:pt x="4451526" y="236488"/>
                </a:cubicBezTo>
                <a:cubicBezTo>
                  <a:pt x="4451526" y="279423"/>
                  <a:pt x="4416737" y="314222"/>
                  <a:pt x="4373793" y="314222"/>
                </a:cubicBezTo>
                <a:cubicBezTo>
                  <a:pt x="4330869" y="314222"/>
                  <a:pt x="4296066" y="279423"/>
                  <a:pt x="4296066" y="236488"/>
                </a:cubicBezTo>
                <a:cubicBezTo>
                  <a:pt x="4296066" y="193559"/>
                  <a:pt x="4330869" y="158753"/>
                  <a:pt x="4373793" y="158753"/>
                </a:cubicBezTo>
                <a:close/>
                <a:moveTo>
                  <a:pt x="4185562" y="158753"/>
                </a:moveTo>
                <a:cubicBezTo>
                  <a:pt x="4228504" y="158753"/>
                  <a:pt x="4263323" y="193559"/>
                  <a:pt x="4263323" y="236490"/>
                </a:cubicBezTo>
                <a:cubicBezTo>
                  <a:pt x="4263323" y="279423"/>
                  <a:pt x="4228504" y="314222"/>
                  <a:pt x="4185562" y="314222"/>
                </a:cubicBezTo>
                <a:cubicBezTo>
                  <a:pt x="4142612" y="314222"/>
                  <a:pt x="4107803" y="279423"/>
                  <a:pt x="4107803" y="236490"/>
                </a:cubicBezTo>
                <a:cubicBezTo>
                  <a:pt x="4107803" y="193559"/>
                  <a:pt x="4142612" y="158753"/>
                  <a:pt x="4185562" y="158753"/>
                </a:cubicBezTo>
                <a:close/>
                <a:moveTo>
                  <a:pt x="3997354" y="158753"/>
                </a:moveTo>
                <a:cubicBezTo>
                  <a:pt x="4040268" y="158753"/>
                  <a:pt x="4075062" y="193559"/>
                  <a:pt x="4075062" y="236490"/>
                </a:cubicBezTo>
                <a:cubicBezTo>
                  <a:pt x="4075062" y="279423"/>
                  <a:pt x="4040268" y="314222"/>
                  <a:pt x="3997354" y="314222"/>
                </a:cubicBezTo>
                <a:cubicBezTo>
                  <a:pt x="3954440" y="314222"/>
                  <a:pt x="3919622" y="279423"/>
                  <a:pt x="3919622" y="236490"/>
                </a:cubicBezTo>
                <a:cubicBezTo>
                  <a:pt x="3919622" y="193559"/>
                  <a:pt x="3954440" y="158753"/>
                  <a:pt x="3997354" y="158753"/>
                </a:cubicBezTo>
                <a:close/>
                <a:moveTo>
                  <a:pt x="3813851" y="158753"/>
                </a:moveTo>
                <a:cubicBezTo>
                  <a:pt x="3856791" y="158753"/>
                  <a:pt x="3891567" y="193559"/>
                  <a:pt x="3891567" y="236490"/>
                </a:cubicBezTo>
                <a:cubicBezTo>
                  <a:pt x="3891567" y="279423"/>
                  <a:pt x="3856791" y="314222"/>
                  <a:pt x="3813851" y="314222"/>
                </a:cubicBezTo>
                <a:cubicBezTo>
                  <a:pt x="3770914" y="314222"/>
                  <a:pt x="3736077" y="279423"/>
                  <a:pt x="3736077" y="236490"/>
                </a:cubicBezTo>
                <a:cubicBezTo>
                  <a:pt x="3736077" y="193559"/>
                  <a:pt x="3770914" y="158753"/>
                  <a:pt x="3813851" y="158753"/>
                </a:cubicBezTo>
                <a:close/>
                <a:moveTo>
                  <a:pt x="3625636" y="158753"/>
                </a:moveTo>
                <a:cubicBezTo>
                  <a:pt x="3668555" y="158753"/>
                  <a:pt x="3703376" y="193559"/>
                  <a:pt x="3703376" y="236490"/>
                </a:cubicBezTo>
                <a:cubicBezTo>
                  <a:pt x="3703376" y="279423"/>
                  <a:pt x="3668555" y="314222"/>
                  <a:pt x="3625636" y="314222"/>
                </a:cubicBezTo>
                <a:cubicBezTo>
                  <a:pt x="3582688" y="314222"/>
                  <a:pt x="3547906" y="279423"/>
                  <a:pt x="3547906" y="236490"/>
                </a:cubicBezTo>
                <a:cubicBezTo>
                  <a:pt x="3547906" y="193559"/>
                  <a:pt x="3582688" y="158753"/>
                  <a:pt x="3625636" y="158753"/>
                </a:cubicBezTo>
                <a:close/>
                <a:moveTo>
                  <a:pt x="3666858" y="131312"/>
                </a:moveTo>
                <a:lnTo>
                  <a:pt x="3655889" y="138707"/>
                </a:lnTo>
                <a:cubicBezTo>
                  <a:pt x="3646590" y="142640"/>
                  <a:pt x="3636366" y="144816"/>
                  <a:pt x="3625636" y="144816"/>
                </a:cubicBezTo>
                <a:lnTo>
                  <a:pt x="3613152" y="142296"/>
                </a:lnTo>
                <a:close/>
                <a:moveTo>
                  <a:pt x="3886446" y="92463"/>
                </a:moveTo>
                <a:lnTo>
                  <a:pt x="3885462" y="97338"/>
                </a:lnTo>
                <a:cubicBezTo>
                  <a:pt x="3873669" y="125238"/>
                  <a:pt x="3846056" y="144816"/>
                  <a:pt x="3813851" y="144816"/>
                </a:cubicBezTo>
                <a:cubicBezTo>
                  <a:pt x="3792383" y="144816"/>
                  <a:pt x="3772939" y="136115"/>
                  <a:pt x="3758862" y="122047"/>
                </a:cubicBezTo>
                <a:lnTo>
                  <a:pt x="3753199" y="113654"/>
                </a:lnTo>
                <a:lnTo>
                  <a:pt x="3784279" y="107297"/>
                </a:lnTo>
                <a:close/>
                <a:moveTo>
                  <a:pt x="4074670" y="65135"/>
                </a:moveTo>
                <a:lnTo>
                  <a:pt x="4075062" y="67080"/>
                </a:lnTo>
                <a:cubicBezTo>
                  <a:pt x="4075062" y="110011"/>
                  <a:pt x="4040268" y="144814"/>
                  <a:pt x="3997354" y="144814"/>
                </a:cubicBezTo>
                <a:cubicBezTo>
                  <a:pt x="3965168" y="144814"/>
                  <a:pt x="3937537" y="125238"/>
                  <a:pt x="3925733" y="97338"/>
                </a:cubicBezTo>
                <a:lnTo>
                  <a:pt x="3923657" y="87061"/>
                </a:lnTo>
                <a:close/>
                <a:moveTo>
                  <a:pt x="4257864" y="40054"/>
                </a:moveTo>
                <a:lnTo>
                  <a:pt x="4263323" y="67080"/>
                </a:lnTo>
                <a:cubicBezTo>
                  <a:pt x="4263323" y="110011"/>
                  <a:pt x="4228504" y="144814"/>
                  <a:pt x="4185562" y="144814"/>
                </a:cubicBezTo>
                <a:cubicBezTo>
                  <a:pt x="4142612" y="144814"/>
                  <a:pt x="4107803" y="110011"/>
                  <a:pt x="4107803" y="67080"/>
                </a:cubicBezTo>
                <a:lnTo>
                  <a:pt x="4109209" y="60120"/>
                </a:lnTo>
                <a:lnTo>
                  <a:pt x="4231894" y="42307"/>
                </a:lnTo>
                <a:close/>
                <a:moveTo>
                  <a:pt x="4437115" y="24502"/>
                </a:moveTo>
                <a:lnTo>
                  <a:pt x="4445419" y="36821"/>
                </a:lnTo>
                <a:cubicBezTo>
                  <a:pt x="4449352" y="46122"/>
                  <a:pt x="4451526" y="56347"/>
                  <a:pt x="4451526" y="67080"/>
                </a:cubicBezTo>
                <a:cubicBezTo>
                  <a:pt x="4451526" y="110011"/>
                  <a:pt x="4416737" y="144814"/>
                  <a:pt x="4373793" y="144814"/>
                </a:cubicBezTo>
                <a:cubicBezTo>
                  <a:pt x="4330869" y="144814"/>
                  <a:pt x="4296066" y="110011"/>
                  <a:pt x="4296066" y="67080"/>
                </a:cubicBezTo>
                <a:cubicBezTo>
                  <a:pt x="4296066" y="56347"/>
                  <a:pt x="4298242" y="46122"/>
                  <a:pt x="4302175" y="36821"/>
                </a:cubicBezTo>
                <a:lnTo>
                  <a:pt x="4302613" y="36171"/>
                </a:lnTo>
                <a:close/>
                <a:moveTo>
                  <a:pt x="4608587" y="9626"/>
                </a:moveTo>
                <a:lnTo>
                  <a:pt x="4612276" y="12112"/>
                </a:lnTo>
                <a:cubicBezTo>
                  <a:pt x="4626346" y="26180"/>
                  <a:pt x="4635049" y="45614"/>
                  <a:pt x="4635049" y="67080"/>
                </a:cubicBezTo>
                <a:cubicBezTo>
                  <a:pt x="4635049" y="110011"/>
                  <a:pt x="4600237" y="144814"/>
                  <a:pt x="4557299" y="144814"/>
                </a:cubicBezTo>
                <a:cubicBezTo>
                  <a:pt x="4514356" y="144814"/>
                  <a:pt x="4479562" y="110011"/>
                  <a:pt x="4479562" y="67080"/>
                </a:cubicBezTo>
                <a:cubicBezTo>
                  <a:pt x="4479562" y="56347"/>
                  <a:pt x="4481737" y="46122"/>
                  <a:pt x="4485670" y="36821"/>
                </a:cubicBezTo>
                <a:lnTo>
                  <a:pt x="4497506" y="19263"/>
                </a:lnTo>
                <a:close/>
                <a:moveTo>
                  <a:pt x="4782535" y="0"/>
                </a:moveTo>
                <a:lnTo>
                  <a:pt x="4800498" y="12112"/>
                </a:lnTo>
                <a:cubicBezTo>
                  <a:pt x="4814565" y="26180"/>
                  <a:pt x="4823266" y="45614"/>
                  <a:pt x="4823266" y="67080"/>
                </a:cubicBezTo>
                <a:cubicBezTo>
                  <a:pt x="4823266" y="110011"/>
                  <a:pt x="4788459" y="144814"/>
                  <a:pt x="4745539" y="144814"/>
                </a:cubicBezTo>
                <a:cubicBezTo>
                  <a:pt x="4702579" y="144814"/>
                  <a:pt x="4667788" y="110011"/>
                  <a:pt x="4667788" y="67080"/>
                </a:cubicBezTo>
                <a:cubicBezTo>
                  <a:pt x="4667788" y="45614"/>
                  <a:pt x="4676486" y="26180"/>
                  <a:pt x="4690554" y="12112"/>
                </a:cubicBezTo>
                <a:lnTo>
                  <a:pt x="4705216" y="222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32597"/>
            <a:endParaRPr lang="en-US" sz="1836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681" name="Rectangle 680"/>
          <p:cNvSpPr/>
          <p:nvPr/>
        </p:nvSpPr>
        <p:spPr>
          <a:xfrm>
            <a:off x="882" y="3823673"/>
            <a:ext cx="12434711" cy="3170852"/>
          </a:xfrm>
          <a:prstGeom prst="rect">
            <a:avLst/>
          </a:prstGeom>
          <a:solidFill>
            <a:srgbClr val="3999C6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32597">
              <a:defRPr/>
            </a:pPr>
            <a:endParaRPr lang="en-US" sz="1836" kern="0">
              <a:solidFill>
                <a:srgbClr val="FFFFFF"/>
              </a:solidFill>
              <a:latin typeface="Calibri" panose="020F0502020204030204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1017132" y="4615687"/>
            <a:ext cx="1591576" cy="1591576"/>
            <a:chOff x="-4594157" y="2516834"/>
            <a:chExt cx="1070585" cy="1070585"/>
          </a:xfrm>
        </p:grpSpPr>
        <p:sp>
          <p:nvSpPr>
            <p:cNvPr id="693" name="Freeform: Shape 411"/>
            <p:cNvSpPr/>
            <p:nvPr/>
          </p:nvSpPr>
          <p:spPr>
            <a:xfrm>
              <a:off x="-4158003" y="3347238"/>
              <a:ext cx="192372" cy="192372"/>
            </a:xfrm>
            <a:custGeom>
              <a:avLst/>
              <a:gdLst>
                <a:gd name="connsiteX0" fmla="*/ 33738 w 67473"/>
                <a:gd name="connsiteY0" fmla="*/ 0 h 67473"/>
                <a:gd name="connsiteX1" fmla="*/ 67473 w 67473"/>
                <a:gd name="connsiteY1" fmla="*/ 33736 h 67473"/>
                <a:gd name="connsiteX2" fmla="*/ 33738 w 67473"/>
                <a:gd name="connsiteY2" fmla="*/ 67473 h 67473"/>
                <a:gd name="connsiteX3" fmla="*/ 0 w 67473"/>
                <a:gd name="connsiteY3" fmla="*/ 33736 h 67473"/>
                <a:gd name="connsiteX4" fmla="*/ 33738 w 67473"/>
                <a:gd name="connsiteY4" fmla="*/ 0 h 67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473" h="67473">
                  <a:moveTo>
                    <a:pt x="33738" y="0"/>
                  </a:moveTo>
                  <a:cubicBezTo>
                    <a:pt x="52370" y="0"/>
                    <a:pt x="67473" y="15104"/>
                    <a:pt x="67473" y="33736"/>
                  </a:cubicBezTo>
                  <a:cubicBezTo>
                    <a:pt x="67473" y="52368"/>
                    <a:pt x="52370" y="67473"/>
                    <a:pt x="33738" y="67473"/>
                  </a:cubicBezTo>
                  <a:cubicBezTo>
                    <a:pt x="15105" y="67473"/>
                    <a:pt x="0" y="52368"/>
                    <a:pt x="0" y="33736"/>
                  </a:cubicBezTo>
                  <a:cubicBezTo>
                    <a:pt x="0" y="15104"/>
                    <a:pt x="15105" y="0"/>
                    <a:pt x="337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32597"/>
              <a:endParaRPr lang="en-US" sz="1836">
                <a:solidFill>
                  <a:srgbClr val="FFFFFF"/>
                </a:solidFill>
                <a:latin typeface="Segoe UI"/>
              </a:endParaRPr>
            </a:p>
          </p:txBody>
        </p:sp>
        <p:grpSp>
          <p:nvGrpSpPr>
            <p:cNvPr id="694" name="Group 693"/>
            <p:cNvGrpSpPr/>
            <p:nvPr/>
          </p:nvGrpSpPr>
          <p:grpSpPr>
            <a:xfrm>
              <a:off x="-4594157" y="2516834"/>
              <a:ext cx="1070585" cy="1070585"/>
              <a:chOff x="10232415" y="2527090"/>
              <a:chExt cx="1070585" cy="1070585"/>
            </a:xfrm>
          </p:grpSpPr>
          <p:sp>
            <p:nvSpPr>
              <p:cNvPr id="703" name="Oval 702"/>
              <p:cNvSpPr/>
              <p:nvPr/>
            </p:nvSpPr>
            <p:spPr>
              <a:xfrm>
                <a:off x="10627604" y="2770027"/>
                <a:ext cx="274303" cy="27430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32597"/>
                <a:endParaRPr lang="en-US" sz="1836">
                  <a:solidFill>
                    <a:srgbClr val="FFFFFF"/>
                  </a:solidFill>
                  <a:latin typeface="Segoe UI"/>
                </a:endParaRPr>
              </a:p>
            </p:txBody>
          </p:sp>
          <p:pic>
            <p:nvPicPr>
              <p:cNvPr id="704" name="Graphic 703" descr="Marker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0232415" y="2527090"/>
                <a:ext cx="1070585" cy="1070585"/>
              </a:xfrm>
              <a:prstGeom prst="rect">
                <a:avLst/>
              </a:prstGeom>
            </p:spPr>
          </p:pic>
        </p:grpSp>
      </p:grpSp>
      <p:grpSp>
        <p:nvGrpSpPr>
          <p:cNvPr id="708" name="Group 707"/>
          <p:cNvGrpSpPr/>
          <p:nvPr/>
        </p:nvGrpSpPr>
        <p:grpSpPr>
          <a:xfrm>
            <a:off x="5781888" y="4781005"/>
            <a:ext cx="1591576" cy="1591576"/>
            <a:chOff x="-4594157" y="2516834"/>
            <a:chExt cx="1070585" cy="1070585"/>
          </a:xfrm>
        </p:grpSpPr>
        <p:sp>
          <p:nvSpPr>
            <p:cNvPr id="709" name="Freeform: Shape 411"/>
            <p:cNvSpPr/>
            <p:nvPr/>
          </p:nvSpPr>
          <p:spPr>
            <a:xfrm>
              <a:off x="-4158003" y="3347238"/>
              <a:ext cx="192372" cy="192372"/>
            </a:xfrm>
            <a:custGeom>
              <a:avLst/>
              <a:gdLst>
                <a:gd name="connsiteX0" fmla="*/ 33738 w 67473"/>
                <a:gd name="connsiteY0" fmla="*/ 0 h 67473"/>
                <a:gd name="connsiteX1" fmla="*/ 67473 w 67473"/>
                <a:gd name="connsiteY1" fmla="*/ 33736 h 67473"/>
                <a:gd name="connsiteX2" fmla="*/ 33738 w 67473"/>
                <a:gd name="connsiteY2" fmla="*/ 67473 h 67473"/>
                <a:gd name="connsiteX3" fmla="*/ 0 w 67473"/>
                <a:gd name="connsiteY3" fmla="*/ 33736 h 67473"/>
                <a:gd name="connsiteX4" fmla="*/ 33738 w 67473"/>
                <a:gd name="connsiteY4" fmla="*/ 0 h 67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473" h="67473">
                  <a:moveTo>
                    <a:pt x="33738" y="0"/>
                  </a:moveTo>
                  <a:cubicBezTo>
                    <a:pt x="52370" y="0"/>
                    <a:pt x="67473" y="15104"/>
                    <a:pt x="67473" y="33736"/>
                  </a:cubicBezTo>
                  <a:cubicBezTo>
                    <a:pt x="67473" y="52368"/>
                    <a:pt x="52370" y="67473"/>
                    <a:pt x="33738" y="67473"/>
                  </a:cubicBezTo>
                  <a:cubicBezTo>
                    <a:pt x="15105" y="67473"/>
                    <a:pt x="0" y="52368"/>
                    <a:pt x="0" y="33736"/>
                  </a:cubicBezTo>
                  <a:cubicBezTo>
                    <a:pt x="0" y="15104"/>
                    <a:pt x="15105" y="0"/>
                    <a:pt x="337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32597"/>
              <a:endParaRPr lang="en-US" sz="1836">
                <a:solidFill>
                  <a:srgbClr val="FFFFFF"/>
                </a:solidFill>
                <a:latin typeface="Segoe UI"/>
              </a:endParaRPr>
            </a:p>
          </p:txBody>
        </p:sp>
        <p:grpSp>
          <p:nvGrpSpPr>
            <p:cNvPr id="710" name="Group 709"/>
            <p:cNvGrpSpPr/>
            <p:nvPr/>
          </p:nvGrpSpPr>
          <p:grpSpPr>
            <a:xfrm>
              <a:off x="-4594157" y="2516834"/>
              <a:ext cx="1070585" cy="1070585"/>
              <a:chOff x="10232415" y="2527090"/>
              <a:chExt cx="1070585" cy="1070585"/>
            </a:xfrm>
          </p:grpSpPr>
          <p:sp>
            <p:nvSpPr>
              <p:cNvPr id="711" name="Oval 710"/>
              <p:cNvSpPr/>
              <p:nvPr/>
            </p:nvSpPr>
            <p:spPr>
              <a:xfrm>
                <a:off x="10627604" y="2770027"/>
                <a:ext cx="274303" cy="27430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32597"/>
                <a:endParaRPr lang="en-US" sz="1836">
                  <a:solidFill>
                    <a:srgbClr val="FFFFFF"/>
                  </a:solidFill>
                  <a:latin typeface="Segoe UI"/>
                </a:endParaRPr>
              </a:p>
            </p:txBody>
          </p:sp>
          <p:pic>
            <p:nvPicPr>
              <p:cNvPr id="712" name="Graphic 711" descr="Marker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0232415" y="2527090"/>
                <a:ext cx="1070585" cy="1070585"/>
              </a:xfrm>
              <a:prstGeom prst="rect">
                <a:avLst/>
              </a:prstGeom>
            </p:spPr>
          </p:pic>
        </p:grpSp>
      </p:grpSp>
      <p:grpSp>
        <p:nvGrpSpPr>
          <p:cNvPr id="713" name="Group 712"/>
          <p:cNvGrpSpPr/>
          <p:nvPr/>
        </p:nvGrpSpPr>
        <p:grpSpPr>
          <a:xfrm>
            <a:off x="8249048" y="3907749"/>
            <a:ext cx="1591576" cy="1591576"/>
            <a:chOff x="-4594157" y="2516834"/>
            <a:chExt cx="1070585" cy="1070585"/>
          </a:xfrm>
        </p:grpSpPr>
        <p:sp>
          <p:nvSpPr>
            <p:cNvPr id="714" name="Freeform: Shape 411"/>
            <p:cNvSpPr/>
            <p:nvPr/>
          </p:nvSpPr>
          <p:spPr>
            <a:xfrm>
              <a:off x="-4158003" y="3347238"/>
              <a:ext cx="192372" cy="192372"/>
            </a:xfrm>
            <a:custGeom>
              <a:avLst/>
              <a:gdLst>
                <a:gd name="connsiteX0" fmla="*/ 33738 w 67473"/>
                <a:gd name="connsiteY0" fmla="*/ 0 h 67473"/>
                <a:gd name="connsiteX1" fmla="*/ 67473 w 67473"/>
                <a:gd name="connsiteY1" fmla="*/ 33736 h 67473"/>
                <a:gd name="connsiteX2" fmla="*/ 33738 w 67473"/>
                <a:gd name="connsiteY2" fmla="*/ 67473 h 67473"/>
                <a:gd name="connsiteX3" fmla="*/ 0 w 67473"/>
                <a:gd name="connsiteY3" fmla="*/ 33736 h 67473"/>
                <a:gd name="connsiteX4" fmla="*/ 33738 w 67473"/>
                <a:gd name="connsiteY4" fmla="*/ 0 h 67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473" h="67473">
                  <a:moveTo>
                    <a:pt x="33738" y="0"/>
                  </a:moveTo>
                  <a:cubicBezTo>
                    <a:pt x="52370" y="0"/>
                    <a:pt x="67473" y="15104"/>
                    <a:pt x="67473" y="33736"/>
                  </a:cubicBezTo>
                  <a:cubicBezTo>
                    <a:pt x="67473" y="52368"/>
                    <a:pt x="52370" y="67473"/>
                    <a:pt x="33738" y="67473"/>
                  </a:cubicBezTo>
                  <a:cubicBezTo>
                    <a:pt x="15105" y="67473"/>
                    <a:pt x="0" y="52368"/>
                    <a:pt x="0" y="33736"/>
                  </a:cubicBezTo>
                  <a:cubicBezTo>
                    <a:pt x="0" y="15104"/>
                    <a:pt x="15105" y="0"/>
                    <a:pt x="337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32597"/>
              <a:endParaRPr lang="en-US" sz="1836">
                <a:solidFill>
                  <a:srgbClr val="FFFFFF"/>
                </a:solidFill>
                <a:latin typeface="Segoe UI"/>
              </a:endParaRPr>
            </a:p>
          </p:txBody>
        </p:sp>
        <p:grpSp>
          <p:nvGrpSpPr>
            <p:cNvPr id="715" name="Group 714"/>
            <p:cNvGrpSpPr/>
            <p:nvPr/>
          </p:nvGrpSpPr>
          <p:grpSpPr>
            <a:xfrm>
              <a:off x="-4594157" y="2516834"/>
              <a:ext cx="1070585" cy="1070585"/>
              <a:chOff x="10232415" y="2527090"/>
              <a:chExt cx="1070585" cy="1070585"/>
            </a:xfrm>
          </p:grpSpPr>
          <p:sp>
            <p:nvSpPr>
              <p:cNvPr id="716" name="Oval 715"/>
              <p:cNvSpPr/>
              <p:nvPr/>
            </p:nvSpPr>
            <p:spPr>
              <a:xfrm>
                <a:off x="10627604" y="2770027"/>
                <a:ext cx="274303" cy="27430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32597"/>
                <a:endParaRPr lang="en-US" sz="1836">
                  <a:solidFill>
                    <a:srgbClr val="FFFFFF"/>
                  </a:solidFill>
                  <a:latin typeface="Segoe UI"/>
                </a:endParaRPr>
              </a:p>
            </p:txBody>
          </p:sp>
          <p:pic>
            <p:nvPicPr>
              <p:cNvPr id="717" name="Graphic 716" descr="Marker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0232415" y="2527090"/>
                <a:ext cx="1070585" cy="1070585"/>
              </a:xfrm>
              <a:prstGeom prst="rect">
                <a:avLst/>
              </a:prstGeom>
            </p:spPr>
          </p:pic>
        </p:grpSp>
      </p:grpSp>
      <p:grpSp>
        <p:nvGrpSpPr>
          <p:cNvPr id="718" name="Group 717"/>
          <p:cNvGrpSpPr/>
          <p:nvPr/>
        </p:nvGrpSpPr>
        <p:grpSpPr>
          <a:xfrm>
            <a:off x="2551398" y="5299951"/>
            <a:ext cx="1591576" cy="1591576"/>
            <a:chOff x="-4594157" y="2516834"/>
            <a:chExt cx="1070585" cy="1070585"/>
          </a:xfrm>
        </p:grpSpPr>
        <p:sp>
          <p:nvSpPr>
            <p:cNvPr id="719" name="Freeform: Shape 411"/>
            <p:cNvSpPr/>
            <p:nvPr/>
          </p:nvSpPr>
          <p:spPr>
            <a:xfrm>
              <a:off x="-4158003" y="3347238"/>
              <a:ext cx="192372" cy="192372"/>
            </a:xfrm>
            <a:custGeom>
              <a:avLst/>
              <a:gdLst>
                <a:gd name="connsiteX0" fmla="*/ 33738 w 67473"/>
                <a:gd name="connsiteY0" fmla="*/ 0 h 67473"/>
                <a:gd name="connsiteX1" fmla="*/ 67473 w 67473"/>
                <a:gd name="connsiteY1" fmla="*/ 33736 h 67473"/>
                <a:gd name="connsiteX2" fmla="*/ 33738 w 67473"/>
                <a:gd name="connsiteY2" fmla="*/ 67473 h 67473"/>
                <a:gd name="connsiteX3" fmla="*/ 0 w 67473"/>
                <a:gd name="connsiteY3" fmla="*/ 33736 h 67473"/>
                <a:gd name="connsiteX4" fmla="*/ 33738 w 67473"/>
                <a:gd name="connsiteY4" fmla="*/ 0 h 67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473" h="67473">
                  <a:moveTo>
                    <a:pt x="33738" y="0"/>
                  </a:moveTo>
                  <a:cubicBezTo>
                    <a:pt x="52370" y="0"/>
                    <a:pt x="67473" y="15104"/>
                    <a:pt x="67473" y="33736"/>
                  </a:cubicBezTo>
                  <a:cubicBezTo>
                    <a:pt x="67473" y="52368"/>
                    <a:pt x="52370" y="67473"/>
                    <a:pt x="33738" y="67473"/>
                  </a:cubicBezTo>
                  <a:cubicBezTo>
                    <a:pt x="15105" y="67473"/>
                    <a:pt x="0" y="52368"/>
                    <a:pt x="0" y="33736"/>
                  </a:cubicBezTo>
                  <a:cubicBezTo>
                    <a:pt x="0" y="15104"/>
                    <a:pt x="15105" y="0"/>
                    <a:pt x="337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32597"/>
              <a:endParaRPr lang="en-US" sz="1836">
                <a:solidFill>
                  <a:srgbClr val="FFFFFF"/>
                </a:solidFill>
                <a:latin typeface="Segoe UI"/>
              </a:endParaRPr>
            </a:p>
          </p:txBody>
        </p:sp>
        <p:grpSp>
          <p:nvGrpSpPr>
            <p:cNvPr id="720" name="Group 719"/>
            <p:cNvGrpSpPr/>
            <p:nvPr/>
          </p:nvGrpSpPr>
          <p:grpSpPr>
            <a:xfrm>
              <a:off x="-4594157" y="2516834"/>
              <a:ext cx="1070585" cy="1070585"/>
              <a:chOff x="10232415" y="2527090"/>
              <a:chExt cx="1070585" cy="1070585"/>
            </a:xfrm>
          </p:grpSpPr>
          <p:sp>
            <p:nvSpPr>
              <p:cNvPr id="721" name="Oval 720"/>
              <p:cNvSpPr/>
              <p:nvPr/>
            </p:nvSpPr>
            <p:spPr>
              <a:xfrm>
                <a:off x="10627604" y="2770027"/>
                <a:ext cx="274303" cy="27430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32597"/>
                <a:endParaRPr lang="en-US" sz="1836">
                  <a:solidFill>
                    <a:srgbClr val="FFFFFF"/>
                  </a:solidFill>
                  <a:latin typeface="Segoe UI"/>
                </a:endParaRPr>
              </a:p>
            </p:txBody>
          </p:sp>
          <p:pic>
            <p:nvPicPr>
              <p:cNvPr id="722" name="Graphic 721" descr="Marker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0232415" y="2527090"/>
                <a:ext cx="1070585" cy="1070585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5766168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Rectangle 150"/>
          <p:cNvSpPr/>
          <p:nvPr/>
        </p:nvSpPr>
        <p:spPr>
          <a:xfrm>
            <a:off x="882" y="2024342"/>
            <a:ext cx="12434711" cy="4970183"/>
          </a:xfrm>
          <a:prstGeom prst="rect">
            <a:avLst/>
          </a:prstGeom>
          <a:solidFill>
            <a:srgbClr val="3999C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32597">
              <a:defRPr/>
            </a:pPr>
            <a:endParaRPr lang="en-US" sz="1836" kern="0">
              <a:solidFill>
                <a:srgbClr val="FFFFFF"/>
              </a:solidFill>
              <a:latin typeface="Calibri" panose="020F0502020204030204"/>
              <a:ea typeface=""/>
              <a:cs typeface=""/>
            </a:endParaRP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Introducing Azure Cosmos DB</a:t>
            </a:r>
            <a:br>
              <a:rPr lang="en-US"/>
            </a:br>
            <a:r>
              <a:rPr lang="en-US" sz="2448">
                <a:solidFill>
                  <a:schemeClr val="accent1"/>
                </a:solidFill>
              </a:rPr>
              <a:t>A globally distributed, massively scalable, multi-model database service</a:t>
            </a:r>
          </a:p>
        </p:txBody>
      </p:sp>
      <p:grpSp>
        <p:nvGrpSpPr>
          <p:cNvPr id="104" name="Group 103"/>
          <p:cNvGrpSpPr/>
          <p:nvPr/>
        </p:nvGrpSpPr>
        <p:grpSpPr>
          <a:xfrm>
            <a:off x="7056460" y="2313232"/>
            <a:ext cx="4392402" cy="4392402"/>
            <a:chOff x="6423232" y="2630244"/>
            <a:chExt cx="3987098" cy="3987098"/>
          </a:xfrm>
        </p:grpSpPr>
        <p:sp>
          <p:nvSpPr>
            <p:cNvPr id="105" name="Freeform: Shape 962"/>
            <p:cNvSpPr/>
            <p:nvPr/>
          </p:nvSpPr>
          <p:spPr>
            <a:xfrm>
              <a:off x="6423232" y="2630244"/>
              <a:ext cx="3987098" cy="3987098"/>
            </a:xfrm>
            <a:prstGeom prst="ellipse">
              <a:avLst/>
            </a:prstGeom>
            <a:solidFill>
              <a:srgbClr val="E8F6F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32597">
                <a:defRPr/>
              </a:pPr>
              <a:endParaRPr lang="en-US" sz="1836" kern="0">
                <a:solidFill>
                  <a:srgbClr val="FFFFFF"/>
                </a:solidFill>
                <a:latin typeface="Calibri" panose="020F0502020204030204"/>
                <a:ea typeface=""/>
                <a:cs typeface=""/>
              </a:endParaRPr>
            </a:p>
          </p:txBody>
        </p:sp>
        <p:sp>
          <p:nvSpPr>
            <p:cNvPr id="106" name="Freeform: Shape 260"/>
            <p:cNvSpPr>
              <a:spLocks/>
            </p:cNvSpPr>
            <p:nvPr/>
          </p:nvSpPr>
          <p:spPr bwMode="auto">
            <a:xfrm>
              <a:off x="6545835" y="2829815"/>
              <a:ext cx="3862373" cy="3682908"/>
            </a:xfrm>
            <a:custGeom>
              <a:avLst/>
              <a:gdLst>
                <a:gd name="connsiteX0" fmla="*/ 1142662 w 3862373"/>
                <a:gd name="connsiteY0" fmla="*/ 3605757 h 3682908"/>
                <a:gd name="connsiteX1" fmla="*/ 1181749 w 3862373"/>
                <a:gd name="connsiteY1" fmla="*/ 3644844 h 3682908"/>
                <a:gd name="connsiteX2" fmla="*/ 1175073 w 3862373"/>
                <a:gd name="connsiteY2" fmla="*/ 3660960 h 3682908"/>
                <a:gd name="connsiteX3" fmla="*/ 1107191 w 3862373"/>
                <a:gd name="connsiteY3" fmla="*/ 3636115 h 3682908"/>
                <a:gd name="connsiteX4" fmla="*/ 1115023 w 3862373"/>
                <a:gd name="connsiteY4" fmla="*/ 3617205 h 3682908"/>
                <a:gd name="connsiteX5" fmla="*/ 1142662 w 3862373"/>
                <a:gd name="connsiteY5" fmla="*/ 3605757 h 3682908"/>
                <a:gd name="connsiteX6" fmla="*/ 1232571 w 3862373"/>
                <a:gd name="connsiteY6" fmla="*/ 3605756 h 3682908"/>
                <a:gd name="connsiteX7" fmla="*/ 1271658 w 3862373"/>
                <a:gd name="connsiteY7" fmla="*/ 3644843 h 3682908"/>
                <a:gd name="connsiteX8" fmla="*/ 1260210 w 3862373"/>
                <a:gd name="connsiteY8" fmla="*/ 3672482 h 3682908"/>
                <a:gd name="connsiteX9" fmla="*/ 1235039 w 3862373"/>
                <a:gd name="connsiteY9" fmla="*/ 3682908 h 3682908"/>
                <a:gd name="connsiteX10" fmla="*/ 1204643 w 3862373"/>
                <a:gd name="connsiteY10" fmla="*/ 3671783 h 3682908"/>
                <a:gd name="connsiteX11" fmla="*/ 1193484 w 3862373"/>
                <a:gd name="connsiteY11" fmla="*/ 3644843 h 3682908"/>
                <a:gd name="connsiteX12" fmla="*/ 1232571 w 3862373"/>
                <a:gd name="connsiteY12" fmla="*/ 3605756 h 3682908"/>
                <a:gd name="connsiteX13" fmla="*/ 1232571 w 3862373"/>
                <a:gd name="connsiteY13" fmla="*/ 3520580 h 3682908"/>
                <a:gd name="connsiteX14" fmla="*/ 1271658 w 3862373"/>
                <a:gd name="connsiteY14" fmla="*/ 3559667 h 3682908"/>
                <a:gd name="connsiteX15" fmla="*/ 1232571 w 3862373"/>
                <a:gd name="connsiteY15" fmla="*/ 3598754 h 3682908"/>
                <a:gd name="connsiteX16" fmla="*/ 1193484 w 3862373"/>
                <a:gd name="connsiteY16" fmla="*/ 3559667 h 3682908"/>
                <a:gd name="connsiteX17" fmla="*/ 1232571 w 3862373"/>
                <a:gd name="connsiteY17" fmla="*/ 3520580 h 3682908"/>
                <a:gd name="connsiteX18" fmla="*/ 1142662 w 3862373"/>
                <a:gd name="connsiteY18" fmla="*/ 3520580 h 3682908"/>
                <a:gd name="connsiteX19" fmla="*/ 1181749 w 3862373"/>
                <a:gd name="connsiteY19" fmla="*/ 3559667 h 3682908"/>
                <a:gd name="connsiteX20" fmla="*/ 1142662 w 3862373"/>
                <a:gd name="connsiteY20" fmla="*/ 3598754 h 3682908"/>
                <a:gd name="connsiteX21" fmla="*/ 1103575 w 3862373"/>
                <a:gd name="connsiteY21" fmla="*/ 3559667 h 3682908"/>
                <a:gd name="connsiteX22" fmla="*/ 1142662 w 3862373"/>
                <a:gd name="connsiteY22" fmla="*/ 3520580 h 3682908"/>
                <a:gd name="connsiteX23" fmla="*/ 1232572 w 3862373"/>
                <a:gd name="connsiteY23" fmla="*/ 3435404 h 3682908"/>
                <a:gd name="connsiteX24" fmla="*/ 1271659 w 3862373"/>
                <a:gd name="connsiteY24" fmla="*/ 3474491 h 3682908"/>
                <a:gd name="connsiteX25" fmla="*/ 1232572 w 3862373"/>
                <a:gd name="connsiteY25" fmla="*/ 3513578 h 3682908"/>
                <a:gd name="connsiteX26" fmla="*/ 1193485 w 3862373"/>
                <a:gd name="connsiteY26" fmla="*/ 3474491 h 3682908"/>
                <a:gd name="connsiteX27" fmla="*/ 1232572 w 3862373"/>
                <a:gd name="connsiteY27" fmla="*/ 3435404 h 3682908"/>
                <a:gd name="connsiteX28" fmla="*/ 1142662 w 3862373"/>
                <a:gd name="connsiteY28" fmla="*/ 3435404 h 3682908"/>
                <a:gd name="connsiteX29" fmla="*/ 1181749 w 3862373"/>
                <a:gd name="connsiteY29" fmla="*/ 3474491 h 3682908"/>
                <a:gd name="connsiteX30" fmla="*/ 1142662 w 3862373"/>
                <a:gd name="connsiteY30" fmla="*/ 3513578 h 3682908"/>
                <a:gd name="connsiteX31" fmla="*/ 1103575 w 3862373"/>
                <a:gd name="connsiteY31" fmla="*/ 3474491 h 3682908"/>
                <a:gd name="connsiteX32" fmla="*/ 1142662 w 3862373"/>
                <a:gd name="connsiteY32" fmla="*/ 3435404 h 3682908"/>
                <a:gd name="connsiteX33" fmla="*/ 1329578 w 3862373"/>
                <a:gd name="connsiteY33" fmla="*/ 3347862 h 3682908"/>
                <a:gd name="connsiteX34" fmla="*/ 1368665 w 3862373"/>
                <a:gd name="connsiteY34" fmla="*/ 3386950 h 3682908"/>
                <a:gd name="connsiteX35" fmla="*/ 1329578 w 3862373"/>
                <a:gd name="connsiteY35" fmla="*/ 3426037 h 3682908"/>
                <a:gd name="connsiteX36" fmla="*/ 1290490 w 3862373"/>
                <a:gd name="connsiteY36" fmla="*/ 3386950 h 3682908"/>
                <a:gd name="connsiteX37" fmla="*/ 1329578 w 3862373"/>
                <a:gd name="connsiteY37" fmla="*/ 3347862 h 3682908"/>
                <a:gd name="connsiteX38" fmla="*/ 1142664 w 3862373"/>
                <a:gd name="connsiteY38" fmla="*/ 3347862 h 3682908"/>
                <a:gd name="connsiteX39" fmla="*/ 1181751 w 3862373"/>
                <a:gd name="connsiteY39" fmla="*/ 3386950 h 3682908"/>
                <a:gd name="connsiteX40" fmla="*/ 1142664 w 3862373"/>
                <a:gd name="connsiteY40" fmla="*/ 3426037 h 3682908"/>
                <a:gd name="connsiteX41" fmla="*/ 1103576 w 3862373"/>
                <a:gd name="connsiteY41" fmla="*/ 3386950 h 3682908"/>
                <a:gd name="connsiteX42" fmla="*/ 1142664 w 3862373"/>
                <a:gd name="connsiteY42" fmla="*/ 3347862 h 3682908"/>
                <a:gd name="connsiteX43" fmla="*/ 1232572 w 3862373"/>
                <a:gd name="connsiteY43" fmla="*/ 3347861 h 3682908"/>
                <a:gd name="connsiteX44" fmla="*/ 1271660 w 3862373"/>
                <a:gd name="connsiteY44" fmla="*/ 3386948 h 3682908"/>
                <a:gd name="connsiteX45" fmla="*/ 1232572 w 3862373"/>
                <a:gd name="connsiteY45" fmla="*/ 3426035 h 3682908"/>
                <a:gd name="connsiteX46" fmla="*/ 1193485 w 3862373"/>
                <a:gd name="connsiteY46" fmla="*/ 3386948 h 3682908"/>
                <a:gd name="connsiteX47" fmla="*/ 1232572 w 3862373"/>
                <a:gd name="connsiteY47" fmla="*/ 3347861 h 3682908"/>
                <a:gd name="connsiteX48" fmla="*/ 2924263 w 3862373"/>
                <a:gd name="connsiteY48" fmla="*/ 3265052 h 3682908"/>
                <a:gd name="connsiteX49" fmla="*/ 2963349 w 3862373"/>
                <a:gd name="connsiteY49" fmla="*/ 3304139 h 3682908"/>
                <a:gd name="connsiteX50" fmla="*/ 2924263 w 3862373"/>
                <a:gd name="connsiteY50" fmla="*/ 3343226 h 3682908"/>
                <a:gd name="connsiteX51" fmla="*/ 2885175 w 3862373"/>
                <a:gd name="connsiteY51" fmla="*/ 3304139 h 3682908"/>
                <a:gd name="connsiteX52" fmla="*/ 2924263 w 3862373"/>
                <a:gd name="connsiteY52" fmla="*/ 3265052 h 3682908"/>
                <a:gd name="connsiteX53" fmla="*/ 1419487 w 3862373"/>
                <a:gd name="connsiteY53" fmla="*/ 3265052 h 3682908"/>
                <a:gd name="connsiteX54" fmla="*/ 1458574 w 3862373"/>
                <a:gd name="connsiteY54" fmla="*/ 3304139 h 3682908"/>
                <a:gd name="connsiteX55" fmla="*/ 1419487 w 3862373"/>
                <a:gd name="connsiteY55" fmla="*/ 3343226 h 3682908"/>
                <a:gd name="connsiteX56" fmla="*/ 1380399 w 3862373"/>
                <a:gd name="connsiteY56" fmla="*/ 3304139 h 3682908"/>
                <a:gd name="connsiteX57" fmla="*/ 1419487 w 3862373"/>
                <a:gd name="connsiteY57" fmla="*/ 3265052 h 3682908"/>
                <a:gd name="connsiteX58" fmla="*/ 1329578 w 3862373"/>
                <a:gd name="connsiteY58" fmla="*/ 3265052 h 3682908"/>
                <a:gd name="connsiteX59" fmla="*/ 1368666 w 3862373"/>
                <a:gd name="connsiteY59" fmla="*/ 3304139 h 3682908"/>
                <a:gd name="connsiteX60" fmla="*/ 1329578 w 3862373"/>
                <a:gd name="connsiteY60" fmla="*/ 3343226 h 3682908"/>
                <a:gd name="connsiteX61" fmla="*/ 1290491 w 3862373"/>
                <a:gd name="connsiteY61" fmla="*/ 3304139 h 3682908"/>
                <a:gd name="connsiteX62" fmla="*/ 1329578 w 3862373"/>
                <a:gd name="connsiteY62" fmla="*/ 3265052 h 3682908"/>
                <a:gd name="connsiteX63" fmla="*/ 1232574 w 3862373"/>
                <a:gd name="connsiteY63" fmla="*/ 3265052 h 3682908"/>
                <a:gd name="connsiteX64" fmla="*/ 1271661 w 3862373"/>
                <a:gd name="connsiteY64" fmla="*/ 3304139 h 3682908"/>
                <a:gd name="connsiteX65" fmla="*/ 1232574 w 3862373"/>
                <a:gd name="connsiteY65" fmla="*/ 3343226 h 3682908"/>
                <a:gd name="connsiteX66" fmla="*/ 1193487 w 3862373"/>
                <a:gd name="connsiteY66" fmla="*/ 3304139 h 3682908"/>
                <a:gd name="connsiteX67" fmla="*/ 1232574 w 3862373"/>
                <a:gd name="connsiteY67" fmla="*/ 3265052 h 3682908"/>
                <a:gd name="connsiteX68" fmla="*/ 1142665 w 3862373"/>
                <a:gd name="connsiteY68" fmla="*/ 3265052 h 3682908"/>
                <a:gd name="connsiteX69" fmla="*/ 1181752 w 3862373"/>
                <a:gd name="connsiteY69" fmla="*/ 3304139 h 3682908"/>
                <a:gd name="connsiteX70" fmla="*/ 1142665 w 3862373"/>
                <a:gd name="connsiteY70" fmla="*/ 3343226 h 3682908"/>
                <a:gd name="connsiteX71" fmla="*/ 1103578 w 3862373"/>
                <a:gd name="connsiteY71" fmla="*/ 3304139 h 3682908"/>
                <a:gd name="connsiteX72" fmla="*/ 1142665 w 3862373"/>
                <a:gd name="connsiteY72" fmla="*/ 3265052 h 3682908"/>
                <a:gd name="connsiteX73" fmla="*/ 3111177 w 3862373"/>
                <a:gd name="connsiteY73" fmla="*/ 3177510 h 3682908"/>
                <a:gd name="connsiteX74" fmla="*/ 3150264 w 3862373"/>
                <a:gd name="connsiteY74" fmla="*/ 3216597 h 3682908"/>
                <a:gd name="connsiteX75" fmla="*/ 3111177 w 3862373"/>
                <a:gd name="connsiteY75" fmla="*/ 3255684 h 3682908"/>
                <a:gd name="connsiteX76" fmla="*/ 3072089 w 3862373"/>
                <a:gd name="connsiteY76" fmla="*/ 3216597 h 3682908"/>
                <a:gd name="connsiteX77" fmla="*/ 3111177 w 3862373"/>
                <a:gd name="connsiteY77" fmla="*/ 3177510 h 3682908"/>
                <a:gd name="connsiteX78" fmla="*/ 3018903 w 3862373"/>
                <a:gd name="connsiteY78" fmla="*/ 3177510 h 3682908"/>
                <a:gd name="connsiteX79" fmla="*/ 3057989 w 3862373"/>
                <a:gd name="connsiteY79" fmla="*/ 3216597 h 3682908"/>
                <a:gd name="connsiteX80" fmla="*/ 3018903 w 3862373"/>
                <a:gd name="connsiteY80" fmla="*/ 3255684 h 3682908"/>
                <a:gd name="connsiteX81" fmla="*/ 2979815 w 3862373"/>
                <a:gd name="connsiteY81" fmla="*/ 3216597 h 3682908"/>
                <a:gd name="connsiteX82" fmla="*/ 3018903 w 3862373"/>
                <a:gd name="connsiteY82" fmla="*/ 3177510 h 3682908"/>
                <a:gd name="connsiteX83" fmla="*/ 1516493 w 3862373"/>
                <a:gd name="connsiteY83" fmla="*/ 3177510 h 3682908"/>
                <a:gd name="connsiteX84" fmla="*/ 1555581 w 3862373"/>
                <a:gd name="connsiteY84" fmla="*/ 3216597 h 3682908"/>
                <a:gd name="connsiteX85" fmla="*/ 1516493 w 3862373"/>
                <a:gd name="connsiteY85" fmla="*/ 3255684 h 3682908"/>
                <a:gd name="connsiteX86" fmla="*/ 1477406 w 3862373"/>
                <a:gd name="connsiteY86" fmla="*/ 3216597 h 3682908"/>
                <a:gd name="connsiteX87" fmla="*/ 1516493 w 3862373"/>
                <a:gd name="connsiteY87" fmla="*/ 3177510 h 3682908"/>
                <a:gd name="connsiteX88" fmla="*/ 1329579 w 3862373"/>
                <a:gd name="connsiteY88" fmla="*/ 3177510 h 3682908"/>
                <a:gd name="connsiteX89" fmla="*/ 1368667 w 3862373"/>
                <a:gd name="connsiteY89" fmla="*/ 3216597 h 3682908"/>
                <a:gd name="connsiteX90" fmla="*/ 1329579 w 3862373"/>
                <a:gd name="connsiteY90" fmla="*/ 3255684 h 3682908"/>
                <a:gd name="connsiteX91" fmla="*/ 1290493 w 3862373"/>
                <a:gd name="connsiteY91" fmla="*/ 3216597 h 3682908"/>
                <a:gd name="connsiteX92" fmla="*/ 1329579 w 3862373"/>
                <a:gd name="connsiteY92" fmla="*/ 3177510 h 3682908"/>
                <a:gd name="connsiteX93" fmla="*/ 1142666 w 3862373"/>
                <a:gd name="connsiteY93" fmla="*/ 3177510 h 3682908"/>
                <a:gd name="connsiteX94" fmla="*/ 1181753 w 3862373"/>
                <a:gd name="connsiteY94" fmla="*/ 3216597 h 3682908"/>
                <a:gd name="connsiteX95" fmla="*/ 1142666 w 3862373"/>
                <a:gd name="connsiteY95" fmla="*/ 3255684 h 3682908"/>
                <a:gd name="connsiteX96" fmla="*/ 1103578 w 3862373"/>
                <a:gd name="connsiteY96" fmla="*/ 3216597 h 3682908"/>
                <a:gd name="connsiteX97" fmla="*/ 1142666 w 3862373"/>
                <a:gd name="connsiteY97" fmla="*/ 3177510 h 3682908"/>
                <a:gd name="connsiteX98" fmla="*/ 2924263 w 3862373"/>
                <a:gd name="connsiteY98" fmla="*/ 3177510 h 3682908"/>
                <a:gd name="connsiteX99" fmla="*/ 2963349 w 3862373"/>
                <a:gd name="connsiteY99" fmla="*/ 3216597 h 3682908"/>
                <a:gd name="connsiteX100" fmla="*/ 2924263 w 3862373"/>
                <a:gd name="connsiteY100" fmla="*/ 3255684 h 3682908"/>
                <a:gd name="connsiteX101" fmla="*/ 2885175 w 3862373"/>
                <a:gd name="connsiteY101" fmla="*/ 3216597 h 3682908"/>
                <a:gd name="connsiteX102" fmla="*/ 2924263 w 3862373"/>
                <a:gd name="connsiteY102" fmla="*/ 3177510 h 3682908"/>
                <a:gd name="connsiteX103" fmla="*/ 1419488 w 3862373"/>
                <a:gd name="connsiteY103" fmla="*/ 3177510 h 3682908"/>
                <a:gd name="connsiteX104" fmla="*/ 1458575 w 3862373"/>
                <a:gd name="connsiteY104" fmla="*/ 3216597 h 3682908"/>
                <a:gd name="connsiteX105" fmla="*/ 1419488 w 3862373"/>
                <a:gd name="connsiteY105" fmla="*/ 3255684 h 3682908"/>
                <a:gd name="connsiteX106" fmla="*/ 1380401 w 3862373"/>
                <a:gd name="connsiteY106" fmla="*/ 3216597 h 3682908"/>
                <a:gd name="connsiteX107" fmla="*/ 1419488 w 3862373"/>
                <a:gd name="connsiteY107" fmla="*/ 3177510 h 3682908"/>
                <a:gd name="connsiteX108" fmla="*/ 1232575 w 3862373"/>
                <a:gd name="connsiteY108" fmla="*/ 3177510 h 3682908"/>
                <a:gd name="connsiteX109" fmla="*/ 1271661 w 3862373"/>
                <a:gd name="connsiteY109" fmla="*/ 3216597 h 3682908"/>
                <a:gd name="connsiteX110" fmla="*/ 1232575 w 3862373"/>
                <a:gd name="connsiteY110" fmla="*/ 3255684 h 3682908"/>
                <a:gd name="connsiteX111" fmla="*/ 1193488 w 3862373"/>
                <a:gd name="connsiteY111" fmla="*/ 3216597 h 3682908"/>
                <a:gd name="connsiteX112" fmla="*/ 1232575 w 3862373"/>
                <a:gd name="connsiteY112" fmla="*/ 3177510 h 3682908"/>
                <a:gd name="connsiteX113" fmla="*/ 3111177 w 3862373"/>
                <a:gd name="connsiteY113" fmla="*/ 3092334 h 3682908"/>
                <a:gd name="connsiteX114" fmla="*/ 3150264 w 3862373"/>
                <a:gd name="connsiteY114" fmla="*/ 3131421 h 3682908"/>
                <a:gd name="connsiteX115" fmla="*/ 3111177 w 3862373"/>
                <a:gd name="connsiteY115" fmla="*/ 3170508 h 3682908"/>
                <a:gd name="connsiteX116" fmla="*/ 3072089 w 3862373"/>
                <a:gd name="connsiteY116" fmla="*/ 3131421 h 3682908"/>
                <a:gd name="connsiteX117" fmla="*/ 3111177 w 3862373"/>
                <a:gd name="connsiteY117" fmla="*/ 3092334 h 3682908"/>
                <a:gd name="connsiteX118" fmla="*/ 3018903 w 3862373"/>
                <a:gd name="connsiteY118" fmla="*/ 3092334 h 3682908"/>
                <a:gd name="connsiteX119" fmla="*/ 3057989 w 3862373"/>
                <a:gd name="connsiteY119" fmla="*/ 3131421 h 3682908"/>
                <a:gd name="connsiteX120" fmla="*/ 3018903 w 3862373"/>
                <a:gd name="connsiteY120" fmla="*/ 3170508 h 3682908"/>
                <a:gd name="connsiteX121" fmla="*/ 2979815 w 3862373"/>
                <a:gd name="connsiteY121" fmla="*/ 3131421 h 3682908"/>
                <a:gd name="connsiteX122" fmla="*/ 3018903 w 3862373"/>
                <a:gd name="connsiteY122" fmla="*/ 3092334 h 3682908"/>
                <a:gd name="connsiteX123" fmla="*/ 2831988 w 3862373"/>
                <a:gd name="connsiteY123" fmla="*/ 3092334 h 3682908"/>
                <a:gd name="connsiteX124" fmla="*/ 2871075 w 3862373"/>
                <a:gd name="connsiteY124" fmla="*/ 3131421 h 3682908"/>
                <a:gd name="connsiteX125" fmla="*/ 2831988 w 3862373"/>
                <a:gd name="connsiteY125" fmla="*/ 3170508 h 3682908"/>
                <a:gd name="connsiteX126" fmla="*/ 2792901 w 3862373"/>
                <a:gd name="connsiteY126" fmla="*/ 3131421 h 3682908"/>
                <a:gd name="connsiteX127" fmla="*/ 2831988 w 3862373"/>
                <a:gd name="connsiteY127" fmla="*/ 3092334 h 3682908"/>
                <a:gd name="connsiteX128" fmla="*/ 1516495 w 3862373"/>
                <a:gd name="connsiteY128" fmla="*/ 3092334 h 3682908"/>
                <a:gd name="connsiteX129" fmla="*/ 1555583 w 3862373"/>
                <a:gd name="connsiteY129" fmla="*/ 3131421 h 3682908"/>
                <a:gd name="connsiteX130" fmla="*/ 1516495 w 3862373"/>
                <a:gd name="connsiteY130" fmla="*/ 3170508 h 3682908"/>
                <a:gd name="connsiteX131" fmla="*/ 1477407 w 3862373"/>
                <a:gd name="connsiteY131" fmla="*/ 3131421 h 3682908"/>
                <a:gd name="connsiteX132" fmla="*/ 1516495 w 3862373"/>
                <a:gd name="connsiteY132" fmla="*/ 3092334 h 3682908"/>
                <a:gd name="connsiteX133" fmla="*/ 1329581 w 3862373"/>
                <a:gd name="connsiteY133" fmla="*/ 3092334 h 3682908"/>
                <a:gd name="connsiteX134" fmla="*/ 1368669 w 3862373"/>
                <a:gd name="connsiteY134" fmla="*/ 3131421 h 3682908"/>
                <a:gd name="connsiteX135" fmla="*/ 1329581 w 3862373"/>
                <a:gd name="connsiteY135" fmla="*/ 3170508 h 3682908"/>
                <a:gd name="connsiteX136" fmla="*/ 1290494 w 3862373"/>
                <a:gd name="connsiteY136" fmla="*/ 3131421 h 3682908"/>
                <a:gd name="connsiteX137" fmla="*/ 1329581 w 3862373"/>
                <a:gd name="connsiteY137" fmla="*/ 3092334 h 3682908"/>
                <a:gd name="connsiteX138" fmla="*/ 1142668 w 3862373"/>
                <a:gd name="connsiteY138" fmla="*/ 3092334 h 3682908"/>
                <a:gd name="connsiteX139" fmla="*/ 1181756 w 3862373"/>
                <a:gd name="connsiteY139" fmla="*/ 3131421 h 3682908"/>
                <a:gd name="connsiteX140" fmla="*/ 1142668 w 3862373"/>
                <a:gd name="connsiteY140" fmla="*/ 3170508 h 3682908"/>
                <a:gd name="connsiteX141" fmla="*/ 1103581 w 3862373"/>
                <a:gd name="connsiteY141" fmla="*/ 3131421 h 3682908"/>
                <a:gd name="connsiteX142" fmla="*/ 1142668 w 3862373"/>
                <a:gd name="connsiteY142" fmla="*/ 3092334 h 3682908"/>
                <a:gd name="connsiteX143" fmla="*/ 2924263 w 3862373"/>
                <a:gd name="connsiteY143" fmla="*/ 3092334 h 3682908"/>
                <a:gd name="connsiteX144" fmla="*/ 2963349 w 3862373"/>
                <a:gd name="connsiteY144" fmla="*/ 3131421 h 3682908"/>
                <a:gd name="connsiteX145" fmla="*/ 2924263 w 3862373"/>
                <a:gd name="connsiteY145" fmla="*/ 3170508 h 3682908"/>
                <a:gd name="connsiteX146" fmla="*/ 2885175 w 3862373"/>
                <a:gd name="connsiteY146" fmla="*/ 3131421 h 3682908"/>
                <a:gd name="connsiteX147" fmla="*/ 2924263 w 3862373"/>
                <a:gd name="connsiteY147" fmla="*/ 3092334 h 3682908"/>
                <a:gd name="connsiteX148" fmla="*/ 1419490 w 3862373"/>
                <a:gd name="connsiteY148" fmla="*/ 3092334 h 3682908"/>
                <a:gd name="connsiteX149" fmla="*/ 1458576 w 3862373"/>
                <a:gd name="connsiteY149" fmla="*/ 3131421 h 3682908"/>
                <a:gd name="connsiteX150" fmla="*/ 1419490 w 3862373"/>
                <a:gd name="connsiteY150" fmla="*/ 3170508 h 3682908"/>
                <a:gd name="connsiteX151" fmla="*/ 1380402 w 3862373"/>
                <a:gd name="connsiteY151" fmla="*/ 3131421 h 3682908"/>
                <a:gd name="connsiteX152" fmla="*/ 1419490 w 3862373"/>
                <a:gd name="connsiteY152" fmla="*/ 3092334 h 3682908"/>
                <a:gd name="connsiteX153" fmla="*/ 1232576 w 3862373"/>
                <a:gd name="connsiteY153" fmla="*/ 3092334 h 3682908"/>
                <a:gd name="connsiteX154" fmla="*/ 1271664 w 3862373"/>
                <a:gd name="connsiteY154" fmla="*/ 3131421 h 3682908"/>
                <a:gd name="connsiteX155" fmla="*/ 1232576 w 3862373"/>
                <a:gd name="connsiteY155" fmla="*/ 3170508 h 3682908"/>
                <a:gd name="connsiteX156" fmla="*/ 1193489 w 3862373"/>
                <a:gd name="connsiteY156" fmla="*/ 3131421 h 3682908"/>
                <a:gd name="connsiteX157" fmla="*/ 1232576 w 3862373"/>
                <a:gd name="connsiteY157" fmla="*/ 3092334 h 3682908"/>
                <a:gd name="connsiteX158" fmla="*/ 3205817 w 3862373"/>
                <a:gd name="connsiteY158" fmla="*/ 3007157 h 3682908"/>
                <a:gd name="connsiteX159" fmla="*/ 3244904 w 3862373"/>
                <a:gd name="connsiteY159" fmla="*/ 3046245 h 3682908"/>
                <a:gd name="connsiteX160" fmla="*/ 3205817 w 3862373"/>
                <a:gd name="connsiteY160" fmla="*/ 3085332 h 3682908"/>
                <a:gd name="connsiteX161" fmla="*/ 3166729 w 3862373"/>
                <a:gd name="connsiteY161" fmla="*/ 3046245 h 3682908"/>
                <a:gd name="connsiteX162" fmla="*/ 3205817 w 3862373"/>
                <a:gd name="connsiteY162" fmla="*/ 3007157 h 3682908"/>
                <a:gd name="connsiteX163" fmla="*/ 3111177 w 3862373"/>
                <a:gd name="connsiteY163" fmla="*/ 3007157 h 3682908"/>
                <a:gd name="connsiteX164" fmla="*/ 3150264 w 3862373"/>
                <a:gd name="connsiteY164" fmla="*/ 3046245 h 3682908"/>
                <a:gd name="connsiteX165" fmla="*/ 3111177 w 3862373"/>
                <a:gd name="connsiteY165" fmla="*/ 3085332 h 3682908"/>
                <a:gd name="connsiteX166" fmla="*/ 3072089 w 3862373"/>
                <a:gd name="connsiteY166" fmla="*/ 3046245 h 3682908"/>
                <a:gd name="connsiteX167" fmla="*/ 3111177 w 3862373"/>
                <a:gd name="connsiteY167" fmla="*/ 3007157 h 3682908"/>
                <a:gd name="connsiteX168" fmla="*/ 3018903 w 3862373"/>
                <a:gd name="connsiteY168" fmla="*/ 3007157 h 3682908"/>
                <a:gd name="connsiteX169" fmla="*/ 3057989 w 3862373"/>
                <a:gd name="connsiteY169" fmla="*/ 3046245 h 3682908"/>
                <a:gd name="connsiteX170" fmla="*/ 3018903 w 3862373"/>
                <a:gd name="connsiteY170" fmla="*/ 3085332 h 3682908"/>
                <a:gd name="connsiteX171" fmla="*/ 2979815 w 3862373"/>
                <a:gd name="connsiteY171" fmla="*/ 3046245 h 3682908"/>
                <a:gd name="connsiteX172" fmla="*/ 3018903 w 3862373"/>
                <a:gd name="connsiteY172" fmla="*/ 3007157 h 3682908"/>
                <a:gd name="connsiteX173" fmla="*/ 2924263 w 3862373"/>
                <a:gd name="connsiteY173" fmla="*/ 3007157 h 3682908"/>
                <a:gd name="connsiteX174" fmla="*/ 2963349 w 3862373"/>
                <a:gd name="connsiteY174" fmla="*/ 3046245 h 3682908"/>
                <a:gd name="connsiteX175" fmla="*/ 2924263 w 3862373"/>
                <a:gd name="connsiteY175" fmla="*/ 3085332 h 3682908"/>
                <a:gd name="connsiteX176" fmla="*/ 2885175 w 3862373"/>
                <a:gd name="connsiteY176" fmla="*/ 3046245 h 3682908"/>
                <a:gd name="connsiteX177" fmla="*/ 2924263 w 3862373"/>
                <a:gd name="connsiteY177" fmla="*/ 3007157 h 3682908"/>
                <a:gd name="connsiteX178" fmla="*/ 2831988 w 3862373"/>
                <a:gd name="connsiteY178" fmla="*/ 3007157 h 3682908"/>
                <a:gd name="connsiteX179" fmla="*/ 2871075 w 3862373"/>
                <a:gd name="connsiteY179" fmla="*/ 3046245 h 3682908"/>
                <a:gd name="connsiteX180" fmla="*/ 2831988 w 3862373"/>
                <a:gd name="connsiteY180" fmla="*/ 3085332 h 3682908"/>
                <a:gd name="connsiteX181" fmla="*/ 2792901 w 3862373"/>
                <a:gd name="connsiteY181" fmla="*/ 3046245 h 3682908"/>
                <a:gd name="connsiteX182" fmla="*/ 2831988 w 3862373"/>
                <a:gd name="connsiteY182" fmla="*/ 3007157 h 3682908"/>
                <a:gd name="connsiteX183" fmla="*/ 1611133 w 3862373"/>
                <a:gd name="connsiteY183" fmla="*/ 3007157 h 3682908"/>
                <a:gd name="connsiteX184" fmla="*/ 1650221 w 3862373"/>
                <a:gd name="connsiteY184" fmla="*/ 3046245 h 3682908"/>
                <a:gd name="connsiteX185" fmla="*/ 1611133 w 3862373"/>
                <a:gd name="connsiteY185" fmla="*/ 3085332 h 3682908"/>
                <a:gd name="connsiteX186" fmla="*/ 1572051 w 3862373"/>
                <a:gd name="connsiteY186" fmla="*/ 3046245 h 3682908"/>
                <a:gd name="connsiteX187" fmla="*/ 1611133 w 3862373"/>
                <a:gd name="connsiteY187" fmla="*/ 3007157 h 3682908"/>
                <a:gd name="connsiteX188" fmla="*/ 1516497 w 3862373"/>
                <a:gd name="connsiteY188" fmla="*/ 3007157 h 3682908"/>
                <a:gd name="connsiteX189" fmla="*/ 1555584 w 3862373"/>
                <a:gd name="connsiteY189" fmla="*/ 3046245 h 3682908"/>
                <a:gd name="connsiteX190" fmla="*/ 1516497 w 3862373"/>
                <a:gd name="connsiteY190" fmla="*/ 3085332 h 3682908"/>
                <a:gd name="connsiteX191" fmla="*/ 1477409 w 3862373"/>
                <a:gd name="connsiteY191" fmla="*/ 3046245 h 3682908"/>
                <a:gd name="connsiteX192" fmla="*/ 1516497 w 3862373"/>
                <a:gd name="connsiteY192" fmla="*/ 3007157 h 3682908"/>
                <a:gd name="connsiteX193" fmla="*/ 1419492 w 3862373"/>
                <a:gd name="connsiteY193" fmla="*/ 3007157 h 3682908"/>
                <a:gd name="connsiteX194" fmla="*/ 1458579 w 3862373"/>
                <a:gd name="connsiteY194" fmla="*/ 3046245 h 3682908"/>
                <a:gd name="connsiteX195" fmla="*/ 1419492 w 3862373"/>
                <a:gd name="connsiteY195" fmla="*/ 3085332 h 3682908"/>
                <a:gd name="connsiteX196" fmla="*/ 1380404 w 3862373"/>
                <a:gd name="connsiteY196" fmla="*/ 3046245 h 3682908"/>
                <a:gd name="connsiteX197" fmla="*/ 1419492 w 3862373"/>
                <a:gd name="connsiteY197" fmla="*/ 3007157 h 3682908"/>
                <a:gd name="connsiteX198" fmla="*/ 1329583 w 3862373"/>
                <a:gd name="connsiteY198" fmla="*/ 3007157 h 3682908"/>
                <a:gd name="connsiteX199" fmla="*/ 1368670 w 3862373"/>
                <a:gd name="connsiteY199" fmla="*/ 3046245 h 3682908"/>
                <a:gd name="connsiteX200" fmla="*/ 1329583 w 3862373"/>
                <a:gd name="connsiteY200" fmla="*/ 3085332 h 3682908"/>
                <a:gd name="connsiteX201" fmla="*/ 1290496 w 3862373"/>
                <a:gd name="connsiteY201" fmla="*/ 3046245 h 3682908"/>
                <a:gd name="connsiteX202" fmla="*/ 1329583 w 3862373"/>
                <a:gd name="connsiteY202" fmla="*/ 3007157 h 3682908"/>
                <a:gd name="connsiteX203" fmla="*/ 1232579 w 3862373"/>
                <a:gd name="connsiteY203" fmla="*/ 3007157 h 3682908"/>
                <a:gd name="connsiteX204" fmla="*/ 1271666 w 3862373"/>
                <a:gd name="connsiteY204" fmla="*/ 3046245 h 3682908"/>
                <a:gd name="connsiteX205" fmla="*/ 1232579 w 3862373"/>
                <a:gd name="connsiteY205" fmla="*/ 3085332 h 3682908"/>
                <a:gd name="connsiteX206" fmla="*/ 1193493 w 3862373"/>
                <a:gd name="connsiteY206" fmla="*/ 3046245 h 3682908"/>
                <a:gd name="connsiteX207" fmla="*/ 1232579 w 3862373"/>
                <a:gd name="connsiteY207" fmla="*/ 3007157 h 3682908"/>
                <a:gd name="connsiteX208" fmla="*/ 1142670 w 3862373"/>
                <a:gd name="connsiteY208" fmla="*/ 3007157 h 3682908"/>
                <a:gd name="connsiteX209" fmla="*/ 1181758 w 3862373"/>
                <a:gd name="connsiteY209" fmla="*/ 3046245 h 3682908"/>
                <a:gd name="connsiteX210" fmla="*/ 1142670 w 3862373"/>
                <a:gd name="connsiteY210" fmla="*/ 3085332 h 3682908"/>
                <a:gd name="connsiteX211" fmla="*/ 1103582 w 3862373"/>
                <a:gd name="connsiteY211" fmla="*/ 3046245 h 3682908"/>
                <a:gd name="connsiteX212" fmla="*/ 1142670 w 3862373"/>
                <a:gd name="connsiteY212" fmla="*/ 3007157 h 3682908"/>
                <a:gd name="connsiteX213" fmla="*/ 3111177 w 3862373"/>
                <a:gd name="connsiteY213" fmla="*/ 2919617 h 3682908"/>
                <a:gd name="connsiteX214" fmla="*/ 3150264 w 3862373"/>
                <a:gd name="connsiteY214" fmla="*/ 2958704 h 3682908"/>
                <a:gd name="connsiteX215" fmla="*/ 3111177 w 3862373"/>
                <a:gd name="connsiteY215" fmla="*/ 2997791 h 3682908"/>
                <a:gd name="connsiteX216" fmla="*/ 3072089 w 3862373"/>
                <a:gd name="connsiteY216" fmla="*/ 2958704 h 3682908"/>
                <a:gd name="connsiteX217" fmla="*/ 3111177 w 3862373"/>
                <a:gd name="connsiteY217" fmla="*/ 2919617 h 3682908"/>
                <a:gd name="connsiteX218" fmla="*/ 3018902 w 3862373"/>
                <a:gd name="connsiteY218" fmla="*/ 2919617 h 3682908"/>
                <a:gd name="connsiteX219" fmla="*/ 3057989 w 3862373"/>
                <a:gd name="connsiteY219" fmla="*/ 2958704 h 3682908"/>
                <a:gd name="connsiteX220" fmla="*/ 3018902 w 3862373"/>
                <a:gd name="connsiteY220" fmla="*/ 2997791 h 3682908"/>
                <a:gd name="connsiteX221" fmla="*/ 2979815 w 3862373"/>
                <a:gd name="connsiteY221" fmla="*/ 2958704 h 3682908"/>
                <a:gd name="connsiteX222" fmla="*/ 3018902 w 3862373"/>
                <a:gd name="connsiteY222" fmla="*/ 2919617 h 3682908"/>
                <a:gd name="connsiteX223" fmla="*/ 2831988 w 3862373"/>
                <a:gd name="connsiteY223" fmla="*/ 2919617 h 3682908"/>
                <a:gd name="connsiteX224" fmla="*/ 2871075 w 3862373"/>
                <a:gd name="connsiteY224" fmla="*/ 2958704 h 3682908"/>
                <a:gd name="connsiteX225" fmla="*/ 2831988 w 3862373"/>
                <a:gd name="connsiteY225" fmla="*/ 2997791 h 3682908"/>
                <a:gd name="connsiteX226" fmla="*/ 2792901 w 3862373"/>
                <a:gd name="connsiteY226" fmla="*/ 2958704 h 3682908"/>
                <a:gd name="connsiteX227" fmla="*/ 2831988 w 3862373"/>
                <a:gd name="connsiteY227" fmla="*/ 2919617 h 3682908"/>
                <a:gd name="connsiteX228" fmla="*/ 1611133 w 3862373"/>
                <a:gd name="connsiteY228" fmla="*/ 2919617 h 3682908"/>
                <a:gd name="connsiteX229" fmla="*/ 1650221 w 3862373"/>
                <a:gd name="connsiteY229" fmla="*/ 2958704 h 3682908"/>
                <a:gd name="connsiteX230" fmla="*/ 1611133 w 3862373"/>
                <a:gd name="connsiteY230" fmla="*/ 2997791 h 3682908"/>
                <a:gd name="connsiteX231" fmla="*/ 1572053 w 3862373"/>
                <a:gd name="connsiteY231" fmla="*/ 2958704 h 3682908"/>
                <a:gd name="connsiteX232" fmla="*/ 1611133 w 3862373"/>
                <a:gd name="connsiteY232" fmla="*/ 2919617 h 3682908"/>
                <a:gd name="connsiteX233" fmla="*/ 1516498 w 3862373"/>
                <a:gd name="connsiteY233" fmla="*/ 2919617 h 3682908"/>
                <a:gd name="connsiteX234" fmla="*/ 1555586 w 3862373"/>
                <a:gd name="connsiteY234" fmla="*/ 2958704 h 3682908"/>
                <a:gd name="connsiteX235" fmla="*/ 1516498 w 3862373"/>
                <a:gd name="connsiteY235" fmla="*/ 2997791 h 3682908"/>
                <a:gd name="connsiteX236" fmla="*/ 1477411 w 3862373"/>
                <a:gd name="connsiteY236" fmla="*/ 2958704 h 3682908"/>
                <a:gd name="connsiteX237" fmla="*/ 1516498 w 3862373"/>
                <a:gd name="connsiteY237" fmla="*/ 2919617 h 3682908"/>
                <a:gd name="connsiteX238" fmla="*/ 1329585 w 3862373"/>
                <a:gd name="connsiteY238" fmla="*/ 2919617 h 3682908"/>
                <a:gd name="connsiteX239" fmla="*/ 1368672 w 3862373"/>
                <a:gd name="connsiteY239" fmla="*/ 2958704 h 3682908"/>
                <a:gd name="connsiteX240" fmla="*/ 1329585 w 3862373"/>
                <a:gd name="connsiteY240" fmla="*/ 2997791 h 3682908"/>
                <a:gd name="connsiteX241" fmla="*/ 1290499 w 3862373"/>
                <a:gd name="connsiteY241" fmla="*/ 2958704 h 3682908"/>
                <a:gd name="connsiteX242" fmla="*/ 1329585 w 3862373"/>
                <a:gd name="connsiteY242" fmla="*/ 2919617 h 3682908"/>
                <a:gd name="connsiteX243" fmla="*/ 3489737 w 3862373"/>
                <a:gd name="connsiteY243" fmla="*/ 2919616 h 3682908"/>
                <a:gd name="connsiteX244" fmla="*/ 3508003 w 3862373"/>
                <a:gd name="connsiteY244" fmla="*/ 2927183 h 3682908"/>
                <a:gd name="connsiteX245" fmla="*/ 3463371 w 3862373"/>
                <a:gd name="connsiteY245" fmla="*/ 2986869 h 3682908"/>
                <a:gd name="connsiteX246" fmla="*/ 3462097 w 3862373"/>
                <a:gd name="connsiteY246" fmla="*/ 2986342 h 3682908"/>
                <a:gd name="connsiteX247" fmla="*/ 3450649 w 3862373"/>
                <a:gd name="connsiteY247" fmla="*/ 2958703 h 3682908"/>
                <a:gd name="connsiteX248" fmla="*/ 3489737 w 3862373"/>
                <a:gd name="connsiteY248" fmla="*/ 2919616 h 3682908"/>
                <a:gd name="connsiteX249" fmla="*/ 3205817 w 3862373"/>
                <a:gd name="connsiteY249" fmla="*/ 2919616 h 3682908"/>
                <a:gd name="connsiteX250" fmla="*/ 3244904 w 3862373"/>
                <a:gd name="connsiteY250" fmla="*/ 2958703 h 3682908"/>
                <a:gd name="connsiteX251" fmla="*/ 3205817 w 3862373"/>
                <a:gd name="connsiteY251" fmla="*/ 2997790 h 3682908"/>
                <a:gd name="connsiteX252" fmla="*/ 3166729 w 3862373"/>
                <a:gd name="connsiteY252" fmla="*/ 2958703 h 3682908"/>
                <a:gd name="connsiteX253" fmla="*/ 3205817 w 3862373"/>
                <a:gd name="connsiteY253" fmla="*/ 2919616 h 3682908"/>
                <a:gd name="connsiteX254" fmla="*/ 2924263 w 3862373"/>
                <a:gd name="connsiteY254" fmla="*/ 2919616 h 3682908"/>
                <a:gd name="connsiteX255" fmla="*/ 2963349 w 3862373"/>
                <a:gd name="connsiteY255" fmla="*/ 2958703 h 3682908"/>
                <a:gd name="connsiteX256" fmla="*/ 2924263 w 3862373"/>
                <a:gd name="connsiteY256" fmla="*/ 2997790 h 3682908"/>
                <a:gd name="connsiteX257" fmla="*/ 2885175 w 3862373"/>
                <a:gd name="connsiteY257" fmla="*/ 2958703 h 3682908"/>
                <a:gd name="connsiteX258" fmla="*/ 2924263 w 3862373"/>
                <a:gd name="connsiteY258" fmla="*/ 2919616 h 3682908"/>
                <a:gd name="connsiteX259" fmla="*/ 1703408 w 3862373"/>
                <a:gd name="connsiteY259" fmla="*/ 2919616 h 3682908"/>
                <a:gd name="connsiteX260" fmla="*/ 1742495 w 3862373"/>
                <a:gd name="connsiteY260" fmla="*/ 2958703 h 3682908"/>
                <a:gd name="connsiteX261" fmla="*/ 1703408 w 3862373"/>
                <a:gd name="connsiteY261" fmla="*/ 2997790 h 3682908"/>
                <a:gd name="connsiteX262" fmla="*/ 1664321 w 3862373"/>
                <a:gd name="connsiteY262" fmla="*/ 2958703 h 3682908"/>
                <a:gd name="connsiteX263" fmla="*/ 1703408 w 3862373"/>
                <a:gd name="connsiteY263" fmla="*/ 2919616 h 3682908"/>
                <a:gd name="connsiteX264" fmla="*/ 1419494 w 3862373"/>
                <a:gd name="connsiteY264" fmla="*/ 2919616 h 3682908"/>
                <a:gd name="connsiteX265" fmla="*/ 1458581 w 3862373"/>
                <a:gd name="connsiteY265" fmla="*/ 2958703 h 3682908"/>
                <a:gd name="connsiteX266" fmla="*/ 1419494 w 3862373"/>
                <a:gd name="connsiteY266" fmla="*/ 2997790 h 3682908"/>
                <a:gd name="connsiteX267" fmla="*/ 1380407 w 3862373"/>
                <a:gd name="connsiteY267" fmla="*/ 2958703 h 3682908"/>
                <a:gd name="connsiteX268" fmla="*/ 1419494 w 3862373"/>
                <a:gd name="connsiteY268" fmla="*/ 2919616 h 3682908"/>
                <a:gd name="connsiteX269" fmla="*/ 1232582 w 3862373"/>
                <a:gd name="connsiteY269" fmla="*/ 2919616 h 3682908"/>
                <a:gd name="connsiteX270" fmla="*/ 1271667 w 3862373"/>
                <a:gd name="connsiteY270" fmla="*/ 2958703 h 3682908"/>
                <a:gd name="connsiteX271" fmla="*/ 1232582 w 3862373"/>
                <a:gd name="connsiteY271" fmla="*/ 2997790 h 3682908"/>
                <a:gd name="connsiteX272" fmla="*/ 1193494 w 3862373"/>
                <a:gd name="connsiteY272" fmla="*/ 2958703 h 3682908"/>
                <a:gd name="connsiteX273" fmla="*/ 1232582 w 3862373"/>
                <a:gd name="connsiteY273" fmla="*/ 2919616 h 3682908"/>
                <a:gd name="connsiteX274" fmla="*/ 3489737 w 3862373"/>
                <a:gd name="connsiteY274" fmla="*/ 2832075 h 3682908"/>
                <a:gd name="connsiteX275" fmla="*/ 3528823 w 3862373"/>
                <a:gd name="connsiteY275" fmla="*/ 2871162 h 3682908"/>
                <a:gd name="connsiteX276" fmla="*/ 3489737 w 3862373"/>
                <a:gd name="connsiteY276" fmla="*/ 2910249 h 3682908"/>
                <a:gd name="connsiteX277" fmla="*/ 3450649 w 3862373"/>
                <a:gd name="connsiteY277" fmla="*/ 2871162 h 3682908"/>
                <a:gd name="connsiteX278" fmla="*/ 3489737 w 3862373"/>
                <a:gd name="connsiteY278" fmla="*/ 2832075 h 3682908"/>
                <a:gd name="connsiteX279" fmla="*/ 3300457 w 3862373"/>
                <a:gd name="connsiteY279" fmla="*/ 2832075 h 3682908"/>
                <a:gd name="connsiteX280" fmla="*/ 3339544 w 3862373"/>
                <a:gd name="connsiteY280" fmla="*/ 2871162 h 3682908"/>
                <a:gd name="connsiteX281" fmla="*/ 3300457 w 3862373"/>
                <a:gd name="connsiteY281" fmla="*/ 2910249 h 3682908"/>
                <a:gd name="connsiteX282" fmla="*/ 3261369 w 3862373"/>
                <a:gd name="connsiteY282" fmla="*/ 2871162 h 3682908"/>
                <a:gd name="connsiteX283" fmla="*/ 3300457 w 3862373"/>
                <a:gd name="connsiteY283" fmla="*/ 2832075 h 3682908"/>
                <a:gd name="connsiteX284" fmla="*/ 3205817 w 3862373"/>
                <a:gd name="connsiteY284" fmla="*/ 2832075 h 3682908"/>
                <a:gd name="connsiteX285" fmla="*/ 3244904 w 3862373"/>
                <a:gd name="connsiteY285" fmla="*/ 2871162 h 3682908"/>
                <a:gd name="connsiteX286" fmla="*/ 3205817 w 3862373"/>
                <a:gd name="connsiteY286" fmla="*/ 2910249 h 3682908"/>
                <a:gd name="connsiteX287" fmla="*/ 3166729 w 3862373"/>
                <a:gd name="connsiteY287" fmla="*/ 2871162 h 3682908"/>
                <a:gd name="connsiteX288" fmla="*/ 3205817 w 3862373"/>
                <a:gd name="connsiteY288" fmla="*/ 2832075 h 3682908"/>
                <a:gd name="connsiteX289" fmla="*/ 3111177 w 3862373"/>
                <a:gd name="connsiteY289" fmla="*/ 2832075 h 3682908"/>
                <a:gd name="connsiteX290" fmla="*/ 3150264 w 3862373"/>
                <a:gd name="connsiteY290" fmla="*/ 2871162 h 3682908"/>
                <a:gd name="connsiteX291" fmla="*/ 3111177 w 3862373"/>
                <a:gd name="connsiteY291" fmla="*/ 2910249 h 3682908"/>
                <a:gd name="connsiteX292" fmla="*/ 3072089 w 3862373"/>
                <a:gd name="connsiteY292" fmla="*/ 2871162 h 3682908"/>
                <a:gd name="connsiteX293" fmla="*/ 3111177 w 3862373"/>
                <a:gd name="connsiteY293" fmla="*/ 2832075 h 3682908"/>
                <a:gd name="connsiteX294" fmla="*/ 3018902 w 3862373"/>
                <a:gd name="connsiteY294" fmla="*/ 2832075 h 3682908"/>
                <a:gd name="connsiteX295" fmla="*/ 3057989 w 3862373"/>
                <a:gd name="connsiteY295" fmla="*/ 2871162 h 3682908"/>
                <a:gd name="connsiteX296" fmla="*/ 3018902 w 3862373"/>
                <a:gd name="connsiteY296" fmla="*/ 2910249 h 3682908"/>
                <a:gd name="connsiteX297" fmla="*/ 2979815 w 3862373"/>
                <a:gd name="connsiteY297" fmla="*/ 2871162 h 3682908"/>
                <a:gd name="connsiteX298" fmla="*/ 3018902 w 3862373"/>
                <a:gd name="connsiteY298" fmla="*/ 2832075 h 3682908"/>
                <a:gd name="connsiteX299" fmla="*/ 2924263 w 3862373"/>
                <a:gd name="connsiteY299" fmla="*/ 2832075 h 3682908"/>
                <a:gd name="connsiteX300" fmla="*/ 2963349 w 3862373"/>
                <a:gd name="connsiteY300" fmla="*/ 2871162 h 3682908"/>
                <a:gd name="connsiteX301" fmla="*/ 2924263 w 3862373"/>
                <a:gd name="connsiteY301" fmla="*/ 2910249 h 3682908"/>
                <a:gd name="connsiteX302" fmla="*/ 2885175 w 3862373"/>
                <a:gd name="connsiteY302" fmla="*/ 2871162 h 3682908"/>
                <a:gd name="connsiteX303" fmla="*/ 2924263 w 3862373"/>
                <a:gd name="connsiteY303" fmla="*/ 2832075 h 3682908"/>
                <a:gd name="connsiteX304" fmla="*/ 2831988 w 3862373"/>
                <a:gd name="connsiteY304" fmla="*/ 2832075 h 3682908"/>
                <a:gd name="connsiteX305" fmla="*/ 2871075 w 3862373"/>
                <a:gd name="connsiteY305" fmla="*/ 2871162 h 3682908"/>
                <a:gd name="connsiteX306" fmla="*/ 2831988 w 3862373"/>
                <a:gd name="connsiteY306" fmla="*/ 2910249 h 3682908"/>
                <a:gd name="connsiteX307" fmla="*/ 2792901 w 3862373"/>
                <a:gd name="connsiteY307" fmla="*/ 2871162 h 3682908"/>
                <a:gd name="connsiteX308" fmla="*/ 2831988 w 3862373"/>
                <a:gd name="connsiteY308" fmla="*/ 2832075 h 3682908"/>
                <a:gd name="connsiteX309" fmla="*/ 1703409 w 3862373"/>
                <a:gd name="connsiteY309" fmla="*/ 2832075 h 3682908"/>
                <a:gd name="connsiteX310" fmla="*/ 1742495 w 3862373"/>
                <a:gd name="connsiteY310" fmla="*/ 2871162 h 3682908"/>
                <a:gd name="connsiteX311" fmla="*/ 1703409 w 3862373"/>
                <a:gd name="connsiteY311" fmla="*/ 2910249 h 3682908"/>
                <a:gd name="connsiteX312" fmla="*/ 1664321 w 3862373"/>
                <a:gd name="connsiteY312" fmla="*/ 2871162 h 3682908"/>
                <a:gd name="connsiteX313" fmla="*/ 1703409 w 3862373"/>
                <a:gd name="connsiteY313" fmla="*/ 2832075 h 3682908"/>
                <a:gd name="connsiteX314" fmla="*/ 1611133 w 3862373"/>
                <a:gd name="connsiteY314" fmla="*/ 2832075 h 3682908"/>
                <a:gd name="connsiteX315" fmla="*/ 1650221 w 3862373"/>
                <a:gd name="connsiteY315" fmla="*/ 2871162 h 3682908"/>
                <a:gd name="connsiteX316" fmla="*/ 1611133 w 3862373"/>
                <a:gd name="connsiteY316" fmla="*/ 2910249 h 3682908"/>
                <a:gd name="connsiteX317" fmla="*/ 1572054 w 3862373"/>
                <a:gd name="connsiteY317" fmla="*/ 2871162 h 3682908"/>
                <a:gd name="connsiteX318" fmla="*/ 1611133 w 3862373"/>
                <a:gd name="connsiteY318" fmla="*/ 2832075 h 3682908"/>
                <a:gd name="connsiteX319" fmla="*/ 1516501 w 3862373"/>
                <a:gd name="connsiteY319" fmla="*/ 2832075 h 3682908"/>
                <a:gd name="connsiteX320" fmla="*/ 1555588 w 3862373"/>
                <a:gd name="connsiteY320" fmla="*/ 2871162 h 3682908"/>
                <a:gd name="connsiteX321" fmla="*/ 1516501 w 3862373"/>
                <a:gd name="connsiteY321" fmla="*/ 2910249 h 3682908"/>
                <a:gd name="connsiteX322" fmla="*/ 1477413 w 3862373"/>
                <a:gd name="connsiteY322" fmla="*/ 2871162 h 3682908"/>
                <a:gd name="connsiteX323" fmla="*/ 1516501 w 3862373"/>
                <a:gd name="connsiteY323" fmla="*/ 2832075 h 3682908"/>
                <a:gd name="connsiteX324" fmla="*/ 1419496 w 3862373"/>
                <a:gd name="connsiteY324" fmla="*/ 2832075 h 3682908"/>
                <a:gd name="connsiteX325" fmla="*/ 1458583 w 3862373"/>
                <a:gd name="connsiteY325" fmla="*/ 2871162 h 3682908"/>
                <a:gd name="connsiteX326" fmla="*/ 1419496 w 3862373"/>
                <a:gd name="connsiteY326" fmla="*/ 2910249 h 3682908"/>
                <a:gd name="connsiteX327" fmla="*/ 1380408 w 3862373"/>
                <a:gd name="connsiteY327" fmla="*/ 2871162 h 3682908"/>
                <a:gd name="connsiteX328" fmla="*/ 1419496 w 3862373"/>
                <a:gd name="connsiteY328" fmla="*/ 2832075 h 3682908"/>
                <a:gd name="connsiteX329" fmla="*/ 1329587 w 3862373"/>
                <a:gd name="connsiteY329" fmla="*/ 2832075 h 3682908"/>
                <a:gd name="connsiteX330" fmla="*/ 1368674 w 3862373"/>
                <a:gd name="connsiteY330" fmla="*/ 2871162 h 3682908"/>
                <a:gd name="connsiteX331" fmla="*/ 1329587 w 3862373"/>
                <a:gd name="connsiteY331" fmla="*/ 2910249 h 3682908"/>
                <a:gd name="connsiteX332" fmla="*/ 1290500 w 3862373"/>
                <a:gd name="connsiteY332" fmla="*/ 2871162 h 3682908"/>
                <a:gd name="connsiteX333" fmla="*/ 1329587 w 3862373"/>
                <a:gd name="connsiteY333" fmla="*/ 2832075 h 3682908"/>
                <a:gd name="connsiteX334" fmla="*/ 1232583 w 3862373"/>
                <a:gd name="connsiteY334" fmla="*/ 2832075 h 3682908"/>
                <a:gd name="connsiteX335" fmla="*/ 1271669 w 3862373"/>
                <a:gd name="connsiteY335" fmla="*/ 2871162 h 3682908"/>
                <a:gd name="connsiteX336" fmla="*/ 1232583 w 3862373"/>
                <a:gd name="connsiteY336" fmla="*/ 2910249 h 3682908"/>
                <a:gd name="connsiteX337" fmla="*/ 1193496 w 3862373"/>
                <a:gd name="connsiteY337" fmla="*/ 2871162 h 3682908"/>
                <a:gd name="connsiteX338" fmla="*/ 1232583 w 3862373"/>
                <a:gd name="connsiteY338" fmla="*/ 2832075 h 3682908"/>
                <a:gd name="connsiteX339" fmla="*/ 3489737 w 3862373"/>
                <a:gd name="connsiteY339" fmla="*/ 2742165 h 3682908"/>
                <a:gd name="connsiteX340" fmla="*/ 3528823 w 3862373"/>
                <a:gd name="connsiteY340" fmla="*/ 2781252 h 3682908"/>
                <a:gd name="connsiteX341" fmla="*/ 3489737 w 3862373"/>
                <a:gd name="connsiteY341" fmla="*/ 2820339 h 3682908"/>
                <a:gd name="connsiteX342" fmla="*/ 3450649 w 3862373"/>
                <a:gd name="connsiteY342" fmla="*/ 2781252 h 3682908"/>
                <a:gd name="connsiteX343" fmla="*/ 3489737 w 3862373"/>
                <a:gd name="connsiteY343" fmla="*/ 2742165 h 3682908"/>
                <a:gd name="connsiteX344" fmla="*/ 3300457 w 3862373"/>
                <a:gd name="connsiteY344" fmla="*/ 2664088 h 3682908"/>
                <a:gd name="connsiteX345" fmla="*/ 3339544 w 3862373"/>
                <a:gd name="connsiteY345" fmla="*/ 2703175 h 3682908"/>
                <a:gd name="connsiteX346" fmla="*/ 3315671 w 3862373"/>
                <a:gd name="connsiteY346" fmla="*/ 2739190 h 3682908"/>
                <a:gd name="connsiteX347" fmla="*/ 3300696 w 3862373"/>
                <a:gd name="connsiteY347" fmla="*/ 2742214 h 3682908"/>
                <a:gd name="connsiteX348" fmla="*/ 3315671 w 3862373"/>
                <a:gd name="connsiteY348" fmla="*/ 2745237 h 3682908"/>
                <a:gd name="connsiteX349" fmla="*/ 3339544 w 3862373"/>
                <a:gd name="connsiteY349" fmla="*/ 2781252 h 3682908"/>
                <a:gd name="connsiteX350" fmla="*/ 3300457 w 3862373"/>
                <a:gd name="connsiteY350" fmla="*/ 2820339 h 3682908"/>
                <a:gd name="connsiteX351" fmla="*/ 3261369 w 3862373"/>
                <a:gd name="connsiteY351" fmla="*/ 2781252 h 3682908"/>
                <a:gd name="connsiteX352" fmla="*/ 3285242 w 3862373"/>
                <a:gd name="connsiteY352" fmla="*/ 2745237 h 3682908"/>
                <a:gd name="connsiteX353" fmla="*/ 3300217 w 3862373"/>
                <a:gd name="connsiteY353" fmla="*/ 2742214 h 3682908"/>
                <a:gd name="connsiteX354" fmla="*/ 3285242 w 3862373"/>
                <a:gd name="connsiteY354" fmla="*/ 2739190 h 3682908"/>
                <a:gd name="connsiteX355" fmla="*/ 3261369 w 3862373"/>
                <a:gd name="connsiteY355" fmla="*/ 2703175 h 3682908"/>
                <a:gd name="connsiteX356" fmla="*/ 3300457 w 3862373"/>
                <a:gd name="connsiteY356" fmla="*/ 2664088 h 3682908"/>
                <a:gd name="connsiteX357" fmla="*/ 3111177 w 3862373"/>
                <a:gd name="connsiteY357" fmla="*/ 2664088 h 3682908"/>
                <a:gd name="connsiteX358" fmla="*/ 3150264 w 3862373"/>
                <a:gd name="connsiteY358" fmla="*/ 2703175 h 3682908"/>
                <a:gd name="connsiteX359" fmla="*/ 3126391 w 3862373"/>
                <a:gd name="connsiteY359" fmla="*/ 2739190 h 3682908"/>
                <a:gd name="connsiteX360" fmla="*/ 3111417 w 3862373"/>
                <a:gd name="connsiteY360" fmla="*/ 2742214 h 3682908"/>
                <a:gd name="connsiteX361" fmla="*/ 3126391 w 3862373"/>
                <a:gd name="connsiteY361" fmla="*/ 2745237 h 3682908"/>
                <a:gd name="connsiteX362" fmla="*/ 3150264 w 3862373"/>
                <a:gd name="connsiteY362" fmla="*/ 2781252 h 3682908"/>
                <a:gd name="connsiteX363" fmla="*/ 3111177 w 3862373"/>
                <a:gd name="connsiteY363" fmla="*/ 2820339 h 3682908"/>
                <a:gd name="connsiteX364" fmla="*/ 3072089 w 3862373"/>
                <a:gd name="connsiteY364" fmla="*/ 2781252 h 3682908"/>
                <a:gd name="connsiteX365" fmla="*/ 3095962 w 3862373"/>
                <a:gd name="connsiteY365" fmla="*/ 2745237 h 3682908"/>
                <a:gd name="connsiteX366" fmla="*/ 3110937 w 3862373"/>
                <a:gd name="connsiteY366" fmla="*/ 2742214 h 3682908"/>
                <a:gd name="connsiteX367" fmla="*/ 3095962 w 3862373"/>
                <a:gd name="connsiteY367" fmla="*/ 2739190 h 3682908"/>
                <a:gd name="connsiteX368" fmla="*/ 3072089 w 3862373"/>
                <a:gd name="connsiteY368" fmla="*/ 2703175 h 3682908"/>
                <a:gd name="connsiteX369" fmla="*/ 3111177 w 3862373"/>
                <a:gd name="connsiteY369" fmla="*/ 2664088 h 3682908"/>
                <a:gd name="connsiteX370" fmla="*/ 3018902 w 3862373"/>
                <a:gd name="connsiteY370" fmla="*/ 2664088 h 3682908"/>
                <a:gd name="connsiteX371" fmla="*/ 3057989 w 3862373"/>
                <a:gd name="connsiteY371" fmla="*/ 2703175 h 3682908"/>
                <a:gd name="connsiteX372" fmla="*/ 3034117 w 3862373"/>
                <a:gd name="connsiteY372" fmla="*/ 2739190 h 3682908"/>
                <a:gd name="connsiteX373" fmla="*/ 3019142 w 3862373"/>
                <a:gd name="connsiteY373" fmla="*/ 2742214 h 3682908"/>
                <a:gd name="connsiteX374" fmla="*/ 3034117 w 3862373"/>
                <a:gd name="connsiteY374" fmla="*/ 2745237 h 3682908"/>
                <a:gd name="connsiteX375" fmla="*/ 3057989 w 3862373"/>
                <a:gd name="connsiteY375" fmla="*/ 2781252 h 3682908"/>
                <a:gd name="connsiteX376" fmla="*/ 3018902 w 3862373"/>
                <a:gd name="connsiteY376" fmla="*/ 2820339 h 3682908"/>
                <a:gd name="connsiteX377" fmla="*/ 2979815 w 3862373"/>
                <a:gd name="connsiteY377" fmla="*/ 2781252 h 3682908"/>
                <a:gd name="connsiteX378" fmla="*/ 3003687 w 3862373"/>
                <a:gd name="connsiteY378" fmla="*/ 2745237 h 3682908"/>
                <a:gd name="connsiteX379" fmla="*/ 3018663 w 3862373"/>
                <a:gd name="connsiteY379" fmla="*/ 2742214 h 3682908"/>
                <a:gd name="connsiteX380" fmla="*/ 3003687 w 3862373"/>
                <a:gd name="connsiteY380" fmla="*/ 2739190 h 3682908"/>
                <a:gd name="connsiteX381" fmla="*/ 2979815 w 3862373"/>
                <a:gd name="connsiteY381" fmla="*/ 2703175 h 3682908"/>
                <a:gd name="connsiteX382" fmla="*/ 3018902 w 3862373"/>
                <a:gd name="connsiteY382" fmla="*/ 2664088 h 3682908"/>
                <a:gd name="connsiteX383" fmla="*/ 2831988 w 3862373"/>
                <a:gd name="connsiteY383" fmla="*/ 2664088 h 3682908"/>
                <a:gd name="connsiteX384" fmla="*/ 2871075 w 3862373"/>
                <a:gd name="connsiteY384" fmla="*/ 2703175 h 3682908"/>
                <a:gd name="connsiteX385" fmla="*/ 2847202 w 3862373"/>
                <a:gd name="connsiteY385" fmla="*/ 2739190 h 3682908"/>
                <a:gd name="connsiteX386" fmla="*/ 2832228 w 3862373"/>
                <a:gd name="connsiteY386" fmla="*/ 2742214 h 3682908"/>
                <a:gd name="connsiteX387" fmla="*/ 2847202 w 3862373"/>
                <a:gd name="connsiteY387" fmla="*/ 2745237 h 3682908"/>
                <a:gd name="connsiteX388" fmla="*/ 2871075 w 3862373"/>
                <a:gd name="connsiteY388" fmla="*/ 2781252 h 3682908"/>
                <a:gd name="connsiteX389" fmla="*/ 2831988 w 3862373"/>
                <a:gd name="connsiteY389" fmla="*/ 2820339 h 3682908"/>
                <a:gd name="connsiteX390" fmla="*/ 2792901 w 3862373"/>
                <a:gd name="connsiteY390" fmla="*/ 2781252 h 3682908"/>
                <a:gd name="connsiteX391" fmla="*/ 2816773 w 3862373"/>
                <a:gd name="connsiteY391" fmla="*/ 2745237 h 3682908"/>
                <a:gd name="connsiteX392" fmla="*/ 2831748 w 3862373"/>
                <a:gd name="connsiteY392" fmla="*/ 2742214 h 3682908"/>
                <a:gd name="connsiteX393" fmla="*/ 2816773 w 3862373"/>
                <a:gd name="connsiteY393" fmla="*/ 2739190 h 3682908"/>
                <a:gd name="connsiteX394" fmla="*/ 2792901 w 3862373"/>
                <a:gd name="connsiteY394" fmla="*/ 2703175 h 3682908"/>
                <a:gd name="connsiteX395" fmla="*/ 2831988 w 3862373"/>
                <a:gd name="connsiteY395" fmla="*/ 2664088 h 3682908"/>
                <a:gd name="connsiteX396" fmla="*/ 1798047 w 3862373"/>
                <a:gd name="connsiteY396" fmla="*/ 2664088 h 3682908"/>
                <a:gd name="connsiteX397" fmla="*/ 1837135 w 3862373"/>
                <a:gd name="connsiteY397" fmla="*/ 2703175 h 3682908"/>
                <a:gd name="connsiteX398" fmla="*/ 1798047 w 3862373"/>
                <a:gd name="connsiteY398" fmla="*/ 2742262 h 3682908"/>
                <a:gd name="connsiteX399" fmla="*/ 1758959 w 3862373"/>
                <a:gd name="connsiteY399" fmla="*/ 2703175 h 3682908"/>
                <a:gd name="connsiteX400" fmla="*/ 1798047 w 3862373"/>
                <a:gd name="connsiteY400" fmla="*/ 2664088 h 3682908"/>
                <a:gd name="connsiteX401" fmla="*/ 1611133 w 3862373"/>
                <a:gd name="connsiteY401" fmla="*/ 2664088 h 3682908"/>
                <a:gd name="connsiteX402" fmla="*/ 1650221 w 3862373"/>
                <a:gd name="connsiteY402" fmla="*/ 2703175 h 3682908"/>
                <a:gd name="connsiteX403" fmla="*/ 1626349 w 3862373"/>
                <a:gd name="connsiteY403" fmla="*/ 2739190 h 3682908"/>
                <a:gd name="connsiteX404" fmla="*/ 1611371 w 3862373"/>
                <a:gd name="connsiteY404" fmla="*/ 2742214 h 3682908"/>
                <a:gd name="connsiteX405" fmla="*/ 1626347 w 3862373"/>
                <a:gd name="connsiteY405" fmla="*/ 2745237 h 3682908"/>
                <a:gd name="connsiteX406" fmla="*/ 1650221 w 3862373"/>
                <a:gd name="connsiteY406" fmla="*/ 2781252 h 3682908"/>
                <a:gd name="connsiteX407" fmla="*/ 1611133 w 3862373"/>
                <a:gd name="connsiteY407" fmla="*/ 2820339 h 3682908"/>
                <a:gd name="connsiteX408" fmla="*/ 1572057 w 3862373"/>
                <a:gd name="connsiteY408" fmla="*/ 2781252 h 3682908"/>
                <a:gd name="connsiteX409" fmla="*/ 1595929 w 3862373"/>
                <a:gd name="connsiteY409" fmla="*/ 2745237 h 3682908"/>
                <a:gd name="connsiteX410" fmla="*/ 1610892 w 3862373"/>
                <a:gd name="connsiteY410" fmla="*/ 2742214 h 3682908"/>
                <a:gd name="connsiteX411" fmla="*/ 1595930 w 3862373"/>
                <a:gd name="connsiteY411" fmla="*/ 2739190 h 3682908"/>
                <a:gd name="connsiteX412" fmla="*/ 1572058 w 3862373"/>
                <a:gd name="connsiteY412" fmla="*/ 2703175 h 3682908"/>
                <a:gd name="connsiteX413" fmla="*/ 1611133 w 3862373"/>
                <a:gd name="connsiteY413" fmla="*/ 2664088 h 3682908"/>
                <a:gd name="connsiteX414" fmla="*/ 1516504 w 3862373"/>
                <a:gd name="connsiteY414" fmla="*/ 2664088 h 3682908"/>
                <a:gd name="connsiteX415" fmla="*/ 1555592 w 3862373"/>
                <a:gd name="connsiteY415" fmla="*/ 2703175 h 3682908"/>
                <a:gd name="connsiteX416" fmla="*/ 1531719 w 3862373"/>
                <a:gd name="connsiteY416" fmla="*/ 2739190 h 3682908"/>
                <a:gd name="connsiteX417" fmla="*/ 1516743 w 3862373"/>
                <a:gd name="connsiteY417" fmla="*/ 2742214 h 3682908"/>
                <a:gd name="connsiteX418" fmla="*/ 1531717 w 3862373"/>
                <a:gd name="connsiteY418" fmla="*/ 2745237 h 3682908"/>
                <a:gd name="connsiteX419" fmla="*/ 1555589 w 3862373"/>
                <a:gd name="connsiteY419" fmla="*/ 2781252 h 3682908"/>
                <a:gd name="connsiteX420" fmla="*/ 1516503 w 3862373"/>
                <a:gd name="connsiteY420" fmla="*/ 2820339 h 3682908"/>
                <a:gd name="connsiteX421" fmla="*/ 1477414 w 3862373"/>
                <a:gd name="connsiteY421" fmla="*/ 2781252 h 3682908"/>
                <a:gd name="connsiteX422" fmla="*/ 1501288 w 3862373"/>
                <a:gd name="connsiteY422" fmla="*/ 2745237 h 3682908"/>
                <a:gd name="connsiteX423" fmla="*/ 1516264 w 3862373"/>
                <a:gd name="connsiteY423" fmla="*/ 2742214 h 3682908"/>
                <a:gd name="connsiteX424" fmla="*/ 1501289 w 3862373"/>
                <a:gd name="connsiteY424" fmla="*/ 2739190 h 3682908"/>
                <a:gd name="connsiteX425" fmla="*/ 1477416 w 3862373"/>
                <a:gd name="connsiteY425" fmla="*/ 2703175 h 3682908"/>
                <a:gd name="connsiteX426" fmla="*/ 1516504 w 3862373"/>
                <a:gd name="connsiteY426" fmla="*/ 2664088 h 3682908"/>
                <a:gd name="connsiteX427" fmla="*/ 1329588 w 3862373"/>
                <a:gd name="connsiteY427" fmla="*/ 2664088 h 3682908"/>
                <a:gd name="connsiteX428" fmla="*/ 1368676 w 3862373"/>
                <a:gd name="connsiteY428" fmla="*/ 2703175 h 3682908"/>
                <a:gd name="connsiteX429" fmla="*/ 1344802 w 3862373"/>
                <a:gd name="connsiteY429" fmla="*/ 2739190 h 3682908"/>
                <a:gd name="connsiteX430" fmla="*/ 1329828 w 3862373"/>
                <a:gd name="connsiteY430" fmla="*/ 2742214 h 3682908"/>
                <a:gd name="connsiteX431" fmla="*/ 1344802 w 3862373"/>
                <a:gd name="connsiteY431" fmla="*/ 2745237 h 3682908"/>
                <a:gd name="connsiteX432" fmla="*/ 1368676 w 3862373"/>
                <a:gd name="connsiteY432" fmla="*/ 2781252 h 3682908"/>
                <a:gd name="connsiteX433" fmla="*/ 1329588 w 3862373"/>
                <a:gd name="connsiteY433" fmla="*/ 2820339 h 3682908"/>
                <a:gd name="connsiteX434" fmla="*/ 1290502 w 3862373"/>
                <a:gd name="connsiteY434" fmla="*/ 2781252 h 3682908"/>
                <a:gd name="connsiteX435" fmla="*/ 1314375 w 3862373"/>
                <a:gd name="connsiteY435" fmla="*/ 2745237 h 3682908"/>
                <a:gd name="connsiteX436" fmla="*/ 1329349 w 3862373"/>
                <a:gd name="connsiteY436" fmla="*/ 2742214 h 3682908"/>
                <a:gd name="connsiteX437" fmla="*/ 1314375 w 3862373"/>
                <a:gd name="connsiteY437" fmla="*/ 2739190 h 3682908"/>
                <a:gd name="connsiteX438" fmla="*/ 1290503 w 3862373"/>
                <a:gd name="connsiteY438" fmla="*/ 2703175 h 3682908"/>
                <a:gd name="connsiteX439" fmla="*/ 1329588 w 3862373"/>
                <a:gd name="connsiteY439" fmla="*/ 2664088 h 3682908"/>
                <a:gd name="connsiteX440" fmla="*/ 1142676 w 3862373"/>
                <a:gd name="connsiteY440" fmla="*/ 2664088 h 3682908"/>
                <a:gd name="connsiteX441" fmla="*/ 1181763 w 3862373"/>
                <a:gd name="connsiteY441" fmla="*/ 2703175 h 3682908"/>
                <a:gd name="connsiteX442" fmla="*/ 1157890 w 3862373"/>
                <a:gd name="connsiteY442" fmla="*/ 2739190 h 3682908"/>
                <a:gd name="connsiteX443" fmla="*/ 1142916 w 3862373"/>
                <a:gd name="connsiteY443" fmla="*/ 2742214 h 3682908"/>
                <a:gd name="connsiteX444" fmla="*/ 1157891 w 3862373"/>
                <a:gd name="connsiteY444" fmla="*/ 2745237 h 3682908"/>
                <a:gd name="connsiteX445" fmla="*/ 1181764 w 3862373"/>
                <a:gd name="connsiteY445" fmla="*/ 2781252 h 3682908"/>
                <a:gd name="connsiteX446" fmla="*/ 1142676 w 3862373"/>
                <a:gd name="connsiteY446" fmla="*/ 2820339 h 3682908"/>
                <a:gd name="connsiteX447" fmla="*/ 1103587 w 3862373"/>
                <a:gd name="connsiteY447" fmla="*/ 2781252 h 3682908"/>
                <a:gd name="connsiteX448" fmla="*/ 1127461 w 3862373"/>
                <a:gd name="connsiteY448" fmla="*/ 2745237 h 3682908"/>
                <a:gd name="connsiteX449" fmla="*/ 1142436 w 3862373"/>
                <a:gd name="connsiteY449" fmla="*/ 2742214 h 3682908"/>
                <a:gd name="connsiteX450" fmla="*/ 1127460 w 3862373"/>
                <a:gd name="connsiteY450" fmla="*/ 2739190 h 3682908"/>
                <a:gd name="connsiteX451" fmla="*/ 1103585 w 3862373"/>
                <a:gd name="connsiteY451" fmla="*/ 2703175 h 3682908"/>
                <a:gd name="connsiteX452" fmla="*/ 1142676 w 3862373"/>
                <a:gd name="connsiteY452" fmla="*/ 2664088 h 3682908"/>
                <a:gd name="connsiteX453" fmla="*/ 3205817 w 3862373"/>
                <a:gd name="connsiteY453" fmla="*/ 2664086 h 3682908"/>
                <a:gd name="connsiteX454" fmla="*/ 3244904 w 3862373"/>
                <a:gd name="connsiteY454" fmla="*/ 2703174 h 3682908"/>
                <a:gd name="connsiteX455" fmla="*/ 3221031 w 3862373"/>
                <a:gd name="connsiteY455" fmla="*/ 2739189 h 3682908"/>
                <a:gd name="connsiteX456" fmla="*/ 3206053 w 3862373"/>
                <a:gd name="connsiteY456" fmla="*/ 2742213 h 3682908"/>
                <a:gd name="connsiteX457" fmla="*/ 3221031 w 3862373"/>
                <a:gd name="connsiteY457" fmla="*/ 2745237 h 3682908"/>
                <a:gd name="connsiteX458" fmla="*/ 3244904 w 3862373"/>
                <a:gd name="connsiteY458" fmla="*/ 2781252 h 3682908"/>
                <a:gd name="connsiteX459" fmla="*/ 3205817 w 3862373"/>
                <a:gd name="connsiteY459" fmla="*/ 2820339 h 3682908"/>
                <a:gd name="connsiteX460" fmla="*/ 3166729 w 3862373"/>
                <a:gd name="connsiteY460" fmla="*/ 2781252 h 3682908"/>
                <a:gd name="connsiteX461" fmla="*/ 3190602 w 3862373"/>
                <a:gd name="connsiteY461" fmla="*/ 2745237 h 3682908"/>
                <a:gd name="connsiteX462" fmla="*/ 3205580 w 3862373"/>
                <a:gd name="connsiteY462" fmla="*/ 2742213 h 3682908"/>
                <a:gd name="connsiteX463" fmla="*/ 3190602 w 3862373"/>
                <a:gd name="connsiteY463" fmla="*/ 2739189 h 3682908"/>
                <a:gd name="connsiteX464" fmla="*/ 3166729 w 3862373"/>
                <a:gd name="connsiteY464" fmla="*/ 2703174 h 3682908"/>
                <a:gd name="connsiteX465" fmla="*/ 3205817 w 3862373"/>
                <a:gd name="connsiteY465" fmla="*/ 2664086 h 3682908"/>
                <a:gd name="connsiteX466" fmla="*/ 2924263 w 3862373"/>
                <a:gd name="connsiteY466" fmla="*/ 2664086 h 3682908"/>
                <a:gd name="connsiteX467" fmla="*/ 2963349 w 3862373"/>
                <a:gd name="connsiteY467" fmla="*/ 2703174 h 3682908"/>
                <a:gd name="connsiteX468" fmla="*/ 2939477 w 3862373"/>
                <a:gd name="connsiteY468" fmla="*/ 2739189 h 3682908"/>
                <a:gd name="connsiteX469" fmla="*/ 2924499 w 3862373"/>
                <a:gd name="connsiteY469" fmla="*/ 2742213 h 3682908"/>
                <a:gd name="connsiteX470" fmla="*/ 2939477 w 3862373"/>
                <a:gd name="connsiteY470" fmla="*/ 2745237 h 3682908"/>
                <a:gd name="connsiteX471" fmla="*/ 2963349 w 3862373"/>
                <a:gd name="connsiteY471" fmla="*/ 2781252 h 3682908"/>
                <a:gd name="connsiteX472" fmla="*/ 2924263 w 3862373"/>
                <a:gd name="connsiteY472" fmla="*/ 2820339 h 3682908"/>
                <a:gd name="connsiteX473" fmla="*/ 2885175 w 3862373"/>
                <a:gd name="connsiteY473" fmla="*/ 2781252 h 3682908"/>
                <a:gd name="connsiteX474" fmla="*/ 2909048 w 3862373"/>
                <a:gd name="connsiteY474" fmla="*/ 2745237 h 3682908"/>
                <a:gd name="connsiteX475" fmla="*/ 2924026 w 3862373"/>
                <a:gd name="connsiteY475" fmla="*/ 2742213 h 3682908"/>
                <a:gd name="connsiteX476" fmla="*/ 2909048 w 3862373"/>
                <a:gd name="connsiteY476" fmla="*/ 2739189 h 3682908"/>
                <a:gd name="connsiteX477" fmla="*/ 2885175 w 3862373"/>
                <a:gd name="connsiteY477" fmla="*/ 2703174 h 3682908"/>
                <a:gd name="connsiteX478" fmla="*/ 2924263 w 3862373"/>
                <a:gd name="connsiteY478" fmla="*/ 2664086 h 3682908"/>
                <a:gd name="connsiteX479" fmla="*/ 1703410 w 3862373"/>
                <a:gd name="connsiteY479" fmla="*/ 2664086 h 3682908"/>
                <a:gd name="connsiteX480" fmla="*/ 1742497 w 3862373"/>
                <a:gd name="connsiteY480" fmla="*/ 2703174 h 3682908"/>
                <a:gd name="connsiteX481" fmla="*/ 1718624 w 3862373"/>
                <a:gd name="connsiteY481" fmla="*/ 2739189 h 3682908"/>
                <a:gd name="connsiteX482" fmla="*/ 1703646 w 3862373"/>
                <a:gd name="connsiteY482" fmla="*/ 2742213 h 3682908"/>
                <a:gd name="connsiteX483" fmla="*/ 1718624 w 3862373"/>
                <a:gd name="connsiteY483" fmla="*/ 2745237 h 3682908"/>
                <a:gd name="connsiteX484" fmla="*/ 1742495 w 3862373"/>
                <a:gd name="connsiteY484" fmla="*/ 2781252 h 3682908"/>
                <a:gd name="connsiteX485" fmla="*/ 1703409 w 3862373"/>
                <a:gd name="connsiteY485" fmla="*/ 2820339 h 3682908"/>
                <a:gd name="connsiteX486" fmla="*/ 1664323 w 3862373"/>
                <a:gd name="connsiteY486" fmla="*/ 2781252 h 3682908"/>
                <a:gd name="connsiteX487" fmla="*/ 1688193 w 3862373"/>
                <a:gd name="connsiteY487" fmla="*/ 2745237 h 3682908"/>
                <a:gd name="connsiteX488" fmla="*/ 1703173 w 3862373"/>
                <a:gd name="connsiteY488" fmla="*/ 2742213 h 3682908"/>
                <a:gd name="connsiteX489" fmla="*/ 1688194 w 3862373"/>
                <a:gd name="connsiteY489" fmla="*/ 2739189 h 3682908"/>
                <a:gd name="connsiteX490" fmla="*/ 1664323 w 3862373"/>
                <a:gd name="connsiteY490" fmla="*/ 2703174 h 3682908"/>
                <a:gd name="connsiteX491" fmla="*/ 1703410 w 3862373"/>
                <a:gd name="connsiteY491" fmla="*/ 2664086 h 3682908"/>
                <a:gd name="connsiteX492" fmla="*/ 1419499 w 3862373"/>
                <a:gd name="connsiteY492" fmla="*/ 2664086 h 3682908"/>
                <a:gd name="connsiteX493" fmla="*/ 1458586 w 3862373"/>
                <a:gd name="connsiteY493" fmla="*/ 2703174 h 3682908"/>
                <a:gd name="connsiteX494" fmla="*/ 1434713 w 3862373"/>
                <a:gd name="connsiteY494" fmla="*/ 2739189 h 3682908"/>
                <a:gd name="connsiteX495" fmla="*/ 1419735 w 3862373"/>
                <a:gd name="connsiteY495" fmla="*/ 2742214 h 3682908"/>
                <a:gd name="connsiteX496" fmla="*/ 1434712 w 3862373"/>
                <a:gd name="connsiteY496" fmla="*/ 2745237 h 3682908"/>
                <a:gd name="connsiteX497" fmla="*/ 1458584 w 3862373"/>
                <a:gd name="connsiteY497" fmla="*/ 2781252 h 3682908"/>
                <a:gd name="connsiteX498" fmla="*/ 1419497 w 3862373"/>
                <a:gd name="connsiteY498" fmla="*/ 2820339 h 3682908"/>
                <a:gd name="connsiteX499" fmla="*/ 1380409 w 3862373"/>
                <a:gd name="connsiteY499" fmla="*/ 2781252 h 3682908"/>
                <a:gd name="connsiteX500" fmla="*/ 1404282 w 3862373"/>
                <a:gd name="connsiteY500" fmla="*/ 2745237 h 3682908"/>
                <a:gd name="connsiteX501" fmla="*/ 1419262 w 3862373"/>
                <a:gd name="connsiteY501" fmla="*/ 2742213 h 3682908"/>
                <a:gd name="connsiteX502" fmla="*/ 1404283 w 3862373"/>
                <a:gd name="connsiteY502" fmla="*/ 2739189 h 3682908"/>
                <a:gd name="connsiteX503" fmla="*/ 1380411 w 3862373"/>
                <a:gd name="connsiteY503" fmla="*/ 2703174 h 3682908"/>
                <a:gd name="connsiteX504" fmla="*/ 1419499 w 3862373"/>
                <a:gd name="connsiteY504" fmla="*/ 2664086 h 3682908"/>
                <a:gd name="connsiteX505" fmla="*/ 1232585 w 3862373"/>
                <a:gd name="connsiteY505" fmla="*/ 2664086 h 3682908"/>
                <a:gd name="connsiteX506" fmla="*/ 1271670 w 3862373"/>
                <a:gd name="connsiteY506" fmla="*/ 2703174 h 3682908"/>
                <a:gd name="connsiteX507" fmla="*/ 1247799 w 3862373"/>
                <a:gd name="connsiteY507" fmla="*/ 2739189 h 3682908"/>
                <a:gd name="connsiteX508" fmla="*/ 1232822 w 3862373"/>
                <a:gd name="connsiteY508" fmla="*/ 2742213 h 3682908"/>
                <a:gd name="connsiteX509" fmla="*/ 1247798 w 3862373"/>
                <a:gd name="connsiteY509" fmla="*/ 2745237 h 3682908"/>
                <a:gd name="connsiteX510" fmla="*/ 1271670 w 3862373"/>
                <a:gd name="connsiteY510" fmla="*/ 2781252 h 3682908"/>
                <a:gd name="connsiteX511" fmla="*/ 1232585 w 3862373"/>
                <a:gd name="connsiteY511" fmla="*/ 2820339 h 3682908"/>
                <a:gd name="connsiteX512" fmla="*/ 1193499 w 3862373"/>
                <a:gd name="connsiteY512" fmla="*/ 2781252 h 3682908"/>
                <a:gd name="connsiteX513" fmla="*/ 1217369 w 3862373"/>
                <a:gd name="connsiteY513" fmla="*/ 2745237 h 3682908"/>
                <a:gd name="connsiteX514" fmla="*/ 1232349 w 3862373"/>
                <a:gd name="connsiteY514" fmla="*/ 2742213 h 3682908"/>
                <a:gd name="connsiteX515" fmla="*/ 1217369 w 3862373"/>
                <a:gd name="connsiteY515" fmla="*/ 2739189 h 3682908"/>
                <a:gd name="connsiteX516" fmla="*/ 1193499 w 3862373"/>
                <a:gd name="connsiteY516" fmla="*/ 2703174 h 3682908"/>
                <a:gd name="connsiteX517" fmla="*/ 1232585 w 3862373"/>
                <a:gd name="connsiteY517" fmla="*/ 2664086 h 3682908"/>
                <a:gd name="connsiteX518" fmla="*/ 1045666 w 3862373"/>
                <a:gd name="connsiteY518" fmla="*/ 2664086 h 3682908"/>
                <a:gd name="connsiteX519" fmla="*/ 1084754 w 3862373"/>
                <a:gd name="connsiteY519" fmla="*/ 2703174 h 3682908"/>
                <a:gd name="connsiteX520" fmla="*/ 1045666 w 3862373"/>
                <a:gd name="connsiteY520" fmla="*/ 2742261 h 3682908"/>
                <a:gd name="connsiteX521" fmla="*/ 1006580 w 3862373"/>
                <a:gd name="connsiteY521" fmla="*/ 2703174 h 3682908"/>
                <a:gd name="connsiteX522" fmla="*/ 1045666 w 3862373"/>
                <a:gd name="connsiteY522" fmla="*/ 2664086 h 3682908"/>
                <a:gd name="connsiteX523" fmla="*/ 3300455 w 3862373"/>
                <a:gd name="connsiteY523" fmla="*/ 2578910 h 3682908"/>
                <a:gd name="connsiteX524" fmla="*/ 3339543 w 3862373"/>
                <a:gd name="connsiteY524" fmla="*/ 2617997 h 3682908"/>
                <a:gd name="connsiteX525" fmla="*/ 3300455 w 3862373"/>
                <a:gd name="connsiteY525" fmla="*/ 2657085 h 3682908"/>
                <a:gd name="connsiteX526" fmla="*/ 3261368 w 3862373"/>
                <a:gd name="connsiteY526" fmla="*/ 2617997 h 3682908"/>
                <a:gd name="connsiteX527" fmla="*/ 3300455 w 3862373"/>
                <a:gd name="connsiteY527" fmla="*/ 2578910 h 3682908"/>
                <a:gd name="connsiteX528" fmla="*/ 3205815 w 3862373"/>
                <a:gd name="connsiteY528" fmla="*/ 2578910 h 3682908"/>
                <a:gd name="connsiteX529" fmla="*/ 3244903 w 3862373"/>
                <a:gd name="connsiteY529" fmla="*/ 2617997 h 3682908"/>
                <a:gd name="connsiteX530" fmla="*/ 3205815 w 3862373"/>
                <a:gd name="connsiteY530" fmla="*/ 2657085 h 3682908"/>
                <a:gd name="connsiteX531" fmla="*/ 3166728 w 3862373"/>
                <a:gd name="connsiteY531" fmla="*/ 2617997 h 3682908"/>
                <a:gd name="connsiteX532" fmla="*/ 3205815 w 3862373"/>
                <a:gd name="connsiteY532" fmla="*/ 2578910 h 3682908"/>
                <a:gd name="connsiteX533" fmla="*/ 3111175 w 3862373"/>
                <a:gd name="connsiteY533" fmla="*/ 2578910 h 3682908"/>
                <a:gd name="connsiteX534" fmla="*/ 3150262 w 3862373"/>
                <a:gd name="connsiteY534" fmla="*/ 2617997 h 3682908"/>
                <a:gd name="connsiteX535" fmla="*/ 3111175 w 3862373"/>
                <a:gd name="connsiteY535" fmla="*/ 2657085 h 3682908"/>
                <a:gd name="connsiteX536" fmla="*/ 3072088 w 3862373"/>
                <a:gd name="connsiteY536" fmla="*/ 2617997 h 3682908"/>
                <a:gd name="connsiteX537" fmla="*/ 3111175 w 3862373"/>
                <a:gd name="connsiteY537" fmla="*/ 2578910 h 3682908"/>
                <a:gd name="connsiteX538" fmla="*/ 3018901 w 3862373"/>
                <a:gd name="connsiteY538" fmla="*/ 2578910 h 3682908"/>
                <a:gd name="connsiteX539" fmla="*/ 3057988 w 3862373"/>
                <a:gd name="connsiteY539" fmla="*/ 2617997 h 3682908"/>
                <a:gd name="connsiteX540" fmla="*/ 3018901 w 3862373"/>
                <a:gd name="connsiteY540" fmla="*/ 2657085 h 3682908"/>
                <a:gd name="connsiteX541" fmla="*/ 2979813 w 3862373"/>
                <a:gd name="connsiteY541" fmla="*/ 2617997 h 3682908"/>
                <a:gd name="connsiteX542" fmla="*/ 3018901 w 3862373"/>
                <a:gd name="connsiteY542" fmla="*/ 2578910 h 3682908"/>
                <a:gd name="connsiteX543" fmla="*/ 2924262 w 3862373"/>
                <a:gd name="connsiteY543" fmla="*/ 2578910 h 3682908"/>
                <a:gd name="connsiteX544" fmla="*/ 2963349 w 3862373"/>
                <a:gd name="connsiteY544" fmla="*/ 2617997 h 3682908"/>
                <a:gd name="connsiteX545" fmla="*/ 2924262 w 3862373"/>
                <a:gd name="connsiteY545" fmla="*/ 2657085 h 3682908"/>
                <a:gd name="connsiteX546" fmla="*/ 2885175 w 3862373"/>
                <a:gd name="connsiteY546" fmla="*/ 2617997 h 3682908"/>
                <a:gd name="connsiteX547" fmla="*/ 2924262 w 3862373"/>
                <a:gd name="connsiteY547" fmla="*/ 2578910 h 3682908"/>
                <a:gd name="connsiteX548" fmla="*/ 2831987 w 3862373"/>
                <a:gd name="connsiteY548" fmla="*/ 2578910 h 3682908"/>
                <a:gd name="connsiteX549" fmla="*/ 2871074 w 3862373"/>
                <a:gd name="connsiteY549" fmla="*/ 2617997 h 3682908"/>
                <a:gd name="connsiteX550" fmla="*/ 2831987 w 3862373"/>
                <a:gd name="connsiteY550" fmla="*/ 2657085 h 3682908"/>
                <a:gd name="connsiteX551" fmla="*/ 2792900 w 3862373"/>
                <a:gd name="connsiteY551" fmla="*/ 2617997 h 3682908"/>
                <a:gd name="connsiteX552" fmla="*/ 2831987 w 3862373"/>
                <a:gd name="connsiteY552" fmla="*/ 2578910 h 3682908"/>
                <a:gd name="connsiteX553" fmla="*/ 1798047 w 3862373"/>
                <a:gd name="connsiteY553" fmla="*/ 2578910 h 3682908"/>
                <a:gd name="connsiteX554" fmla="*/ 1837133 w 3862373"/>
                <a:gd name="connsiteY554" fmla="*/ 2617997 h 3682908"/>
                <a:gd name="connsiteX555" fmla="*/ 1798047 w 3862373"/>
                <a:gd name="connsiteY555" fmla="*/ 2657085 h 3682908"/>
                <a:gd name="connsiteX556" fmla="*/ 1758959 w 3862373"/>
                <a:gd name="connsiteY556" fmla="*/ 2617997 h 3682908"/>
                <a:gd name="connsiteX557" fmla="*/ 1798047 w 3862373"/>
                <a:gd name="connsiteY557" fmla="*/ 2578910 h 3682908"/>
                <a:gd name="connsiteX558" fmla="*/ 1703409 w 3862373"/>
                <a:gd name="connsiteY558" fmla="*/ 2578910 h 3682908"/>
                <a:gd name="connsiteX559" fmla="*/ 1742497 w 3862373"/>
                <a:gd name="connsiteY559" fmla="*/ 2617997 h 3682908"/>
                <a:gd name="connsiteX560" fmla="*/ 1703409 w 3862373"/>
                <a:gd name="connsiteY560" fmla="*/ 2657085 h 3682908"/>
                <a:gd name="connsiteX561" fmla="*/ 1664323 w 3862373"/>
                <a:gd name="connsiteY561" fmla="*/ 2617997 h 3682908"/>
                <a:gd name="connsiteX562" fmla="*/ 1703409 w 3862373"/>
                <a:gd name="connsiteY562" fmla="*/ 2578910 h 3682908"/>
                <a:gd name="connsiteX563" fmla="*/ 1611131 w 3862373"/>
                <a:gd name="connsiteY563" fmla="*/ 2578910 h 3682908"/>
                <a:gd name="connsiteX564" fmla="*/ 1650221 w 3862373"/>
                <a:gd name="connsiteY564" fmla="*/ 2617997 h 3682908"/>
                <a:gd name="connsiteX565" fmla="*/ 1611131 w 3862373"/>
                <a:gd name="connsiteY565" fmla="*/ 2657085 h 3682908"/>
                <a:gd name="connsiteX566" fmla="*/ 1572058 w 3862373"/>
                <a:gd name="connsiteY566" fmla="*/ 2617997 h 3682908"/>
                <a:gd name="connsiteX567" fmla="*/ 1611131 w 3862373"/>
                <a:gd name="connsiteY567" fmla="*/ 2578910 h 3682908"/>
                <a:gd name="connsiteX568" fmla="*/ 1516504 w 3862373"/>
                <a:gd name="connsiteY568" fmla="*/ 2578910 h 3682908"/>
                <a:gd name="connsiteX569" fmla="*/ 1555592 w 3862373"/>
                <a:gd name="connsiteY569" fmla="*/ 2617997 h 3682908"/>
                <a:gd name="connsiteX570" fmla="*/ 1516504 w 3862373"/>
                <a:gd name="connsiteY570" fmla="*/ 2657085 h 3682908"/>
                <a:gd name="connsiteX571" fmla="*/ 1477417 w 3862373"/>
                <a:gd name="connsiteY571" fmla="*/ 2617997 h 3682908"/>
                <a:gd name="connsiteX572" fmla="*/ 1516504 w 3862373"/>
                <a:gd name="connsiteY572" fmla="*/ 2578910 h 3682908"/>
                <a:gd name="connsiteX573" fmla="*/ 1419499 w 3862373"/>
                <a:gd name="connsiteY573" fmla="*/ 2578910 h 3682908"/>
                <a:gd name="connsiteX574" fmla="*/ 1458586 w 3862373"/>
                <a:gd name="connsiteY574" fmla="*/ 2617997 h 3682908"/>
                <a:gd name="connsiteX575" fmla="*/ 1419499 w 3862373"/>
                <a:gd name="connsiteY575" fmla="*/ 2657085 h 3682908"/>
                <a:gd name="connsiteX576" fmla="*/ 1380410 w 3862373"/>
                <a:gd name="connsiteY576" fmla="*/ 2617997 h 3682908"/>
                <a:gd name="connsiteX577" fmla="*/ 1419499 w 3862373"/>
                <a:gd name="connsiteY577" fmla="*/ 2578910 h 3682908"/>
                <a:gd name="connsiteX578" fmla="*/ 1329590 w 3862373"/>
                <a:gd name="connsiteY578" fmla="*/ 2578910 h 3682908"/>
                <a:gd name="connsiteX579" fmla="*/ 1368677 w 3862373"/>
                <a:gd name="connsiteY579" fmla="*/ 2617997 h 3682908"/>
                <a:gd name="connsiteX580" fmla="*/ 1329590 w 3862373"/>
                <a:gd name="connsiteY580" fmla="*/ 2657085 h 3682908"/>
                <a:gd name="connsiteX581" fmla="*/ 1290504 w 3862373"/>
                <a:gd name="connsiteY581" fmla="*/ 2617997 h 3682908"/>
                <a:gd name="connsiteX582" fmla="*/ 1329590 w 3862373"/>
                <a:gd name="connsiteY582" fmla="*/ 2578910 h 3682908"/>
                <a:gd name="connsiteX583" fmla="*/ 1232588 w 3862373"/>
                <a:gd name="connsiteY583" fmla="*/ 2578910 h 3682908"/>
                <a:gd name="connsiteX584" fmla="*/ 1271672 w 3862373"/>
                <a:gd name="connsiteY584" fmla="*/ 2617997 h 3682908"/>
                <a:gd name="connsiteX585" fmla="*/ 1232588 w 3862373"/>
                <a:gd name="connsiteY585" fmla="*/ 2657085 h 3682908"/>
                <a:gd name="connsiteX586" fmla="*/ 1193502 w 3862373"/>
                <a:gd name="connsiteY586" fmla="*/ 2617997 h 3682908"/>
                <a:gd name="connsiteX587" fmla="*/ 1232588 w 3862373"/>
                <a:gd name="connsiteY587" fmla="*/ 2578910 h 3682908"/>
                <a:gd name="connsiteX588" fmla="*/ 1142677 w 3862373"/>
                <a:gd name="connsiteY588" fmla="*/ 2578910 h 3682908"/>
                <a:gd name="connsiteX589" fmla="*/ 1181764 w 3862373"/>
                <a:gd name="connsiteY589" fmla="*/ 2617997 h 3682908"/>
                <a:gd name="connsiteX590" fmla="*/ 1142677 w 3862373"/>
                <a:gd name="connsiteY590" fmla="*/ 2657085 h 3682908"/>
                <a:gd name="connsiteX591" fmla="*/ 1103588 w 3862373"/>
                <a:gd name="connsiteY591" fmla="*/ 2617997 h 3682908"/>
                <a:gd name="connsiteX592" fmla="*/ 1142677 w 3862373"/>
                <a:gd name="connsiteY592" fmla="*/ 2578910 h 3682908"/>
                <a:gd name="connsiteX593" fmla="*/ 1045667 w 3862373"/>
                <a:gd name="connsiteY593" fmla="*/ 2578910 h 3682908"/>
                <a:gd name="connsiteX594" fmla="*/ 1084755 w 3862373"/>
                <a:gd name="connsiteY594" fmla="*/ 2617997 h 3682908"/>
                <a:gd name="connsiteX595" fmla="*/ 1045667 w 3862373"/>
                <a:gd name="connsiteY595" fmla="*/ 2657085 h 3682908"/>
                <a:gd name="connsiteX596" fmla="*/ 1006581 w 3862373"/>
                <a:gd name="connsiteY596" fmla="*/ 2617997 h 3682908"/>
                <a:gd name="connsiteX597" fmla="*/ 1045667 w 3862373"/>
                <a:gd name="connsiteY597" fmla="*/ 2578910 h 3682908"/>
                <a:gd name="connsiteX598" fmla="*/ 3300455 w 3862373"/>
                <a:gd name="connsiteY598" fmla="*/ 2486637 h 3682908"/>
                <a:gd name="connsiteX599" fmla="*/ 3339543 w 3862373"/>
                <a:gd name="connsiteY599" fmla="*/ 2525724 h 3682908"/>
                <a:gd name="connsiteX600" fmla="*/ 3300455 w 3862373"/>
                <a:gd name="connsiteY600" fmla="*/ 2564811 h 3682908"/>
                <a:gd name="connsiteX601" fmla="*/ 3261368 w 3862373"/>
                <a:gd name="connsiteY601" fmla="*/ 2525724 h 3682908"/>
                <a:gd name="connsiteX602" fmla="*/ 3300455 w 3862373"/>
                <a:gd name="connsiteY602" fmla="*/ 2486637 h 3682908"/>
                <a:gd name="connsiteX603" fmla="*/ 3205815 w 3862373"/>
                <a:gd name="connsiteY603" fmla="*/ 2486637 h 3682908"/>
                <a:gd name="connsiteX604" fmla="*/ 3244903 w 3862373"/>
                <a:gd name="connsiteY604" fmla="*/ 2525724 h 3682908"/>
                <a:gd name="connsiteX605" fmla="*/ 3205815 w 3862373"/>
                <a:gd name="connsiteY605" fmla="*/ 2564811 h 3682908"/>
                <a:gd name="connsiteX606" fmla="*/ 3166728 w 3862373"/>
                <a:gd name="connsiteY606" fmla="*/ 2525724 h 3682908"/>
                <a:gd name="connsiteX607" fmla="*/ 3205815 w 3862373"/>
                <a:gd name="connsiteY607" fmla="*/ 2486637 h 3682908"/>
                <a:gd name="connsiteX608" fmla="*/ 3111175 w 3862373"/>
                <a:gd name="connsiteY608" fmla="*/ 2486637 h 3682908"/>
                <a:gd name="connsiteX609" fmla="*/ 3150262 w 3862373"/>
                <a:gd name="connsiteY609" fmla="*/ 2525724 h 3682908"/>
                <a:gd name="connsiteX610" fmla="*/ 3111175 w 3862373"/>
                <a:gd name="connsiteY610" fmla="*/ 2564811 h 3682908"/>
                <a:gd name="connsiteX611" fmla="*/ 3072088 w 3862373"/>
                <a:gd name="connsiteY611" fmla="*/ 2525724 h 3682908"/>
                <a:gd name="connsiteX612" fmla="*/ 3111175 w 3862373"/>
                <a:gd name="connsiteY612" fmla="*/ 2486637 h 3682908"/>
                <a:gd name="connsiteX613" fmla="*/ 3018901 w 3862373"/>
                <a:gd name="connsiteY613" fmla="*/ 2486637 h 3682908"/>
                <a:gd name="connsiteX614" fmla="*/ 3057988 w 3862373"/>
                <a:gd name="connsiteY614" fmla="*/ 2525724 h 3682908"/>
                <a:gd name="connsiteX615" fmla="*/ 3018901 w 3862373"/>
                <a:gd name="connsiteY615" fmla="*/ 2564811 h 3682908"/>
                <a:gd name="connsiteX616" fmla="*/ 2979813 w 3862373"/>
                <a:gd name="connsiteY616" fmla="*/ 2525724 h 3682908"/>
                <a:gd name="connsiteX617" fmla="*/ 3018901 w 3862373"/>
                <a:gd name="connsiteY617" fmla="*/ 2486637 h 3682908"/>
                <a:gd name="connsiteX618" fmla="*/ 2924262 w 3862373"/>
                <a:gd name="connsiteY618" fmla="*/ 2486637 h 3682908"/>
                <a:gd name="connsiteX619" fmla="*/ 2963349 w 3862373"/>
                <a:gd name="connsiteY619" fmla="*/ 2525724 h 3682908"/>
                <a:gd name="connsiteX620" fmla="*/ 2924262 w 3862373"/>
                <a:gd name="connsiteY620" fmla="*/ 2564811 h 3682908"/>
                <a:gd name="connsiteX621" fmla="*/ 2885175 w 3862373"/>
                <a:gd name="connsiteY621" fmla="*/ 2525724 h 3682908"/>
                <a:gd name="connsiteX622" fmla="*/ 2924262 w 3862373"/>
                <a:gd name="connsiteY622" fmla="*/ 2486637 h 3682908"/>
                <a:gd name="connsiteX623" fmla="*/ 2831987 w 3862373"/>
                <a:gd name="connsiteY623" fmla="*/ 2486637 h 3682908"/>
                <a:gd name="connsiteX624" fmla="*/ 2871074 w 3862373"/>
                <a:gd name="connsiteY624" fmla="*/ 2525724 h 3682908"/>
                <a:gd name="connsiteX625" fmla="*/ 2831987 w 3862373"/>
                <a:gd name="connsiteY625" fmla="*/ 2564811 h 3682908"/>
                <a:gd name="connsiteX626" fmla="*/ 2792900 w 3862373"/>
                <a:gd name="connsiteY626" fmla="*/ 2525724 h 3682908"/>
                <a:gd name="connsiteX627" fmla="*/ 2831987 w 3862373"/>
                <a:gd name="connsiteY627" fmla="*/ 2486637 h 3682908"/>
                <a:gd name="connsiteX628" fmla="*/ 1798047 w 3862373"/>
                <a:gd name="connsiteY628" fmla="*/ 2486637 h 3682908"/>
                <a:gd name="connsiteX629" fmla="*/ 1837133 w 3862373"/>
                <a:gd name="connsiteY629" fmla="*/ 2525724 h 3682908"/>
                <a:gd name="connsiteX630" fmla="*/ 1798047 w 3862373"/>
                <a:gd name="connsiteY630" fmla="*/ 2564811 h 3682908"/>
                <a:gd name="connsiteX631" fmla="*/ 1758962 w 3862373"/>
                <a:gd name="connsiteY631" fmla="*/ 2525724 h 3682908"/>
                <a:gd name="connsiteX632" fmla="*/ 1798047 w 3862373"/>
                <a:gd name="connsiteY632" fmla="*/ 2486637 h 3682908"/>
                <a:gd name="connsiteX633" fmla="*/ 1703410 w 3862373"/>
                <a:gd name="connsiteY633" fmla="*/ 2486637 h 3682908"/>
                <a:gd name="connsiteX634" fmla="*/ 1742497 w 3862373"/>
                <a:gd name="connsiteY634" fmla="*/ 2525724 h 3682908"/>
                <a:gd name="connsiteX635" fmla="*/ 1703410 w 3862373"/>
                <a:gd name="connsiteY635" fmla="*/ 2564811 h 3682908"/>
                <a:gd name="connsiteX636" fmla="*/ 1664323 w 3862373"/>
                <a:gd name="connsiteY636" fmla="*/ 2525724 h 3682908"/>
                <a:gd name="connsiteX637" fmla="*/ 1703410 w 3862373"/>
                <a:gd name="connsiteY637" fmla="*/ 2486637 h 3682908"/>
                <a:gd name="connsiteX638" fmla="*/ 1611133 w 3862373"/>
                <a:gd name="connsiteY638" fmla="*/ 2486637 h 3682908"/>
                <a:gd name="connsiteX639" fmla="*/ 1650221 w 3862373"/>
                <a:gd name="connsiteY639" fmla="*/ 2525724 h 3682908"/>
                <a:gd name="connsiteX640" fmla="*/ 1611133 w 3862373"/>
                <a:gd name="connsiteY640" fmla="*/ 2564811 h 3682908"/>
                <a:gd name="connsiteX641" fmla="*/ 1572059 w 3862373"/>
                <a:gd name="connsiteY641" fmla="*/ 2525724 h 3682908"/>
                <a:gd name="connsiteX642" fmla="*/ 1611133 w 3862373"/>
                <a:gd name="connsiteY642" fmla="*/ 2486637 h 3682908"/>
                <a:gd name="connsiteX643" fmla="*/ 1516507 w 3862373"/>
                <a:gd name="connsiteY643" fmla="*/ 2486637 h 3682908"/>
                <a:gd name="connsiteX644" fmla="*/ 1555594 w 3862373"/>
                <a:gd name="connsiteY644" fmla="*/ 2525724 h 3682908"/>
                <a:gd name="connsiteX645" fmla="*/ 1516507 w 3862373"/>
                <a:gd name="connsiteY645" fmla="*/ 2564811 h 3682908"/>
                <a:gd name="connsiteX646" fmla="*/ 1477419 w 3862373"/>
                <a:gd name="connsiteY646" fmla="*/ 2525724 h 3682908"/>
                <a:gd name="connsiteX647" fmla="*/ 1516507 w 3862373"/>
                <a:gd name="connsiteY647" fmla="*/ 2486637 h 3682908"/>
                <a:gd name="connsiteX648" fmla="*/ 1419502 w 3862373"/>
                <a:gd name="connsiteY648" fmla="*/ 2486637 h 3682908"/>
                <a:gd name="connsiteX649" fmla="*/ 1458588 w 3862373"/>
                <a:gd name="connsiteY649" fmla="*/ 2525724 h 3682908"/>
                <a:gd name="connsiteX650" fmla="*/ 1419502 w 3862373"/>
                <a:gd name="connsiteY650" fmla="*/ 2564811 h 3682908"/>
                <a:gd name="connsiteX651" fmla="*/ 1380412 w 3862373"/>
                <a:gd name="connsiteY651" fmla="*/ 2525724 h 3682908"/>
                <a:gd name="connsiteX652" fmla="*/ 1419502 w 3862373"/>
                <a:gd name="connsiteY652" fmla="*/ 2486637 h 3682908"/>
                <a:gd name="connsiteX653" fmla="*/ 1329592 w 3862373"/>
                <a:gd name="connsiteY653" fmla="*/ 2486637 h 3682908"/>
                <a:gd name="connsiteX654" fmla="*/ 1368679 w 3862373"/>
                <a:gd name="connsiteY654" fmla="*/ 2525724 h 3682908"/>
                <a:gd name="connsiteX655" fmla="*/ 1329592 w 3862373"/>
                <a:gd name="connsiteY655" fmla="*/ 2564811 h 3682908"/>
                <a:gd name="connsiteX656" fmla="*/ 1290506 w 3862373"/>
                <a:gd name="connsiteY656" fmla="*/ 2525724 h 3682908"/>
                <a:gd name="connsiteX657" fmla="*/ 1329592 w 3862373"/>
                <a:gd name="connsiteY657" fmla="*/ 2486637 h 3682908"/>
                <a:gd name="connsiteX658" fmla="*/ 1232589 w 3862373"/>
                <a:gd name="connsiteY658" fmla="*/ 2486637 h 3682908"/>
                <a:gd name="connsiteX659" fmla="*/ 1271673 w 3862373"/>
                <a:gd name="connsiteY659" fmla="*/ 2525724 h 3682908"/>
                <a:gd name="connsiteX660" fmla="*/ 1232589 w 3862373"/>
                <a:gd name="connsiteY660" fmla="*/ 2564811 h 3682908"/>
                <a:gd name="connsiteX661" fmla="*/ 1193504 w 3862373"/>
                <a:gd name="connsiteY661" fmla="*/ 2525724 h 3682908"/>
                <a:gd name="connsiteX662" fmla="*/ 1232589 w 3862373"/>
                <a:gd name="connsiteY662" fmla="*/ 2486637 h 3682908"/>
                <a:gd name="connsiteX663" fmla="*/ 1142679 w 3862373"/>
                <a:gd name="connsiteY663" fmla="*/ 2486637 h 3682908"/>
                <a:gd name="connsiteX664" fmla="*/ 1181766 w 3862373"/>
                <a:gd name="connsiteY664" fmla="*/ 2525724 h 3682908"/>
                <a:gd name="connsiteX665" fmla="*/ 1142679 w 3862373"/>
                <a:gd name="connsiteY665" fmla="*/ 2564811 h 3682908"/>
                <a:gd name="connsiteX666" fmla="*/ 1103589 w 3862373"/>
                <a:gd name="connsiteY666" fmla="*/ 2525724 h 3682908"/>
                <a:gd name="connsiteX667" fmla="*/ 1142679 w 3862373"/>
                <a:gd name="connsiteY667" fmla="*/ 2486637 h 3682908"/>
                <a:gd name="connsiteX668" fmla="*/ 1045669 w 3862373"/>
                <a:gd name="connsiteY668" fmla="*/ 2486637 h 3682908"/>
                <a:gd name="connsiteX669" fmla="*/ 1084757 w 3862373"/>
                <a:gd name="connsiteY669" fmla="*/ 2525724 h 3682908"/>
                <a:gd name="connsiteX670" fmla="*/ 1045669 w 3862373"/>
                <a:gd name="connsiteY670" fmla="*/ 2564811 h 3682908"/>
                <a:gd name="connsiteX671" fmla="*/ 1006583 w 3862373"/>
                <a:gd name="connsiteY671" fmla="*/ 2525724 h 3682908"/>
                <a:gd name="connsiteX672" fmla="*/ 1045669 w 3862373"/>
                <a:gd name="connsiteY672" fmla="*/ 2486637 h 3682908"/>
                <a:gd name="connsiteX673" fmla="*/ 951032 w 3862373"/>
                <a:gd name="connsiteY673" fmla="*/ 2486637 h 3682908"/>
                <a:gd name="connsiteX674" fmla="*/ 990118 w 3862373"/>
                <a:gd name="connsiteY674" fmla="*/ 2525724 h 3682908"/>
                <a:gd name="connsiteX675" fmla="*/ 951032 w 3862373"/>
                <a:gd name="connsiteY675" fmla="*/ 2564811 h 3682908"/>
                <a:gd name="connsiteX676" fmla="*/ 911947 w 3862373"/>
                <a:gd name="connsiteY676" fmla="*/ 2525724 h 3682908"/>
                <a:gd name="connsiteX677" fmla="*/ 951032 w 3862373"/>
                <a:gd name="connsiteY677" fmla="*/ 2486637 h 3682908"/>
                <a:gd name="connsiteX678" fmla="*/ 3392730 w 3862373"/>
                <a:gd name="connsiteY678" fmla="*/ 2401461 h 3682908"/>
                <a:gd name="connsiteX679" fmla="*/ 3431817 w 3862373"/>
                <a:gd name="connsiteY679" fmla="*/ 2440548 h 3682908"/>
                <a:gd name="connsiteX680" fmla="*/ 3392730 w 3862373"/>
                <a:gd name="connsiteY680" fmla="*/ 2479635 h 3682908"/>
                <a:gd name="connsiteX681" fmla="*/ 3353643 w 3862373"/>
                <a:gd name="connsiteY681" fmla="*/ 2440548 h 3682908"/>
                <a:gd name="connsiteX682" fmla="*/ 3392730 w 3862373"/>
                <a:gd name="connsiteY682" fmla="*/ 2401461 h 3682908"/>
                <a:gd name="connsiteX683" fmla="*/ 3300455 w 3862373"/>
                <a:gd name="connsiteY683" fmla="*/ 2401461 h 3682908"/>
                <a:gd name="connsiteX684" fmla="*/ 3339543 w 3862373"/>
                <a:gd name="connsiteY684" fmla="*/ 2440548 h 3682908"/>
                <a:gd name="connsiteX685" fmla="*/ 3300455 w 3862373"/>
                <a:gd name="connsiteY685" fmla="*/ 2479635 h 3682908"/>
                <a:gd name="connsiteX686" fmla="*/ 3261368 w 3862373"/>
                <a:gd name="connsiteY686" fmla="*/ 2440548 h 3682908"/>
                <a:gd name="connsiteX687" fmla="*/ 3300455 w 3862373"/>
                <a:gd name="connsiteY687" fmla="*/ 2401461 h 3682908"/>
                <a:gd name="connsiteX688" fmla="*/ 3205815 w 3862373"/>
                <a:gd name="connsiteY688" fmla="*/ 2401461 h 3682908"/>
                <a:gd name="connsiteX689" fmla="*/ 3244903 w 3862373"/>
                <a:gd name="connsiteY689" fmla="*/ 2440548 h 3682908"/>
                <a:gd name="connsiteX690" fmla="*/ 3205815 w 3862373"/>
                <a:gd name="connsiteY690" fmla="*/ 2479635 h 3682908"/>
                <a:gd name="connsiteX691" fmla="*/ 3166728 w 3862373"/>
                <a:gd name="connsiteY691" fmla="*/ 2440548 h 3682908"/>
                <a:gd name="connsiteX692" fmla="*/ 3205815 w 3862373"/>
                <a:gd name="connsiteY692" fmla="*/ 2401461 h 3682908"/>
                <a:gd name="connsiteX693" fmla="*/ 3111175 w 3862373"/>
                <a:gd name="connsiteY693" fmla="*/ 2401461 h 3682908"/>
                <a:gd name="connsiteX694" fmla="*/ 3150262 w 3862373"/>
                <a:gd name="connsiteY694" fmla="*/ 2440548 h 3682908"/>
                <a:gd name="connsiteX695" fmla="*/ 3111175 w 3862373"/>
                <a:gd name="connsiteY695" fmla="*/ 2479635 h 3682908"/>
                <a:gd name="connsiteX696" fmla="*/ 3072088 w 3862373"/>
                <a:gd name="connsiteY696" fmla="*/ 2440548 h 3682908"/>
                <a:gd name="connsiteX697" fmla="*/ 3111175 w 3862373"/>
                <a:gd name="connsiteY697" fmla="*/ 2401461 h 3682908"/>
                <a:gd name="connsiteX698" fmla="*/ 3018901 w 3862373"/>
                <a:gd name="connsiteY698" fmla="*/ 2401461 h 3682908"/>
                <a:gd name="connsiteX699" fmla="*/ 3057988 w 3862373"/>
                <a:gd name="connsiteY699" fmla="*/ 2440548 h 3682908"/>
                <a:gd name="connsiteX700" fmla="*/ 3018901 w 3862373"/>
                <a:gd name="connsiteY700" fmla="*/ 2479635 h 3682908"/>
                <a:gd name="connsiteX701" fmla="*/ 2979813 w 3862373"/>
                <a:gd name="connsiteY701" fmla="*/ 2440548 h 3682908"/>
                <a:gd name="connsiteX702" fmla="*/ 3018901 w 3862373"/>
                <a:gd name="connsiteY702" fmla="*/ 2401461 h 3682908"/>
                <a:gd name="connsiteX703" fmla="*/ 2924262 w 3862373"/>
                <a:gd name="connsiteY703" fmla="*/ 2401461 h 3682908"/>
                <a:gd name="connsiteX704" fmla="*/ 2963349 w 3862373"/>
                <a:gd name="connsiteY704" fmla="*/ 2440548 h 3682908"/>
                <a:gd name="connsiteX705" fmla="*/ 2924262 w 3862373"/>
                <a:gd name="connsiteY705" fmla="*/ 2479635 h 3682908"/>
                <a:gd name="connsiteX706" fmla="*/ 2885175 w 3862373"/>
                <a:gd name="connsiteY706" fmla="*/ 2440548 h 3682908"/>
                <a:gd name="connsiteX707" fmla="*/ 2924262 w 3862373"/>
                <a:gd name="connsiteY707" fmla="*/ 2401461 h 3682908"/>
                <a:gd name="connsiteX708" fmla="*/ 2831987 w 3862373"/>
                <a:gd name="connsiteY708" fmla="*/ 2401461 h 3682908"/>
                <a:gd name="connsiteX709" fmla="*/ 2871074 w 3862373"/>
                <a:gd name="connsiteY709" fmla="*/ 2440548 h 3682908"/>
                <a:gd name="connsiteX710" fmla="*/ 2831987 w 3862373"/>
                <a:gd name="connsiteY710" fmla="*/ 2479635 h 3682908"/>
                <a:gd name="connsiteX711" fmla="*/ 2792900 w 3862373"/>
                <a:gd name="connsiteY711" fmla="*/ 2440548 h 3682908"/>
                <a:gd name="connsiteX712" fmla="*/ 2831987 w 3862373"/>
                <a:gd name="connsiteY712" fmla="*/ 2401461 h 3682908"/>
                <a:gd name="connsiteX713" fmla="*/ 2737353 w 3862373"/>
                <a:gd name="connsiteY713" fmla="*/ 2401461 h 3682908"/>
                <a:gd name="connsiteX714" fmla="*/ 2776434 w 3862373"/>
                <a:gd name="connsiteY714" fmla="*/ 2440548 h 3682908"/>
                <a:gd name="connsiteX715" fmla="*/ 2737353 w 3862373"/>
                <a:gd name="connsiteY715" fmla="*/ 2479635 h 3682908"/>
                <a:gd name="connsiteX716" fmla="*/ 2698263 w 3862373"/>
                <a:gd name="connsiteY716" fmla="*/ 2440548 h 3682908"/>
                <a:gd name="connsiteX717" fmla="*/ 2737353 w 3862373"/>
                <a:gd name="connsiteY717" fmla="*/ 2401461 h 3682908"/>
                <a:gd name="connsiteX718" fmla="*/ 1611133 w 3862373"/>
                <a:gd name="connsiteY718" fmla="*/ 2401461 h 3682908"/>
                <a:gd name="connsiteX719" fmla="*/ 1650223 w 3862373"/>
                <a:gd name="connsiteY719" fmla="*/ 2440548 h 3682908"/>
                <a:gd name="connsiteX720" fmla="*/ 1611133 w 3862373"/>
                <a:gd name="connsiteY720" fmla="*/ 2479635 h 3682908"/>
                <a:gd name="connsiteX721" fmla="*/ 1572061 w 3862373"/>
                <a:gd name="connsiteY721" fmla="*/ 2440548 h 3682908"/>
                <a:gd name="connsiteX722" fmla="*/ 1611133 w 3862373"/>
                <a:gd name="connsiteY722" fmla="*/ 2401461 h 3682908"/>
                <a:gd name="connsiteX723" fmla="*/ 1516509 w 3862373"/>
                <a:gd name="connsiteY723" fmla="*/ 2401461 h 3682908"/>
                <a:gd name="connsiteX724" fmla="*/ 1555596 w 3862373"/>
                <a:gd name="connsiteY724" fmla="*/ 2440548 h 3682908"/>
                <a:gd name="connsiteX725" fmla="*/ 1516509 w 3862373"/>
                <a:gd name="connsiteY725" fmla="*/ 2479635 h 3682908"/>
                <a:gd name="connsiteX726" fmla="*/ 1477421 w 3862373"/>
                <a:gd name="connsiteY726" fmla="*/ 2440548 h 3682908"/>
                <a:gd name="connsiteX727" fmla="*/ 1516509 w 3862373"/>
                <a:gd name="connsiteY727" fmla="*/ 2401461 h 3682908"/>
                <a:gd name="connsiteX728" fmla="*/ 1419503 w 3862373"/>
                <a:gd name="connsiteY728" fmla="*/ 2401461 h 3682908"/>
                <a:gd name="connsiteX729" fmla="*/ 1458589 w 3862373"/>
                <a:gd name="connsiteY729" fmla="*/ 2440548 h 3682908"/>
                <a:gd name="connsiteX730" fmla="*/ 1419503 w 3862373"/>
                <a:gd name="connsiteY730" fmla="*/ 2479635 h 3682908"/>
                <a:gd name="connsiteX731" fmla="*/ 1380413 w 3862373"/>
                <a:gd name="connsiteY731" fmla="*/ 2440548 h 3682908"/>
                <a:gd name="connsiteX732" fmla="*/ 1419503 w 3862373"/>
                <a:gd name="connsiteY732" fmla="*/ 2401461 h 3682908"/>
                <a:gd name="connsiteX733" fmla="*/ 1329593 w 3862373"/>
                <a:gd name="connsiteY733" fmla="*/ 2401461 h 3682908"/>
                <a:gd name="connsiteX734" fmla="*/ 1368682 w 3862373"/>
                <a:gd name="connsiteY734" fmla="*/ 2440548 h 3682908"/>
                <a:gd name="connsiteX735" fmla="*/ 1329593 w 3862373"/>
                <a:gd name="connsiteY735" fmla="*/ 2479635 h 3682908"/>
                <a:gd name="connsiteX736" fmla="*/ 1290509 w 3862373"/>
                <a:gd name="connsiteY736" fmla="*/ 2440548 h 3682908"/>
                <a:gd name="connsiteX737" fmla="*/ 1329593 w 3862373"/>
                <a:gd name="connsiteY737" fmla="*/ 2401461 h 3682908"/>
                <a:gd name="connsiteX738" fmla="*/ 1232592 w 3862373"/>
                <a:gd name="connsiteY738" fmla="*/ 2401461 h 3682908"/>
                <a:gd name="connsiteX739" fmla="*/ 1271676 w 3862373"/>
                <a:gd name="connsiteY739" fmla="*/ 2440548 h 3682908"/>
                <a:gd name="connsiteX740" fmla="*/ 1232592 w 3862373"/>
                <a:gd name="connsiteY740" fmla="*/ 2479635 h 3682908"/>
                <a:gd name="connsiteX741" fmla="*/ 1193507 w 3862373"/>
                <a:gd name="connsiteY741" fmla="*/ 2440548 h 3682908"/>
                <a:gd name="connsiteX742" fmla="*/ 1232592 w 3862373"/>
                <a:gd name="connsiteY742" fmla="*/ 2401461 h 3682908"/>
                <a:gd name="connsiteX743" fmla="*/ 1142682 w 3862373"/>
                <a:gd name="connsiteY743" fmla="*/ 2401461 h 3682908"/>
                <a:gd name="connsiteX744" fmla="*/ 1181770 w 3862373"/>
                <a:gd name="connsiteY744" fmla="*/ 2440548 h 3682908"/>
                <a:gd name="connsiteX745" fmla="*/ 1142682 w 3862373"/>
                <a:gd name="connsiteY745" fmla="*/ 2479635 h 3682908"/>
                <a:gd name="connsiteX746" fmla="*/ 1103591 w 3862373"/>
                <a:gd name="connsiteY746" fmla="*/ 2440548 h 3682908"/>
                <a:gd name="connsiteX747" fmla="*/ 1142682 w 3862373"/>
                <a:gd name="connsiteY747" fmla="*/ 2401461 h 3682908"/>
                <a:gd name="connsiteX748" fmla="*/ 1045671 w 3862373"/>
                <a:gd name="connsiteY748" fmla="*/ 2401461 h 3682908"/>
                <a:gd name="connsiteX749" fmla="*/ 1084758 w 3862373"/>
                <a:gd name="connsiteY749" fmla="*/ 2440548 h 3682908"/>
                <a:gd name="connsiteX750" fmla="*/ 1045671 w 3862373"/>
                <a:gd name="connsiteY750" fmla="*/ 2479635 h 3682908"/>
                <a:gd name="connsiteX751" fmla="*/ 1006585 w 3862373"/>
                <a:gd name="connsiteY751" fmla="*/ 2440548 h 3682908"/>
                <a:gd name="connsiteX752" fmla="*/ 1045671 w 3862373"/>
                <a:gd name="connsiteY752" fmla="*/ 2401461 h 3682908"/>
                <a:gd name="connsiteX753" fmla="*/ 951035 w 3862373"/>
                <a:gd name="connsiteY753" fmla="*/ 2401461 h 3682908"/>
                <a:gd name="connsiteX754" fmla="*/ 990120 w 3862373"/>
                <a:gd name="connsiteY754" fmla="*/ 2440548 h 3682908"/>
                <a:gd name="connsiteX755" fmla="*/ 951035 w 3862373"/>
                <a:gd name="connsiteY755" fmla="*/ 2479635 h 3682908"/>
                <a:gd name="connsiteX756" fmla="*/ 911949 w 3862373"/>
                <a:gd name="connsiteY756" fmla="*/ 2440548 h 3682908"/>
                <a:gd name="connsiteX757" fmla="*/ 951035 w 3862373"/>
                <a:gd name="connsiteY757" fmla="*/ 2401461 h 3682908"/>
                <a:gd name="connsiteX758" fmla="*/ 3300457 w 3862373"/>
                <a:gd name="connsiteY758" fmla="*/ 2318653 h 3682908"/>
                <a:gd name="connsiteX759" fmla="*/ 3339544 w 3862373"/>
                <a:gd name="connsiteY759" fmla="*/ 2357740 h 3682908"/>
                <a:gd name="connsiteX760" fmla="*/ 3300457 w 3862373"/>
                <a:gd name="connsiteY760" fmla="*/ 2396827 h 3682908"/>
                <a:gd name="connsiteX761" fmla="*/ 3261369 w 3862373"/>
                <a:gd name="connsiteY761" fmla="*/ 2357740 h 3682908"/>
                <a:gd name="connsiteX762" fmla="*/ 3300457 w 3862373"/>
                <a:gd name="connsiteY762" fmla="*/ 2318653 h 3682908"/>
                <a:gd name="connsiteX763" fmla="*/ 3205817 w 3862373"/>
                <a:gd name="connsiteY763" fmla="*/ 2318653 h 3682908"/>
                <a:gd name="connsiteX764" fmla="*/ 3244904 w 3862373"/>
                <a:gd name="connsiteY764" fmla="*/ 2357740 h 3682908"/>
                <a:gd name="connsiteX765" fmla="*/ 3205817 w 3862373"/>
                <a:gd name="connsiteY765" fmla="*/ 2396827 h 3682908"/>
                <a:gd name="connsiteX766" fmla="*/ 3166729 w 3862373"/>
                <a:gd name="connsiteY766" fmla="*/ 2357740 h 3682908"/>
                <a:gd name="connsiteX767" fmla="*/ 3205817 w 3862373"/>
                <a:gd name="connsiteY767" fmla="*/ 2318653 h 3682908"/>
                <a:gd name="connsiteX768" fmla="*/ 3111177 w 3862373"/>
                <a:gd name="connsiteY768" fmla="*/ 2318653 h 3682908"/>
                <a:gd name="connsiteX769" fmla="*/ 3150264 w 3862373"/>
                <a:gd name="connsiteY769" fmla="*/ 2357740 h 3682908"/>
                <a:gd name="connsiteX770" fmla="*/ 3111177 w 3862373"/>
                <a:gd name="connsiteY770" fmla="*/ 2396827 h 3682908"/>
                <a:gd name="connsiteX771" fmla="*/ 3072089 w 3862373"/>
                <a:gd name="connsiteY771" fmla="*/ 2357740 h 3682908"/>
                <a:gd name="connsiteX772" fmla="*/ 3111177 w 3862373"/>
                <a:gd name="connsiteY772" fmla="*/ 2318653 h 3682908"/>
                <a:gd name="connsiteX773" fmla="*/ 3018902 w 3862373"/>
                <a:gd name="connsiteY773" fmla="*/ 2318653 h 3682908"/>
                <a:gd name="connsiteX774" fmla="*/ 3057989 w 3862373"/>
                <a:gd name="connsiteY774" fmla="*/ 2357740 h 3682908"/>
                <a:gd name="connsiteX775" fmla="*/ 3018902 w 3862373"/>
                <a:gd name="connsiteY775" fmla="*/ 2396827 h 3682908"/>
                <a:gd name="connsiteX776" fmla="*/ 2979815 w 3862373"/>
                <a:gd name="connsiteY776" fmla="*/ 2357740 h 3682908"/>
                <a:gd name="connsiteX777" fmla="*/ 3018902 w 3862373"/>
                <a:gd name="connsiteY777" fmla="*/ 2318653 h 3682908"/>
                <a:gd name="connsiteX778" fmla="*/ 2924263 w 3862373"/>
                <a:gd name="connsiteY778" fmla="*/ 2318653 h 3682908"/>
                <a:gd name="connsiteX779" fmla="*/ 2963349 w 3862373"/>
                <a:gd name="connsiteY779" fmla="*/ 2357740 h 3682908"/>
                <a:gd name="connsiteX780" fmla="*/ 2924263 w 3862373"/>
                <a:gd name="connsiteY780" fmla="*/ 2396827 h 3682908"/>
                <a:gd name="connsiteX781" fmla="*/ 2885175 w 3862373"/>
                <a:gd name="connsiteY781" fmla="*/ 2357740 h 3682908"/>
                <a:gd name="connsiteX782" fmla="*/ 2924263 w 3862373"/>
                <a:gd name="connsiteY782" fmla="*/ 2318653 h 3682908"/>
                <a:gd name="connsiteX783" fmla="*/ 2831988 w 3862373"/>
                <a:gd name="connsiteY783" fmla="*/ 2318653 h 3682908"/>
                <a:gd name="connsiteX784" fmla="*/ 2871075 w 3862373"/>
                <a:gd name="connsiteY784" fmla="*/ 2357740 h 3682908"/>
                <a:gd name="connsiteX785" fmla="*/ 2831988 w 3862373"/>
                <a:gd name="connsiteY785" fmla="*/ 2396827 h 3682908"/>
                <a:gd name="connsiteX786" fmla="*/ 2792901 w 3862373"/>
                <a:gd name="connsiteY786" fmla="*/ 2357740 h 3682908"/>
                <a:gd name="connsiteX787" fmla="*/ 2831988 w 3862373"/>
                <a:gd name="connsiteY787" fmla="*/ 2318653 h 3682908"/>
                <a:gd name="connsiteX788" fmla="*/ 2737354 w 3862373"/>
                <a:gd name="connsiteY788" fmla="*/ 2318653 h 3682908"/>
                <a:gd name="connsiteX789" fmla="*/ 2776435 w 3862373"/>
                <a:gd name="connsiteY789" fmla="*/ 2357740 h 3682908"/>
                <a:gd name="connsiteX790" fmla="*/ 2737354 w 3862373"/>
                <a:gd name="connsiteY790" fmla="*/ 2396827 h 3682908"/>
                <a:gd name="connsiteX791" fmla="*/ 2698264 w 3862373"/>
                <a:gd name="connsiteY791" fmla="*/ 2357740 h 3682908"/>
                <a:gd name="connsiteX792" fmla="*/ 2737354 w 3862373"/>
                <a:gd name="connsiteY792" fmla="*/ 2318653 h 3682908"/>
                <a:gd name="connsiteX793" fmla="*/ 1516512 w 3862373"/>
                <a:gd name="connsiteY793" fmla="*/ 2318653 h 3682908"/>
                <a:gd name="connsiteX794" fmla="*/ 1555598 w 3862373"/>
                <a:gd name="connsiteY794" fmla="*/ 2357740 h 3682908"/>
                <a:gd name="connsiteX795" fmla="*/ 1516512 w 3862373"/>
                <a:gd name="connsiteY795" fmla="*/ 2396827 h 3682908"/>
                <a:gd name="connsiteX796" fmla="*/ 1477423 w 3862373"/>
                <a:gd name="connsiteY796" fmla="*/ 2357740 h 3682908"/>
                <a:gd name="connsiteX797" fmla="*/ 1516512 w 3862373"/>
                <a:gd name="connsiteY797" fmla="*/ 2318653 h 3682908"/>
                <a:gd name="connsiteX798" fmla="*/ 1419506 w 3862373"/>
                <a:gd name="connsiteY798" fmla="*/ 2318653 h 3682908"/>
                <a:gd name="connsiteX799" fmla="*/ 1458594 w 3862373"/>
                <a:gd name="connsiteY799" fmla="*/ 2357740 h 3682908"/>
                <a:gd name="connsiteX800" fmla="*/ 1419506 w 3862373"/>
                <a:gd name="connsiteY800" fmla="*/ 2396827 h 3682908"/>
                <a:gd name="connsiteX801" fmla="*/ 1380417 w 3862373"/>
                <a:gd name="connsiteY801" fmla="*/ 2357740 h 3682908"/>
                <a:gd name="connsiteX802" fmla="*/ 1419506 w 3862373"/>
                <a:gd name="connsiteY802" fmla="*/ 2318653 h 3682908"/>
                <a:gd name="connsiteX803" fmla="*/ 1329595 w 3862373"/>
                <a:gd name="connsiteY803" fmla="*/ 2318653 h 3682908"/>
                <a:gd name="connsiteX804" fmla="*/ 1368683 w 3862373"/>
                <a:gd name="connsiteY804" fmla="*/ 2357740 h 3682908"/>
                <a:gd name="connsiteX805" fmla="*/ 1329595 w 3862373"/>
                <a:gd name="connsiteY805" fmla="*/ 2396827 h 3682908"/>
                <a:gd name="connsiteX806" fmla="*/ 1290510 w 3862373"/>
                <a:gd name="connsiteY806" fmla="*/ 2357740 h 3682908"/>
                <a:gd name="connsiteX807" fmla="*/ 1329595 w 3862373"/>
                <a:gd name="connsiteY807" fmla="*/ 2318653 h 3682908"/>
                <a:gd name="connsiteX808" fmla="*/ 1232594 w 3862373"/>
                <a:gd name="connsiteY808" fmla="*/ 2318653 h 3682908"/>
                <a:gd name="connsiteX809" fmla="*/ 1271677 w 3862373"/>
                <a:gd name="connsiteY809" fmla="*/ 2357740 h 3682908"/>
                <a:gd name="connsiteX810" fmla="*/ 1232594 w 3862373"/>
                <a:gd name="connsiteY810" fmla="*/ 2396827 h 3682908"/>
                <a:gd name="connsiteX811" fmla="*/ 1193507 w 3862373"/>
                <a:gd name="connsiteY811" fmla="*/ 2357740 h 3682908"/>
                <a:gd name="connsiteX812" fmla="*/ 1232594 w 3862373"/>
                <a:gd name="connsiteY812" fmla="*/ 2318653 h 3682908"/>
                <a:gd name="connsiteX813" fmla="*/ 1142684 w 3862373"/>
                <a:gd name="connsiteY813" fmla="*/ 2318653 h 3682908"/>
                <a:gd name="connsiteX814" fmla="*/ 1181772 w 3862373"/>
                <a:gd name="connsiteY814" fmla="*/ 2357740 h 3682908"/>
                <a:gd name="connsiteX815" fmla="*/ 1142684 w 3862373"/>
                <a:gd name="connsiteY815" fmla="*/ 2396827 h 3682908"/>
                <a:gd name="connsiteX816" fmla="*/ 1103594 w 3862373"/>
                <a:gd name="connsiteY816" fmla="*/ 2357740 h 3682908"/>
                <a:gd name="connsiteX817" fmla="*/ 1142684 w 3862373"/>
                <a:gd name="connsiteY817" fmla="*/ 2318653 h 3682908"/>
                <a:gd name="connsiteX818" fmla="*/ 1045673 w 3862373"/>
                <a:gd name="connsiteY818" fmla="*/ 2318653 h 3682908"/>
                <a:gd name="connsiteX819" fmla="*/ 1084760 w 3862373"/>
                <a:gd name="connsiteY819" fmla="*/ 2357740 h 3682908"/>
                <a:gd name="connsiteX820" fmla="*/ 1045673 w 3862373"/>
                <a:gd name="connsiteY820" fmla="*/ 2396827 h 3682908"/>
                <a:gd name="connsiteX821" fmla="*/ 1006587 w 3862373"/>
                <a:gd name="connsiteY821" fmla="*/ 2357740 h 3682908"/>
                <a:gd name="connsiteX822" fmla="*/ 1045673 w 3862373"/>
                <a:gd name="connsiteY822" fmla="*/ 2318653 h 3682908"/>
                <a:gd name="connsiteX823" fmla="*/ 3489735 w 3862373"/>
                <a:gd name="connsiteY823" fmla="*/ 2318651 h 3682908"/>
                <a:gd name="connsiteX824" fmla="*/ 3528823 w 3862373"/>
                <a:gd name="connsiteY824" fmla="*/ 2357738 h 3682908"/>
                <a:gd name="connsiteX825" fmla="*/ 3489735 w 3862373"/>
                <a:gd name="connsiteY825" fmla="*/ 2396825 h 3682908"/>
                <a:gd name="connsiteX826" fmla="*/ 3450649 w 3862373"/>
                <a:gd name="connsiteY826" fmla="*/ 2357738 h 3682908"/>
                <a:gd name="connsiteX827" fmla="*/ 3489735 w 3862373"/>
                <a:gd name="connsiteY827" fmla="*/ 2318651 h 3682908"/>
                <a:gd name="connsiteX828" fmla="*/ 3392730 w 3862373"/>
                <a:gd name="connsiteY828" fmla="*/ 2318651 h 3682908"/>
                <a:gd name="connsiteX829" fmla="*/ 3431817 w 3862373"/>
                <a:gd name="connsiteY829" fmla="*/ 2357738 h 3682908"/>
                <a:gd name="connsiteX830" fmla="*/ 3392730 w 3862373"/>
                <a:gd name="connsiteY830" fmla="*/ 2396825 h 3682908"/>
                <a:gd name="connsiteX831" fmla="*/ 3353643 w 3862373"/>
                <a:gd name="connsiteY831" fmla="*/ 2357738 h 3682908"/>
                <a:gd name="connsiteX832" fmla="*/ 3392730 w 3862373"/>
                <a:gd name="connsiteY832" fmla="*/ 2318651 h 3682908"/>
                <a:gd name="connsiteX833" fmla="*/ 3489737 w 3862373"/>
                <a:gd name="connsiteY833" fmla="*/ 2233477 h 3682908"/>
                <a:gd name="connsiteX834" fmla="*/ 3528823 w 3862373"/>
                <a:gd name="connsiteY834" fmla="*/ 2272564 h 3682908"/>
                <a:gd name="connsiteX835" fmla="*/ 3489737 w 3862373"/>
                <a:gd name="connsiteY835" fmla="*/ 2311651 h 3682908"/>
                <a:gd name="connsiteX836" fmla="*/ 3450649 w 3862373"/>
                <a:gd name="connsiteY836" fmla="*/ 2272564 h 3682908"/>
                <a:gd name="connsiteX837" fmla="*/ 3489737 w 3862373"/>
                <a:gd name="connsiteY837" fmla="*/ 2233477 h 3682908"/>
                <a:gd name="connsiteX838" fmla="*/ 3392731 w 3862373"/>
                <a:gd name="connsiteY838" fmla="*/ 2233477 h 3682908"/>
                <a:gd name="connsiteX839" fmla="*/ 3431819 w 3862373"/>
                <a:gd name="connsiteY839" fmla="*/ 2272564 h 3682908"/>
                <a:gd name="connsiteX840" fmla="*/ 3392731 w 3862373"/>
                <a:gd name="connsiteY840" fmla="*/ 2311651 h 3682908"/>
                <a:gd name="connsiteX841" fmla="*/ 3353644 w 3862373"/>
                <a:gd name="connsiteY841" fmla="*/ 2272564 h 3682908"/>
                <a:gd name="connsiteX842" fmla="*/ 3392731 w 3862373"/>
                <a:gd name="connsiteY842" fmla="*/ 2233477 h 3682908"/>
                <a:gd name="connsiteX843" fmla="*/ 3300457 w 3862373"/>
                <a:gd name="connsiteY843" fmla="*/ 2233477 h 3682908"/>
                <a:gd name="connsiteX844" fmla="*/ 3339544 w 3862373"/>
                <a:gd name="connsiteY844" fmla="*/ 2272564 h 3682908"/>
                <a:gd name="connsiteX845" fmla="*/ 3300457 w 3862373"/>
                <a:gd name="connsiteY845" fmla="*/ 2311651 h 3682908"/>
                <a:gd name="connsiteX846" fmla="*/ 3261369 w 3862373"/>
                <a:gd name="connsiteY846" fmla="*/ 2272564 h 3682908"/>
                <a:gd name="connsiteX847" fmla="*/ 3300457 w 3862373"/>
                <a:gd name="connsiteY847" fmla="*/ 2233477 h 3682908"/>
                <a:gd name="connsiteX848" fmla="*/ 3205817 w 3862373"/>
                <a:gd name="connsiteY848" fmla="*/ 2233477 h 3682908"/>
                <a:gd name="connsiteX849" fmla="*/ 3244904 w 3862373"/>
                <a:gd name="connsiteY849" fmla="*/ 2272564 h 3682908"/>
                <a:gd name="connsiteX850" fmla="*/ 3205817 w 3862373"/>
                <a:gd name="connsiteY850" fmla="*/ 2311651 h 3682908"/>
                <a:gd name="connsiteX851" fmla="*/ 3166729 w 3862373"/>
                <a:gd name="connsiteY851" fmla="*/ 2272564 h 3682908"/>
                <a:gd name="connsiteX852" fmla="*/ 3205817 w 3862373"/>
                <a:gd name="connsiteY852" fmla="*/ 2233477 h 3682908"/>
                <a:gd name="connsiteX853" fmla="*/ 3111177 w 3862373"/>
                <a:gd name="connsiteY853" fmla="*/ 2233477 h 3682908"/>
                <a:gd name="connsiteX854" fmla="*/ 3150264 w 3862373"/>
                <a:gd name="connsiteY854" fmla="*/ 2272564 h 3682908"/>
                <a:gd name="connsiteX855" fmla="*/ 3111177 w 3862373"/>
                <a:gd name="connsiteY855" fmla="*/ 2311651 h 3682908"/>
                <a:gd name="connsiteX856" fmla="*/ 3072089 w 3862373"/>
                <a:gd name="connsiteY856" fmla="*/ 2272564 h 3682908"/>
                <a:gd name="connsiteX857" fmla="*/ 3111177 w 3862373"/>
                <a:gd name="connsiteY857" fmla="*/ 2233477 h 3682908"/>
                <a:gd name="connsiteX858" fmla="*/ 3018902 w 3862373"/>
                <a:gd name="connsiteY858" fmla="*/ 2233477 h 3682908"/>
                <a:gd name="connsiteX859" fmla="*/ 3057989 w 3862373"/>
                <a:gd name="connsiteY859" fmla="*/ 2272564 h 3682908"/>
                <a:gd name="connsiteX860" fmla="*/ 3018902 w 3862373"/>
                <a:gd name="connsiteY860" fmla="*/ 2311651 h 3682908"/>
                <a:gd name="connsiteX861" fmla="*/ 2979815 w 3862373"/>
                <a:gd name="connsiteY861" fmla="*/ 2272564 h 3682908"/>
                <a:gd name="connsiteX862" fmla="*/ 3018902 w 3862373"/>
                <a:gd name="connsiteY862" fmla="*/ 2233477 h 3682908"/>
                <a:gd name="connsiteX863" fmla="*/ 2924263 w 3862373"/>
                <a:gd name="connsiteY863" fmla="*/ 2233477 h 3682908"/>
                <a:gd name="connsiteX864" fmla="*/ 2963349 w 3862373"/>
                <a:gd name="connsiteY864" fmla="*/ 2272564 h 3682908"/>
                <a:gd name="connsiteX865" fmla="*/ 2924263 w 3862373"/>
                <a:gd name="connsiteY865" fmla="*/ 2311651 h 3682908"/>
                <a:gd name="connsiteX866" fmla="*/ 2885175 w 3862373"/>
                <a:gd name="connsiteY866" fmla="*/ 2272564 h 3682908"/>
                <a:gd name="connsiteX867" fmla="*/ 2924263 w 3862373"/>
                <a:gd name="connsiteY867" fmla="*/ 2233477 h 3682908"/>
                <a:gd name="connsiteX868" fmla="*/ 2831988 w 3862373"/>
                <a:gd name="connsiteY868" fmla="*/ 2233477 h 3682908"/>
                <a:gd name="connsiteX869" fmla="*/ 2871075 w 3862373"/>
                <a:gd name="connsiteY869" fmla="*/ 2272564 h 3682908"/>
                <a:gd name="connsiteX870" fmla="*/ 2831988 w 3862373"/>
                <a:gd name="connsiteY870" fmla="*/ 2311651 h 3682908"/>
                <a:gd name="connsiteX871" fmla="*/ 2792901 w 3862373"/>
                <a:gd name="connsiteY871" fmla="*/ 2272564 h 3682908"/>
                <a:gd name="connsiteX872" fmla="*/ 2831988 w 3862373"/>
                <a:gd name="connsiteY872" fmla="*/ 2233477 h 3682908"/>
                <a:gd name="connsiteX873" fmla="*/ 2737354 w 3862373"/>
                <a:gd name="connsiteY873" fmla="*/ 2233477 h 3682908"/>
                <a:gd name="connsiteX874" fmla="*/ 2776435 w 3862373"/>
                <a:gd name="connsiteY874" fmla="*/ 2272564 h 3682908"/>
                <a:gd name="connsiteX875" fmla="*/ 2737354 w 3862373"/>
                <a:gd name="connsiteY875" fmla="*/ 2311651 h 3682908"/>
                <a:gd name="connsiteX876" fmla="*/ 2698264 w 3862373"/>
                <a:gd name="connsiteY876" fmla="*/ 2272564 h 3682908"/>
                <a:gd name="connsiteX877" fmla="*/ 2737354 w 3862373"/>
                <a:gd name="connsiteY877" fmla="*/ 2233477 h 3682908"/>
                <a:gd name="connsiteX878" fmla="*/ 2645073 w 3862373"/>
                <a:gd name="connsiteY878" fmla="*/ 2233477 h 3682908"/>
                <a:gd name="connsiteX879" fmla="*/ 2684163 w 3862373"/>
                <a:gd name="connsiteY879" fmla="*/ 2272564 h 3682908"/>
                <a:gd name="connsiteX880" fmla="*/ 2645073 w 3862373"/>
                <a:gd name="connsiteY880" fmla="*/ 2311651 h 3682908"/>
                <a:gd name="connsiteX881" fmla="*/ 2605987 w 3862373"/>
                <a:gd name="connsiteY881" fmla="*/ 2272564 h 3682908"/>
                <a:gd name="connsiteX882" fmla="*/ 2645073 w 3862373"/>
                <a:gd name="connsiteY882" fmla="*/ 2233477 h 3682908"/>
                <a:gd name="connsiteX883" fmla="*/ 2550435 w 3862373"/>
                <a:gd name="connsiteY883" fmla="*/ 2233477 h 3682908"/>
                <a:gd name="connsiteX884" fmla="*/ 2589521 w 3862373"/>
                <a:gd name="connsiteY884" fmla="*/ 2272564 h 3682908"/>
                <a:gd name="connsiteX885" fmla="*/ 2550435 w 3862373"/>
                <a:gd name="connsiteY885" fmla="*/ 2311651 h 3682908"/>
                <a:gd name="connsiteX886" fmla="*/ 2511349 w 3862373"/>
                <a:gd name="connsiteY886" fmla="*/ 2272564 h 3682908"/>
                <a:gd name="connsiteX887" fmla="*/ 2550435 w 3862373"/>
                <a:gd name="connsiteY887" fmla="*/ 2233477 h 3682908"/>
                <a:gd name="connsiteX888" fmla="*/ 2458164 w 3862373"/>
                <a:gd name="connsiteY888" fmla="*/ 2233477 h 3682908"/>
                <a:gd name="connsiteX889" fmla="*/ 2497250 w 3862373"/>
                <a:gd name="connsiteY889" fmla="*/ 2272564 h 3682908"/>
                <a:gd name="connsiteX890" fmla="*/ 2458164 w 3862373"/>
                <a:gd name="connsiteY890" fmla="*/ 2311651 h 3682908"/>
                <a:gd name="connsiteX891" fmla="*/ 2419078 w 3862373"/>
                <a:gd name="connsiteY891" fmla="*/ 2272564 h 3682908"/>
                <a:gd name="connsiteX892" fmla="*/ 2458164 w 3862373"/>
                <a:gd name="connsiteY892" fmla="*/ 2233477 h 3682908"/>
                <a:gd name="connsiteX893" fmla="*/ 2363524 w 3862373"/>
                <a:gd name="connsiteY893" fmla="*/ 2233477 h 3682908"/>
                <a:gd name="connsiteX894" fmla="*/ 2402611 w 3862373"/>
                <a:gd name="connsiteY894" fmla="*/ 2272564 h 3682908"/>
                <a:gd name="connsiteX895" fmla="*/ 2363524 w 3862373"/>
                <a:gd name="connsiteY895" fmla="*/ 2311651 h 3682908"/>
                <a:gd name="connsiteX896" fmla="*/ 2324437 w 3862373"/>
                <a:gd name="connsiteY896" fmla="*/ 2272564 h 3682908"/>
                <a:gd name="connsiteX897" fmla="*/ 2363524 w 3862373"/>
                <a:gd name="connsiteY897" fmla="*/ 2233477 h 3682908"/>
                <a:gd name="connsiteX898" fmla="*/ 1329597 w 3862373"/>
                <a:gd name="connsiteY898" fmla="*/ 2233477 h 3682908"/>
                <a:gd name="connsiteX899" fmla="*/ 1368685 w 3862373"/>
                <a:gd name="connsiteY899" fmla="*/ 2272564 h 3682908"/>
                <a:gd name="connsiteX900" fmla="*/ 1329597 w 3862373"/>
                <a:gd name="connsiteY900" fmla="*/ 2311651 h 3682908"/>
                <a:gd name="connsiteX901" fmla="*/ 1290512 w 3862373"/>
                <a:gd name="connsiteY901" fmla="*/ 2272564 h 3682908"/>
                <a:gd name="connsiteX902" fmla="*/ 1329597 w 3862373"/>
                <a:gd name="connsiteY902" fmla="*/ 2233477 h 3682908"/>
                <a:gd name="connsiteX903" fmla="*/ 1232596 w 3862373"/>
                <a:gd name="connsiteY903" fmla="*/ 2233477 h 3682908"/>
                <a:gd name="connsiteX904" fmla="*/ 1271678 w 3862373"/>
                <a:gd name="connsiteY904" fmla="*/ 2272564 h 3682908"/>
                <a:gd name="connsiteX905" fmla="*/ 1232596 w 3862373"/>
                <a:gd name="connsiteY905" fmla="*/ 2311651 h 3682908"/>
                <a:gd name="connsiteX906" fmla="*/ 1193508 w 3862373"/>
                <a:gd name="connsiteY906" fmla="*/ 2272564 h 3682908"/>
                <a:gd name="connsiteX907" fmla="*/ 1232596 w 3862373"/>
                <a:gd name="connsiteY907" fmla="*/ 2233477 h 3682908"/>
                <a:gd name="connsiteX908" fmla="*/ 1142686 w 3862373"/>
                <a:gd name="connsiteY908" fmla="*/ 2233477 h 3682908"/>
                <a:gd name="connsiteX909" fmla="*/ 1181776 w 3862373"/>
                <a:gd name="connsiteY909" fmla="*/ 2272564 h 3682908"/>
                <a:gd name="connsiteX910" fmla="*/ 1142686 w 3862373"/>
                <a:gd name="connsiteY910" fmla="*/ 2311651 h 3682908"/>
                <a:gd name="connsiteX911" fmla="*/ 1103596 w 3862373"/>
                <a:gd name="connsiteY911" fmla="*/ 2272564 h 3682908"/>
                <a:gd name="connsiteX912" fmla="*/ 1142686 w 3862373"/>
                <a:gd name="connsiteY912" fmla="*/ 2233477 h 3682908"/>
                <a:gd name="connsiteX913" fmla="*/ 1045675 w 3862373"/>
                <a:gd name="connsiteY913" fmla="*/ 2233477 h 3682908"/>
                <a:gd name="connsiteX914" fmla="*/ 1084762 w 3862373"/>
                <a:gd name="connsiteY914" fmla="*/ 2272564 h 3682908"/>
                <a:gd name="connsiteX915" fmla="*/ 1045675 w 3862373"/>
                <a:gd name="connsiteY915" fmla="*/ 2311651 h 3682908"/>
                <a:gd name="connsiteX916" fmla="*/ 1006589 w 3862373"/>
                <a:gd name="connsiteY916" fmla="*/ 2272564 h 3682908"/>
                <a:gd name="connsiteX917" fmla="*/ 1045675 w 3862373"/>
                <a:gd name="connsiteY917" fmla="*/ 2233477 h 3682908"/>
                <a:gd name="connsiteX918" fmla="*/ 3584377 w 3862373"/>
                <a:gd name="connsiteY918" fmla="*/ 2145935 h 3682908"/>
                <a:gd name="connsiteX919" fmla="*/ 3623463 w 3862373"/>
                <a:gd name="connsiteY919" fmla="*/ 2185022 h 3682908"/>
                <a:gd name="connsiteX920" fmla="*/ 3584377 w 3862373"/>
                <a:gd name="connsiteY920" fmla="*/ 2224109 h 3682908"/>
                <a:gd name="connsiteX921" fmla="*/ 3545289 w 3862373"/>
                <a:gd name="connsiteY921" fmla="*/ 2185022 h 3682908"/>
                <a:gd name="connsiteX922" fmla="*/ 3584377 w 3862373"/>
                <a:gd name="connsiteY922" fmla="*/ 2145935 h 3682908"/>
                <a:gd name="connsiteX923" fmla="*/ 3489737 w 3862373"/>
                <a:gd name="connsiteY923" fmla="*/ 2145935 h 3682908"/>
                <a:gd name="connsiteX924" fmla="*/ 3528823 w 3862373"/>
                <a:gd name="connsiteY924" fmla="*/ 2185022 h 3682908"/>
                <a:gd name="connsiteX925" fmla="*/ 3489737 w 3862373"/>
                <a:gd name="connsiteY925" fmla="*/ 2224109 h 3682908"/>
                <a:gd name="connsiteX926" fmla="*/ 3450649 w 3862373"/>
                <a:gd name="connsiteY926" fmla="*/ 2185022 h 3682908"/>
                <a:gd name="connsiteX927" fmla="*/ 3489737 w 3862373"/>
                <a:gd name="connsiteY927" fmla="*/ 2145935 h 3682908"/>
                <a:gd name="connsiteX928" fmla="*/ 3392731 w 3862373"/>
                <a:gd name="connsiteY928" fmla="*/ 2145935 h 3682908"/>
                <a:gd name="connsiteX929" fmla="*/ 3431819 w 3862373"/>
                <a:gd name="connsiteY929" fmla="*/ 2185022 h 3682908"/>
                <a:gd name="connsiteX930" fmla="*/ 3392731 w 3862373"/>
                <a:gd name="connsiteY930" fmla="*/ 2224109 h 3682908"/>
                <a:gd name="connsiteX931" fmla="*/ 3353644 w 3862373"/>
                <a:gd name="connsiteY931" fmla="*/ 2185022 h 3682908"/>
                <a:gd name="connsiteX932" fmla="*/ 3392731 w 3862373"/>
                <a:gd name="connsiteY932" fmla="*/ 2145935 h 3682908"/>
                <a:gd name="connsiteX933" fmla="*/ 3300457 w 3862373"/>
                <a:gd name="connsiteY933" fmla="*/ 2145935 h 3682908"/>
                <a:gd name="connsiteX934" fmla="*/ 3339544 w 3862373"/>
                <a:gd name="connsiteY934" fmla="*/ 2185022 h 3682908"/>
                <a:gd name="connsiteX935" fmla="*/ 3300457 w 3862373"/>
                <a:gd name="connsiteY935" fmla="*/ 2224109 h 3682908"/>
                <a:gd name="connsiteX936" fmla="*/ 3261369 w 3862373"/>
                <a:gd name="connsiteY936" fmla="*/ 2185022 h 3682908"/>
                <a:gd name="connsiteX937" fmla="*/ 3300457 w 3862373"/>
                <a:gd name="connsiteY937" fmla="*/ 2145935 h 3682908"/>
                <a:gd name="connsiteX938" fmla="*/ 3205817 w 3862373"/>
                <a:gd name="connsiteY938" fmla="*/ 2145935 h 3682908"/>
                <a:gd name="connsiteX939" fmla="*/ 3244904 w 3862373"/>
                <a:gd name="connsiteY939" fmla="*/ 2185022 h 3682908"/>
                <a:gd name="connsiteX940" fmla="*/ 3205817 w 3862373"/>
                <a:gd name="connsiteY940" fmla="*/ 2224109 h 3682908"/>
                <a:gd name="connsiteX941" fmla="*/ 3166729 w 3862373"/>
                <a:gd name="connsiteY941" fmla="*/ 2185022 h 3682908"/>
                <a:gd name="connsiteX942" fmla="*/ 3205817 w 3862373"/>
                <a:gd name="connsiteY942" fmla="*/ 2145935 h 3682908"/>
                <a:gd name="connsiteX943" fmla="*/ 3111177 w 3862373"/>
                <a:gd name="connsiteY943" fmla="*/ 2145935 h 3682908"/>
                <a:gd name="connsiteX944" fmla="*/ 3150264 w 3862373"/>
                <a:gd name="connsiteY944" fmla="*/ 2185022 h 3682908"/>
                <a:gd name="connsiteX945" fmla="*/ 3111177 w 3862373"/>
                <a:gd name="connsiteY945" fmla="*/ 2224109 h 3682908"/>
                <a:gd name="connsiteX946" fmla="*/ 3072089 w 3862373"/>
                <a:gd name="connsiteY946" fmla="*/ 2185022 h 3682908"/>
                <a:gd name="connsiteX947" fmla="*/ 3111177 w 3862373"/>
                <a:gd name="connsiteY947" fmla="*/ 2145935 h 3682908"/>
                <a:gd name="connsiteX948" fmla="*/ 3018902 w 3862373"/>
                <a:gd name="connsiteY948" fmla="*/ 2145935 h 3682908"/>
                <a:gd name="connsiteX949" fmla="*/ 3057989 w 3862373"/>
                <a:gd name="connsiteY949" fmla="*/ 2185022 h 3682908"/>
                <a:gd name="connsiteX950" fmla="*/ 3018902 w 3862373"/>
                <a:gd name="connsiteY950" fmla="*/ 2224109 h 3682908"/>
                <a:gd name="connsiteX951" fmla="*/ 2979815 w 3862373"/>
                <a:gd name="connsiteY951" fmla="*/ 2185022 h 3682908"/>
                <a:gd name="connsiteX952" fmla="*/ 3018902 w 3862373"/>
                <a:gd name="connsiteY952" fmla="*/ 2145935 h 3682908"/>
                <a:gd name="connsiteX953" fmla="*/ 2924263 w 3862373"/>
                <a:gd name="connsiteY953" fmla="*/ 2145935 h 3682908"/>
                <a:gd name="connsiteX954" fmla="*/ 2963349 w 3862373"/>
                <a:gd name="connsiteY954" fmla="*/ 2185022 h 3682908"/>
                <a:gd name="connsiteX955" fmla="*/ 2924263 w 3862373"/>
                <a:gd name="connsiteY955" fmla="*/ 2224109 h 3682908"/>
                <a:gd name="connsiteX956" fmla="*/ 2885175 w 3862373"/>
                <a:gd name="connsiteY956" fmla="*/ 2185022 h 3682908"/>
                <a:gd name="connsiteX957" fmla="*/ 2924263 w 3862373"/>
                <a:gd name="connsiteY957" fmla="*/ 2145935 h 3682908"/>
                <a:gd name="connsiteX958" fmla="*/ 2831988 w 3862373"/>
                <a:gd name="connsiteY958" fmla="*/ 2145935 h 3682908"/>
                <a:gd name="connsiteX959" fmla="*/ 2871075 w 3862373"/>
                <a:gd name="connsiteY959" fmla="*/ 2185022 h 3682908"/>
                <a:gd name="connsiteX960" fmla="*/ 2831988 w 3862373"/>
                <a:gd name="connsiteY960" fmla="*/ 2224109 h 3682908"/>
                <a:gd name="connsiteX961" fmla="*/ 2792901 w 3862373"/>
                <a:gd name="connsiteY961" fmla="*/ 2185022 h 3682908"/>
                <a:gd name="connsiteX962" fmla="*/ 2831988 w 3862373"/>
                <a:gd name="connsiteY962" fmla="*/ 2145935 h 3682908"/>
                <a:gd name="connsiteX963" fmla="*/ 2737355 w 3862373"/>
                <a:gd name="connsiteY963" fmla="*/ 2145935 h 3682908"/>
                <a:gd name="connsiteX964" fmla="*/ 2776435 w 3862373"/>
                <a:gd name="connsiteY964" fmla="*/ 2185022 h 3682908"/>
                <a:gd name="connsiteX965" fmla="*/ 2737355 w 3862373"/>
                <a:gd name="connsiteY965" fmla="*/ 2224109 h 3682908"/>
                <a:gd name="connsiteX966" fmla="*/ 2698264 w 3862373"/>
                <a:gd name="connsiteY966" fmla="*/ 2185022 h 3682908"/>
                <a:gd name="connsiteX967" fmla="*/ 2737355 w 3862373"/>
                <a:gd name="connsiteY967" fmla="*/ 2145935 h 3682908"/>
                <a:gd name="connsiteX968" fmla="*/ 2645073 w 3862373"/>
                <a:gd name="connsiteY968" fmla="*/ 2145935 h 3682908"/>
                <a:gd name="connsiteX969" fmla="*/ 2684163 w 3862373"/>
                <a:gd name="connsiteY969" fmla="*/ 2185022 h 3682908"/>
                <a:gd name="connsiteX970" fmla="*/ 2645073 w 3862373"/>
                <a:gd name="connsiteY970" fmla="*/ 2224109 h 3682908"/>
                <a:gd name="connsiteX971" fmla="*/ 2605987 w 3862373"/>
                <a:gd name="connsiteY971" fmla="*/ 2185022 h 3682908"/>
                <a:gd name="connsiteX972" fmla="*/ 2645073 w 3862373"/>
                <a:gd name="connsiteY972" fmla="*/ 2145935 h 3682908"/>
                <a:gd name="connsiteX973" fmla="*/ 2550435 w 3862373"/>
                <a:gd name="connsiteY973" fmla="*/ 2145935 h 3682908"/>
                <a:gd name="connsiteX974" fmla="*/ 2589521 w 3862373"/>
                <a:gd name="connsiteY974" fmla="*/ 2185022 h 3682908"/>
                <a:gd name="connsiteX975" fmla="*/ 2550435 w 3862373"/>
                <a:gd name="connsiteY975" fmla="*/ 2224109 h 3682908"/>
                <a:gd name="connsiteX976" fmla="*/ 2511350 w 3862373"/>
                <a:gd name="connsiteY976" fmla="*/ 2185022 h 3682908"/>
                <a:gd name="connsiteX977" fmla="*/ 2550435 w 3862373"/>
                <a:gd name="connsiteY977" fmla="*/ 2145935 h 3682908"/>
                <a:gd name="connsiteX978" fmla="*/ 2458164 w 3862373"/>
                <a:gd name="connsiteY978" fmla="*/ 2145935 h 3682908"/>
                <a:gd name="connsiteX979" fmla="*/ 2497250 w 3862373"/>
                <a:gd name="connsiteY979" fmla="*/ 2185022 h 3682908"/>
                <a:gd name="connsiteX980" fmla="*/ 2458164 w 3862373"/>
                <a:gd name="connsiteY980" fmla="*/ 2224109 h 3682908"/>
                <a:gd name="connsiteX981" fmla="*/ 2419078 w 3862373"/>
                <a:gd name="connsiteY981" fmla="*/ 2185022 h 3682908"/>
                <a:gd name="connsiteX982" fmla="*/ 2458164 w 3862373"/>
                <a:gd name="connsiteY982" fmla="*/ 2145935 h 3682908"/>
                <a:gd name="connsiteX983" fmla="*/ 2363524 w 3862373"/>
                <a:gd name="connsiteY983" fmla="*/ 2145935 h 3682908"/>
                <a:gd name="connsiteX984" fmla="*/ 2402611 w 3862373"/>
                <a:gd name="connsiteY984" fmla="*/ 2185022 h 3682908"/>
                <a:gd name="connsiteX985" fmla="*/ 2363524 w 3862373"/>
                <a:gd name="connsiteY985" fmla="*/ 2224109 h 3682908"/>
                <a:gd name="connsiteX986" fmla="*/ 2324437 w 3862373"/>
                <a:gd name="connsiteY986" fmla="*/ 2185022 h 3682908"/>
                <a:gd name="connsiteX987" fmla="*/ 2363524 w 3862373"/>
                <a:gd name="connsiteY987" fmla="*/ 2145935 h 3682908"/>
                <a:gd name="connsiteX988" fmla="*/ 2266521 w 3862373"/>
                <a:gd name="connsiteY988" fmla="*/ 2145935 h 3682908"/>
                <a:gd name="connsiteX989" fmla="*/ 2305606 w 3862373"/>
                <a:gd name="connsiteY989" fmla="*/ 2185022 h 3682908"/>
                <a:gd name="connsiteX990" fmla="*/ 2266521 w 3862373"/>
                <a:gd name="connsiteY990" fmla="*/ 2224109 h 3682908"/>
                <a:gd name="connsiteX991" fmla="*/ 2227432 w 3862373"/>
                <a:gd name="connsiteY991" fmla="*/ 2185022 h 3682908"/>
                <a:gd name="connsiteX992" fmla="*/ 2266521 w 3862373"/>
                <a:gd name="connsiteY992" fmla="*/ 2145935 h 3682908"/>
                <a:gd name="connsiteX993" fmla="*/ 1232598 w 3862373"/>
                <a:gd name="connsiteY993" fmla="*/ 2145935 h 3682908"/>
                <a:gd name="connsiteX994" fmla="*/ 1271681 w 3862373"/>
                <a:gd name="connsiteY994" fmla="*/ 2185022 h 3682908"/>
                <a:gd name="connsiteX995" fmla="*/ 1232598 w 3862373"/>
                <a:gd name="connsiteY995" fmla="*/ 2224109 h 3682908"/>
                <a:gd name="connsiteX996" fmla="*/ 1193510 w 3862373"/>
                <a:gd name="connsiteY996" fmla="*/ 2185022 h 3682908"/>
                <a:gd name="connsiteX997" fmla="*/ 1232598 w 3862373"/>
                <a:gd name="connsiteY997" fmla="*/ 2145935 h 3682908"/>
                <a:gd name="connsiteX998" fmla="*/ 1142689 w 3862373"/>
                <a:gd name="connsiteY998" fmla="*/ 2145935 h 3682908"/>
                <a:gd name="connsiteX999" fmla="*/ 1181778 w 3862373"/>
                <a:gd name="connsiteY999" fmla="*/ 2185022 h 3682908"/>
                <a:gd name="connsiteX1000" fmla="*/ 1142689 w 3862373"/>
                <a:gd name="connsiteY1000" fmla="*/ 2224109 h 3682908"/>
                <a:gd name="connsiteX1001" fmla="*/ 1103598 w 3862373"/>
                <a:gd name="connsiteY1001" fmla="*/ 2185022 h 3682908"/>
                <a:gd name="connsiteX1002" fmla="*/ 1142689 w 3862373"/>
                <a:gd name="connsiteY1002" fmla="*/ 2145935 h 3682908"/>
                <a:gd name="connsiteX1003" fmla="*/ 1045676 w 3862373"/>
                <a:gd name="connsiteY1003" fmla="*/ 2145935 h 3682908"/>
                <a:gd name="connsiteX1004" fmla="*/ 1084764 w 3862373"/>
                <a:gd name="connsiteY1004" fmla="*/ 2185022 h 3682908"/>
                <a:gd name="connsiteX1005" fmla="*/ 1045676 w 3862373"/>
                <a:gd name="connsiteY1005" fmla="*/ 2224109 h 3682908"/>
                <a:gd name="connsiteX1006" fmla="*/ 1006591 w 3862373"/>
                <a:gd name="connsiteY1006" fmla="*/ 2185022 h 3682908"/>
                <a:gd name="connsiteX1007" fmla="*/ 1045676 w 3862373"/>
                <a:gd name="connsiteY1007" fmla="*/ 2145935 h 3682908"/>
                <a:gd name="connsiteX1008" fmla="*/ 951041 w 3862373"/>
                <a:gd name="connsiteY1008" fmla="*/ 2145935 h 3682908"/>
                <a:gd name="connsiteX1009" fmla="*/ 990126 w 3862373"/>
                <a:gd name="connsiteY1009" fmla="*/ 2185022 h 3682908"/>
                <a:gd name="connsiteX1010" fmla="*/ 951041 w 3862373"/>
                <a:gd name="connsiteY1010" fmla="*/ 2224109 h 3682908"/>
                <a:gd name="connsiteX1011" fmla="*/ 911956 w 3862373"/>
                <a:gd name="connsiteY1011" fmla="*/ 2185022 h 3682908"/>
                <a:gd name="connsiteX1012" fmla="*/ 951041 w 3862373"/>
                <a:gd name="connsiteY1012" fmla="*/ 2145935 h 3682908"/>
                <a:gd name="connsiteX1013" fmla="*/ 856406 w 3862373"/>
                <a:gd name="connsiteY1013" fmla="*/ 2145935 h 3682908"/>
                <a:gd name="connsiteX1014" fmla="*/ 895491 w 3862373"/>
                <a:gd name="connsiteY1014" fmla="*/ 2185022 h 3682908"/>
                <a:gd name="connsiteX1015" fmla="*/ 856406 w 3862373"/>
                <a:gd name="connsiteY1015" fmla="*/ 2224109 h 3682908"/>
                <a:gd name="connsiteX1016" fmla="*/ 817321 w 3862373"/>
                <a:gd name="connsiteY1016" fmla="*/ 2185022 h 3682908"/>
                <a:gd name="connsiteX1017" fmla="*/ 856406 w 3862373"/>
                <a:gd name="connsiteY1017" fmla="*/ 2145935 h 3682908"/>
                <a:gd name="connsiteX1018" fmla="*/ 3300457 w 3862373"/>
                <a:gd name="connsiteY1018" fmla="*/ 2056027 h 3682908"/>
                <a:gd name="connsiteX1019" fmla="*/ 3339544 w 3862373"/>
                <a:gd name="connsiteY1019" fmla="*/ 2095114 h 3682908"/>
                <a:gd name="connsiteX1020" fmla="*/ 3300457 w 3862373"/>
                <a:gd name="connsiteY1020" fmla="*/ 2134201 h 3682908"/>
                <a:gd name="connsiteX1021" fmla="*/ 3261369 w 3862373"/>
                <a:gd name="connsiteY1021" fmla="*/ 2095114 h 3682908"/>
                <a:gd name="connsiteX1022" fmla="*/ 3300457 w 3862373"/>
                <a:gd name="connsiteY1022" fmla="*/ 2056027 h 3682908"/>
                <a:gd name="connsiteX1023" fmla="*/ 3205817 w 3862373"/>
                <a:gd name="connsiteY1023" fmla="*/ 2056027 h 3682908"/>
                <a:gd name="connsiteX1024" fmla="*/ 3244904 w 3862373"/>
                <a:gd name="connsiteY1024" fmla="*/ 2095114 h 3682908"/>
                <a:gd name="connsiteX1025" fmla="*/ 3205817 w 3862373"/>
                <a:gd name="connsiteY1025" fmla="*/ 2134201 h 3682908"/>
                <a:gd name="connsiteX1026" fmla="*/ 3166729 w 3862373"/>
                <a:gd name="connsiteY1026" fmla="*/ 2095114 h 3682908"/>
                <a:gd name="connsiteX1027" fmla="*/ 3205817 w 3862373"/>
                <a:gd name="connsiteY1027" fmla="*/ 2056027 h 3682908"/>
                <a:gd name="connsiteX1028" fmla="*/ 3111177 w 3862373"/>
                <a:gd name="connsiteY1028" fmla="*/ 2056027 h 3682908"/>
                <a:gd name="connsiteX1029" fmla="*/ 3150264 w 3862373"/>
                <a:gd name="connsiteY1029" fmla="*/ 2095114 h 3682908"/>
                <a:gd name="connsiteX1030" fmla="*/ 3111177 w 3862373"/>
                <a:gd name="connsiteY1030" fmla="*/ 2134201 h 3682908"/>
                <a:gd name="connsiteX1031" fmla="*/ 3072089 w 3862373"/>
                <a:gd name="connsiteY1031" fmla="*/ 2095114 h 3682908"/>
                <a:gd name="connsiteX1032" fmla="*/ 3111177 w 3862373"/>
                <a:gd name="connsiteY1032" fmla="*/ 2056027 h 3682908"/>
                <a:gd name="connsiteX1033" fmla="*/ 3018902 w 3862373"/>
                <a:gd name="connsiteY1033" fmla="*/ 2056027 h 3682908"/>
                <a:gd name="connsiteX1034" fmla="*/ 3057989 w 3862373"/>
                <a:gd name="connsiteY1034" fmla="*/ 2095114 h 3682908"/>
                <a:gd name="connsiteX1035" fmla="*/ 3018902 w 3862373"/>
                <a:gd name="connsiteY1035" fmla="*/ 2134201 h 3682908"/>
                <a:gd name="connsiteX1036" fmla="*/ 2979815 w 3862373"/>
                <a:gd name="connsiteY1036" fmla="*/ 2095114 h 3682908"/>
                <a:gd name="connsiteX1037" fmla="*/ 3018902 w 3862373"/>
                <a:gd name="connsiteY1037" fmla="*/ 2056027 h 3682908"/>
                <a:gd name="connsiteX1038" fmla="*/ 2924263 w 3862373"/>
                <a:gd name="connsiteY1038" fmla="*/ 2056027 h 3682908"/>
                <a:gd name="connsiteX1039" fmla="*/ 2963349 w 3862373"/>
                <a:gd name="connsiteY1039" fmla="*/ 2095114 h 3682908"/>
                <a:gd name="connsiteX1040" fmla="*/ 2924263 w 3862373"/>
                <a:gd name="connsiteY1040" fmla="*/ 2134201 h 3682908"/>
                <a:gd name="connsiteX1041" fmla="*/ 2885175 w 3862373"/>
                <a:gd name="connsiteY1041" fmla="*/ 2095114 h 3682908"/>
                <a:gd name="connsiteX1042" fmla="*/ 2924263 w 3862373"/>
                <a:gd name="connsiteY1042" fmla="*/ 2056027 h 3682908"/>
                <a:gd name="connsiteX1043" fmla="*/ 2831987 w 3862373"/>
                <a:gd name="connsiteY1043" fmla="*/ 2056026 h 3682908"/>
                <a:gd name="connsiteX1044" fmla="*/ 2871074 w 3862373"/>
                <a:gd name="connsiteY1044" fmla="*/ 2095113 h 3682908"/>
                <a:gd name="connsiteX1045" fmla="*/ 2831987 w 3862373"/>
                <a:gd name="connsiteY1045" fmla="*/ 2134200 h 3682908"/>
                <a:gd name="connsiteX1046" fmla="*/ 2792900 w 3862373"/>
                <a:gd name="connsiteY1046" fmla="*/ 2095113 h 3682908"/>
                <a:gd name="connsiteX1047" fmla="*/ 2831987 w 3862373"/>
                <a:gd name="connsiteY1047" fmla="*/ 2056026 h 3682908"/>
                <a:gd name="connsiteX1048" fmla="*/ 2737355 w 3862373"/>
                <a:gd name="connsiteY1048" fmla="*/ 2056026 h 3682908"/>
                <a:gd name="connsiteX1049" fmla="*/ 2776434 w 3862373"/>
                <a:gd name="connsiteY1049" fmla="*/ 2095113 h 3682908"/>
                <a:gd name="connsiteX1050" fmla="*/ 2737355 w 3862373"/>
                <a:gd name="connsiteY1050" fmla="*/ 2134200 h 3682908"/>
                <a:gd name="connsiteX1051" fmla="*/ 2698264 w 3862373"/>
                <a:gd name="connsiteY1051" fmla="*/ 2095113 h 3682908"/>
                <a:gd name="connsiteX1052" fmla="*/ 2737355 w 3862373"/>
                <a:gd name="connsiteY1052" fmla="*/ 2056026 h 3682908"/>
                <a:gd name="connsiteX1053" fmla="*/ 2645073 w 3862373"/>
                <a:gd name="connsiteY1053" fmla="*/ 2056026 h 3682908"/>
                <a:gd name="connsiteX1054" fmla="*/ 2684163 w 3862373"/>
                <a:gd name="connsiteY1054" fmla="*/ 2095113 h 3682908"/>
                <a:gd name="connsiteX1055" fmla="*/ 2645073 w 3862373"/>
                <a:gd name="connsiteY1055" fmla="*/ 2134200 h 3682908"/>
                <a:gd name="connsiteX1056" fmla="*/ 2605987 w 3862373"/>
                <a:gd name="connsiteY1056" fmla="*/ 2095113 h 3682908"/>
                <a:gd name="connsiteX1057" fmla="*/ 2645073 w 3862373"/>
                <a:gd name="connsiteY1057" fmla="*/ 2056026 h 3682908"/>
                <a:gd name="connsiteX1058" fmla="*/ 2550435 w 3862373"/>
                <a:gd name="connsiteY1058" fmla="*/ 2056026 h 3682908"/>
                <a:gd name="connsiteX1059" fmla="*/ 2589522 w 3862373"/>
                <a:gd name="connsiteY1059" fmla="*/ 2095113 h 3682908"/>
                <a:gd name="connsiteX1060" fmla="*/ 2550435 w 3862373"/>
                <a:gd name="connsiteY1060" fmla="*/ 2134200 h 3682908"/>
                <a:gd name="connsiteX1061" fmla="*/ 2511350 w 3862373"/>
                <a:gd name="connsiteY1061" fmla="*/ 2095113 h 3682908"/>
                <a:gd name="connsiteX1062" fmla="*/ 2550435 w 3862373"/>
                <a:gd name="connsiteY1062" fmla="*/ 2056026 h 3682908"/>
                <a:gd name="connsiteX1063" fmla="*/ 2458164 w 3862373"/>
                <a:gd name="connsiteY1063" fmla="*/ 2056026 h 3682908"/>
                <a:gd name="connsiteX1064" fmla="*/ 2497250 w 3862373"/>
                <a:gd name="connsiteY1064" fmla="*/ 2095113 h 3682908"/>
                <a:gd name="connsiteX1065" fmla="*/ 2458164 w 3862373"/>
                <a:gd name="connsiteY1065" fmla="*/ 2134200 h 3682908"/>
                <a:gd name="connsiteX1066" fmla="*/ 2419078 w 3862373"/>
                <a:gd name="connsiteY1066" fmla="*/ 2095113 h 3682908"/>
                <a:gd name="connsiteX1067" fmla="*/ 2458164 w 3862373"/>
                <a:gd name="connsiteY1067" fmla="*/ 2056026 h 3682908"/>
                <a:gd name="connsiteX1068" fmla="*/ 2363524 w 3862373"/>
                <a:gd name="connsiteY1068" fmla="*/ 2056026 h 3682908"/>
                <a:gd name="connsiteX1069" fmla="*/ 2402609 w 3862373"/>
                <a:gd name="connsiteY1069" fmla="*/ 2095113 h 3682908"/>
                <a:gd name="connsiteX1070" fmla="*/ 2363524 w 3862373"/>
                <a:gd name="connsiteY1070" fmla="*/ 2134200 h 3682908"/>
                <a:gd name="connsiteX1071" fmla="*/ 2324437 w 3862373"/>
                <a:gd name="connsiteY1071" fmla="*/ 2095113 h 3682908"/>
                <a:gd name="connsiteX1072" fmla="*/ 2363524 w 3862373"/>
                <a:gd name="connsiteY1072" fmla="*/ 2056026 h 3682908"/>
                <a:gd name="connsiteX1073" fmla="*/ 2266520 w 3862373"/>
                <a:gd name="connsiteY1073" fmla="*/ 2056026 h 3682908"/>
                <a:gd name="connsiteX1074" fmla="*/ 2305606 w 3862373"/>
                <a:gd name="connsiteY1074" fmla="*/ 2095113 h 3682908"/>
                <a:gd name="connsiteX1075" fmla="*/ 2266520 w 3862373"/>
                <a:gd name="connsiteY1075" fmla="*/ 2134200 h 3682908"/>
                <a:gd name="connsiteX1076" fmla="*/ 2227431 w 3862373"/>
                <a:gd name="connsiteY1076" fmla="*/ 2095113 h 3682908"/>
                <a:gd name="connsiteX1077" fmla="*/ 2266520 w 3862373"/>
                <a:gd name="connsiteY1077" fmla="*/ 2056026 h 3682908"/>
                <a:gd name="connsiteX1078" fmla="*/ 856407 w 3862373"/>
                <a:gd name="connsiteY1078" fmla="*/ 2056026 h 3682908"/>
                <a:gd name="connsiteX1079" fmla="*/ 895492 w 3862373"/>
                <a:gd name="connsiteY1079" fmla="*/ 2095113 h 3682908"/>
                <a:gd name="connsiteX1080" fmla="*/ 856407 w 3862373"/>
                <a:gd name="connsiteY1080" fmla="*/ 2134200 h 3682908"/>
                <a:gd name="connsiteX1081" fmla="*/ 817323 w 3862373"/>
                <a:gd name="connsiteY1081" fmla="*/ 2095113 h 3682908"/>
                <a:gd name="connsiteX1082" fmla="*/ 856407 w 3862373"/>
                <a:gd name="connsiteY1082" fmla="*/ 2056026 h 3682908"/>
                <a:gd name="connsiteX1083" fmla="*/ 764138 w 3862373"/>
                <a:gd name="connsiteY1083" fmla="*/ 2056026 h 3682908"/>
                <a:gd name="connsiteX1084" fmla="*/ 803223 w 3862373"/>
                <a:gd name="connsiteY1084" fmla="*/ 2095113 h 3682908"/>
                <a:gd name="connsiteX1085" fmla="*/ 764138 w 3862373"/>
                <a:gd name="connsiteY1085" fmla="*/ 2134200 h 3682908"/>
                <a:gd name="connsiteX1086" fmla="*/ 725053 w 3862373"/>
                <a:gd name="connsiteY1086" fmla="*/ 2095113 h 3682908"/>
                <a:gd name="connsiteX1087" fmla="*/ 764138 w 3862373"/>
                <a:gd name="connsiteY1087" fmla="*/ 2056026 h 3682908"/>
                <a:gd name="connsiteX1088" fmla="*/ 3584377 w 3862373"/>
                <a:gd name="connsiteY1088" fmla="*/ 1973215 h 3682908"/>
                <a:gd name="connsiteX1089" fmla="*/ 3623463 w 3862373"/>
                <a:gd name="connsiteY1089" fmla="*/ 2012302 h 3682908"/>
                <a:gd name="connsiteX1090" fmla="*/ 3584377 w 3862373"/>
                <a:gd name="connsiteY1090" fmla="*/ 2051389 h 3682908"/>
                <a:gd name="connsiteX1091" fmla="*/ 3545289 w 3862373"/>
                <a:gd name="connsiteY1091" fmla="*/ 2012302 h 3682908"/>
                <a:gd name="connsiteX1092" fmla="*/ 3584377 w 3862373"/>
                <a:gd name="connsiteY1092" fmla="*/ 1973215 h 3682908"/>
                <a:gd name="connsiteX1093" fmla="*/ 3489737 w 3862373"/>
                <a:gd name="connsiteY1093" fmla="*/ 1973215 h 3682908"/>
                <a:gd name="connsiteX1094" fmla="*/ 3528823 w 3862373"/>
                <a:gd name="connsiteY1094" fmla="*/ 2012302 h 3682908"/>
                <a:gd name="connsiteX1095" fmla="*/ 3489737 w 3862373"/>
                <a:gd name="connsiteY1095" fmla="*/ 2051389 h 3682908"/>
                <a:gd name="connsiteX1096" fmla="*/ 3450649 w 3862373"/>
                <a:gd name="connsiteY1096" fmla="*/ 2012302 h 3682908"/>
                <a:gd name="connsiteX1097" fmla="*/ 3489737 w 3862373"/>
                <a:gd name="connsiteY1097" fmla="*/ 1973215 h 3682908"/>
                <a:gd name="connsiteX1098" fmla="*/ 3392731 w 3862373"/>
                <a:gd name="connsiteY1098" fmla="*/ 1973215 h 3682908"/>
                <a:gd name="connsiteX1099" fmla="*/ 3431819 w 3862373"/>
                <a:gd name="connsiteY1099" fmla="*/ 2012302 h 3682908"/>
                <a:gd name="connsiteX1100" fmla="*/ 3392731 w 3862373"/>
                <a:gd name="connsiteY1100" fmla="*/ 2051389 h 3682908"/>
                <a:gd name="connsiteX1101" fmla="*/ 3353644 w 3862373"/>
                <a:gd name="connsiteY1101" fmla="*/ 2012302 h 3682908"/>
                <a:gd name="connsiteX1102" fmla="*/ 3392731 w 3862373"/>
                <a:gd name="connsiteY1102" fmla="*/ 1973215 h 3682908"/>
                <a:gd name="connsiteX1103" fmla="*/ 3205815 w 3862373"/>
                <a:gd name="connsiteY1103" fmla="*/ 1973215 h 3682908"/>
                <a:gd name="connsiteX1104" fmla="*/ 3244903 w 3862373"/>
                <a:gd name="connsiteY1104" fmla="*/ 2012302 h 3682908"/>
                <a:gd name="connsiteX1105" fmla="*/ 3205815 w 3862373"/>
                <a:gd name="connsiteY1105" fmla="*/ 2051389 h 3682908"/>
                <a:gd name="connsiteX1106" fmla="*/ 3166728 w 3862373"/>
                <a:gd name="connsiteY1106" fmla="*/ 2012302 h 3682908"/>
                <a:gd name="connsiteX1107" fmla="*/ 3205815 w 3862373"/>
                <a:gd name="connsiteY1107" fmla="*/ 1973215 h 3682908"/>
                <a:gd name="connsiteX1108" fmla="*/ 3111175 w 3862373"/>
                <a:gd name="connsiteY1108" fmla="*/ 1973215 h 3682908"/>
                <a:gd name="connsiteX1109" fmla="*/ 3150263 w 3862373"/>
                <a:gd name="connsiteY1109" fmla="*/ 2012302 h 3682908"/>
                <a:gd name="connsiteX1110" fmla="*/ 3111175 w 3862373"/>
                <a:gd name="connsiteY1110" fmla="*/ 2051389 h 3682908"/>
                <a:gd name="connsiteX1111" fmla="*/ 3072088 w 3862373"/>
                <a:gd name="connsiteY1111" fmla="*/ 2012302 h 3682908"/>
                <a:gd name="connsiteX1112" fmla="*/ 3111175 w 3862373"/>
                <a:gd name="connsiteY1112" fmla="*/ 1973215 h 3682908"/>
                <a:gd name="connsiteX1113" fmla="*/ 3018902 w 3862373"/>
                <a:gd name="connsiteY1113" fmla="*/ 1973215 h 3682908"/>
                <a:gd name="connsiteX1114" fmla="*/ 3057989 w 3862373"/>
                <a:gd name="connsiteY1114" fmla="*/ 2012302 h 3682908"/>
                <a:gd name="connsiteX1115" fmla="*/ 3018902 w 3862373"/>
                <a:gd name="connsiteY1115" fmla="*/ 2051389 h 3682908"/>
                <a:gd name="connsiteX1116" fmla="*/ 2979815 w 3862373"/>
                <a:gd name="connsiteY1116" fmla="*/ 2012302 h 3682908"/>
                <a:gd name="connsiteX1117" fmla="*/ 3018902 w 3862373"/>
                <a:gd name="connsiteY1117" fmla="*/ 1973215 h 3682908"/>
                <a:gd name="connsiteX1118" fmla="*/ 2924263 w 3862373"/>
                <a:gd name="connsiteY1118" fmla="*/ 1973215 h 3682908"/>
                <a:gd name="connsiteX1119" fmla="*/ 2963349 w 3862373"/>
                <a:gd name="connsiteY1119" fmla="*/ 2012302 h 3682908"/>
                <a:gd name="connsiteX1120" fmla="*/ 2924263 w 3862373"/>
                <a:gd name="connsiteY1120" fmla="*/ 2051389 h 3682908"/>
                <a:gd name="connsiteX1121" fmla="*/ 2885175 w 3862373"/>
                <a:gd name="connsiteY1121" fmla="*/ 2012302 h 3682908"/>
                <a:gd name="connsiteX1122" fmla="*/ 2924263 w 3862373"/>
                <a:gd name="connsiteY1122" fmla="*/ 1973215 h 3682908"/>
                <a:gd name="connsiteX1123" fmla="*/ 2831987 w 3862373"/>
                <a:gd name="connsiteY1123" fmla="*/ 1973215 h 3682908"/>
                <a:gd name="connsiteX1124" fmla="*/ 2871074 w 3862373"/>
                <a:gd name="connsiteY1124" fmla="*/ 2012302 h 3682908"/>
                <a:gd name="connsiteX1125" fmla="*/ 2831987 w 3862373"/>
                <a:gd name="connsiteY1125" fmla="*/ 2051389 h 3682908"/>
                <a:gd name="connsiteX1126" fmla="*/ 2792900 w 3862373"/>
                <a:gd name="connsiteY1126" fmla="*/ 2012302 h 3682908"/>
                <a:gd name="connsiteX1127" fmla="*/ 2831987 w 3862373"/>
                <a:gd name="connsiteY1127" fmla="*/ 1973215 h 3682908"/>
                <a:gd name="connsiteX1128" fmla="*/ 2737356 w 3862373"/>
                <a:gd name="connsiteY1128" fmla="*/ 1973215 h 3682908"/>
                <a:gd name="connsiteX1129" fmla="*/ 2776434 w 3862373"/>
                <a:gd name="connsiteY1129" fmla="*/ 2012302 h 3682908"/>
                <a:gd name="connsiteX1130" fmla="*/ 2737356 w 3862373"/>
                <a:gd name="connsiteY1130" fmla="*/ 2051389 h 3682908"/>
                <a:gd name="connsiteX1131" fmla="*/ 2698264 w 3862373"/>
                <a:gd name="connsiteY1131" fmla="*/ 2012302 h 3682908"/>
                <a:gd name="connsiteX1132" fmla="*/ 2737356 w 3862373"/>
                <a:gd name="connsiteY1132" fmla="*/ 1973215 h 3682908"/>
                <a:gd name="connsiteX1133" fmla="*/ 2645073 w 3862373"/>
                <a:gd name="connsiteY1133" fmla="*/ 1973215 h 3682908"/>
                <a:gd name="connsiteX1134" fmla="*/ 2684163 w 3862373"/>
                <a:gd name="connsiteY1134" fmla="*/ 2012302 h 3682908"/>
                <a:gd name="connsiteX1135" fmla="*/ 2645073 w 3862373"/>
                <a:gd name="connsiteY1135" fmla="*/ 2051389 h 3682908"/>
                <a:gd name="connsiteX1136" fmla="*/ 2605987 w 3862373"/>
                <a:gd name="connsiteY1136" fmla="*/ 2012302 h 3682908"/>
                <a:gd name="connsiteX1137" fmla="*/ 2645073 w 3862373"/>
                <a:gd name="connsiteY1137" fmla="*/ 1973215 h 3682908"/>
                <a:gd name="connsiteX1138" fmla="*/ 2550435 w 3862373"/>
                <a:gd name="connsiteY1138" fmla="*/ 1973215 h 3682908"/>
                <a:gd name="connsiteX1139" fmla="*/ 2589522 w 3862373"/>
                <a:gd name="connsiteY1139" fmla="*/ 2012302 h 3682908"/>
                <a:gd name="connsiteX1140" fmla="*/ 2550435 w 3862373"/>
                <a:gd name="connsiteY1140" fmla="*/ 2051389 h 3682908"/>
                <a:gd name="connsiteX1141" fmla="*/ 2511351 w 3862373"/>
                <a:gd name="connsiteY1141" fmla="*/ 2012302 h 3682908"/>
                <a:gd name="connsiteX1142" fmla="*/ 2550435 w 3862373"/>
                <a:gd name="connsiteY1142" fmla="*/ 1973215 h 3682908"/>
                <a:gd name="connsiteX1143" fmla="*/ 2458164 w 3862373"/>
                <a:gd name="connsiteY1143" fmla="*/ 1973215 h 3682908"/>
                <a:gd name="connsiteX1144" fmla="*/ 2497250 w 3862373"/>
                <a:gd name="connsiteY1144" fmla="*/ 2012302 h 3682908"/>
                <a:gd name="connsiteX1145" fmla="*/ 2458164 w 3862373"/>
                <a:gd name="connsiteY1145" fmla="*/ 2051389 h 3682908"/>
                <a:gd name="connsiteX1146" fmla="*/ 2419078 w 3862373"/>
                <a:gd name="connsiteY1146" fmla="*/ 2012302 h 3682908"/>
                <a:gd name="connsiteX1147" fmla="*/ 2458164 w 3862373"/>
                <a:gd name="connsiteY1147" fmla="*/ 1973215 h 3682908"/>
                <a:gd name="connsiteX1148" fmla="*/ 2363524 w 3862373"/>
                <a:gd name="connsiteY1148" fmla="*/ 1973215 h 3682908"/>
                <a:gd name="connsiteX1149" fmla="*/ 2402609 w 3862373"/>
                <a:gd name="connsiteY1149" fmla="*/ 2012302 h 3682908"/>
                <a:gd name="connsiteX1150" fmla="*/ 2363524 w 3862373"/>
                <a:gd name="connsiteY1150" fmla="*/ 2051389 h 3682908"/>
                <a:gd name="connsiteX1151" fmla="*/ 2324437 w 3862373"/>
                <a:gd name="connsiteY1151" fmla="*/ 2012302 h 3682908"/>
                <a:gd name="connsiteX1152" fmla="*/ 2363524 w 3862373"/>
                <a:gd name="connsiteY1152" fmla="*/ 1973215 h 3682908"/>
                <a:gd name="connsiteX1153" fmla="*/ 2266521 w 3862373"/>
                <a:gd name="connsiteY1153" fmla="*/ 1973215 h 3682908"/>
                <a:gd name="connsiteX1154" fmla="*/ 2305606 w 3862373"/>
                <a:gd name="connsiteY1154" fmla="*/ 2012302 h 3682908"/>
                <a:gd name="connsiteX1155" fmla="*/ 2266521 w 3862373"/>
                <a:gd name="connsiteY1155" fmla="*/ 2051389 h 3682908"/>
                <a:gd name="connsiteX1156" fmla="*/ 2227431 w 3862373"/>
                <a:gd name="connsiteY1156" fmla="*/ 2012302 h 3682908"/>
                <a:gd name="connsiteX1157" fmla="*/ 2266521 w 3862373"/>
                <a:gd name="connsiteY1157" fmla="*/ 1973215 h 3682908"/>
                <a:gd name="connsiteX1158" fmla="*/ 1142694 w 3862373"/>
                <a:gd name="connsiteY1158" fmla="*/ 1973215 h 3682908"/>
                <a:gd name="connsiteX1159" fmla="*/ 1181781 w 3862373"/>
                <a:gd name="connsiteY1159" fmla="*/ 2012302 h 3682908"/>
                <a:gd name="connsiteX1160" fmla="*/ 1142694 w 3862373"/>
                <a:gd name="connsiteY1160" fmla="*/ 2051389 h 3682908"/>
                <a:gd name="connsiteX1161" fmla="*/ 1103602 w 3862373"/>
                <a:gd name="connsiteY1161" fmla="*/ 2012302 h 3682908"/>
                <a:gd name="connsiteX1162" fmla="*/ 1142694 w 3862373"/>
                <a:gd name="connsiteY1162" fmla="*/ 1973215 h 3682908"/>
                <a:gd name="connsiteX1163" fmla="*/ 764140 w 3862373"/>
                <a:gd name="connsiteY1163" fmla="*/ 1973215 h 3682908"/>
                <a:gd name="connsiteX1164" fmla="*/ 803226 w 3862373"/>
                <a:gd name="connsiteY1164" fmla="*/ 2012302 h 3682908"/>
                <a:gd name="connsiteX1165" fmla="*/ 764140 w 3862373"/>
                <a:gd name="connsiteY1165" fmla="*/ 2051389 h 3682908"/>
                <a:gd name="connsiteX1166" fmla="*/ 725056 w 3862373"/>
                <a:gd name="connsiteY1166" fmla="*/ 2012302 h 3682908"/>
                <a:gd name="connsiteX1167" fmla="*/ 764140 w 3862373"/>
                <a:gd name="connsiteY1167" fmla="*/ 1973215 h 3682908"/>
                <a:gd name="connsiteX1168" fmla="*/ 669495 w 3862373"/>
                <a:gd name="connsiteY1168" fmla="*/ 1973215 h 3682908"/>
                <a:gd name="connsiteX1169" fmla="*/ 708592 w 3862373"/>
                <a:gd name="connsiteY1169" fmla="*/ 2012302 h 3682908"/>
                <a:gd name="connsiteX1170" fmla="*/ 669495 w 3862373"/>
                <a:gd name="connsiteY1170" fmla="*/ 2051389 h 3682908"/>
                <a:gd name="connsiteX1171" fmla="*/ 630416 w 3862373"/>
                <a:gd name="connsiteY1171" fmla="*/ 2012302 h 3682908"/>
                <a:gd name="connsiteX1172" fmla="*/ 669495 w 3862373"/>
                <a:gd name="connsiteY1172" fmla="*/ 1973215 h 3682908"/>
                <a:gd name="connsiteX1173" fmla="*/ 577223 w 3862373"/>
                <a:gd name="connsiteY1173" fmla="*/ 1973215 h 3682908"/>
                <a:gd name="connsiteX1174" fmla="*/ 616315 w 3862373"/>
                <a:gd name="connsiteY1174" fmla="*/ 2012302 h 3682908"/>
                <a:gd name="connsiteX1175" fmla="*/ 577223 w 3862373"/>
                <a:gd name="connsiteY1175" fmla="*/ 2051389 h 3682908"/>
                <a:gd name="connsiteX1176" fmla="*/ 538132 w 3862373"/>
                <a:gd name="connsiteY1176" fmla="*/ 2012302 h 3682908"/>
                <a:gd name="connsiteX1177" fmla="*/ 577223 w 3862373"/>
                <a:gd name="connsiteY1177" fmla="*/ 1973215 h 3682908"/>
                <a:gd name="connsiteX1178" fmla="*/ 484944 w 3862373"/>
                <a:gd name="connsiteY1178" fmla="*/ 1973215 h 3682908"/>
                <a:gd name="connsiteX1179" fmla="*/ 524029 w 3862373"/>
                <a:gd name="connsiteY1179" fmla="*/ 2012302 h 3682908"/>
                <a:gd name="connsiteX1180" fmla="*/ 484944 w 3862373"/>
                <a:gd name="connsiteY1180" fmla="*/ 2051389 h 3682908"/>
                <a:gd name="connsiteX1181" fmla="*/ 445862 w 3862373"/>
                <a:gd name="connsiteY1181" fmla="*/ 2012302 h 3682908"/>
                <a:gd name="connsiteX1182" fmla="*/ 484944 w 3862373"/>
                <a:gd name="connsiteY1182" fmla="*/ 1973215 h 3682908"/>
                <a:gd name="connsiteX1183" fmla="*/ 3679017 w 3862373"/>
                <a:gd name="connsiteY1183" fmla="*/ 1892773 h 3682908"/>
                <a:gd name="connsiteX1184" fmla="*/ 3718103 w 3862373"/>
                <a:gd name="connsiteY1184" fmla="*/ 1931860 h 3682908"/>
                <a:gd name="connsiteX1185" fmla="*/ 3679017 w 3862373"/>
                <a:gd name="connsiteY1185" fmla="*/ 1970947 h 3682908"/>
                <a:gd name="connsiteX1186" fmla="*/ 3639929 w 3862373"/>
                <a:gd name="connsiteY1186" fmla="*/ 1931860 h 3682908"/>
                <a:gd name="connsiteX1187" fmla="*/ 3679017 w 3862373"/>
                <a:gd name="connsiteY1187" fmla="*/ 1892773 h 3682908"/>
                <a:gd name="connsiteX1188" fmla="*/ 3584377 w 3862373"/>
                <a:gd name="connsiteY1188" fmla="*/ 1892773 h 3682908"/>
                <a:gd name="connsiteX1189" fmla="*/ 3623463 w 3862373"/>
                <a:gd name="connsiteY1189" fmla="*/ 1931860 h 3682908"/>
                <a:gd name="connsiteX1190" fmla="*/ 3584377 w 3862373"/>
                <a:gd name="connsiteY1190" fmla="*/ 1970947 h 3682908"/>
                <a:gd name="connsiteX1191" fmla="*/ 3545289 w 3862373"/>
                <a:gd name="connsiteY1191" fmla="*/ 1931860 h 3682908"/>
                <a:gd name="connsiteX1192" fmla="*/ 3584377 w 3862373"/>
                <a:gd name="connsiteY1192" fmla="*/ 1892773 h 3682908"/>
                <a:gd name="connsiteX1193" fmla="*/ 3489737 w 3862373"/>
                <a:gd name="connsiteY1193" fmla="*/ 1892773 h 3682908"/>
                <a:gd name="connsiteX1194" fmla="*/ 3528823 w 3862373"/>
                <a:gd name="connsiteY1194" fmla="*/ 1931860 h 3682908"/>
                <a:gd name="connsiteX1195" fmla="*/ 3489737 w 3862373"/>
                <a:gd name="connsiteY1195" fmla="*/ 1970947 h 3682908"/>
                <a:gd name="connsiteX1196" fmla="*/ 3450649 w 3862373"/>
                <a:gd name="connsiteY1196" fmla="*/ 1931860 h 3682908"/>
                <a:gd name="connsiteX1197" fmla="*/ 3489737 w 3862373"/>
                <a:gd name="connsiteY1197" fmla="*/ 1892773 h 3682908"/>
                <a:gd name="connsiteX1198" fmla="*/ 3392731 w 3862373"/>
                <a:gd name="connsiteY1198" fmla="*/ 1892773 h 3682908"/>
                <a:gd name="connsiteX1199" fmla="*/ 3431819 w 3862373"/>
                <a:gd name="connsiteY1199" fmla="*/ 1931860 h 3682908"/>
                <a:gd name="connsiteX1200" fmla="*/ 3392731 w 3862373"/>
                <a:gd name="connsiteY1200" fmla="*/ 1970947 h 3682908"/>
                <a:gd name="connsiteX1201" fmla="*/ 3353644 w 3862373"/>
                <a:gd name="connsiteY1201" fmla="*/ 1931860 h 3682908"/>
                <a:gd name="connsiteX1202" fmla="*/ 3392731 w 3862373"/>
                <a:gd name="connsiteY1202" fmla="*/ 1892773 h 3682908"/>
                <a:gd name="connsiteX1203" fmla="*/ 3205815 w 3862373"/>
                <a:gd name="connsiteY1203" fmla="*/ 1892773 h 3682908"/>
                <a:gd name="connsiteX1204" fmla="*/ 3244903 w 3862373"/>
                <a:gd name="connsiteY1204" fmla="*/ 1931860 h 3682908"/>
                <a:gd name="connsiteX1205" fmla="*/ 3205815 w 3862373"/>
                <a:gd name="connsiteY1205" fmla="*/ 1970947 h 3682908"/>
                <a:gd name="connsiteX1206" fmla="*/ 3166728 w 3862373"/>
                <a:gd name="connsiteY1206" fmla="*/ 1931860 h 3682908"/>
                <a:gd name="connsiteX1207" fmla="*/ 3205815 w 3862373"/>
                <a:gd name="connsiteY1207" fmla="*/ 1892773 h 3682908"/>
                <a:gd name="connsiteX1208" fmla="*/ 3111175 w 3862373"/>
                <a:gd name="connsiteY1208" fmla="*/ 1892773 h 3682908"/>
                <a:gd name="connsiteX1209" fmla="*/ 3150263 w 3862373"/>
                <a:gd name="connsiteY1209" fmla="*/ 1931860 h 3682908"/>
                <a:gd name="connsiteX1210" fmla="*/ 3111175 w 3862373"/>
                <a:gd name="connsiteY1210" fmla="*/ 1970947 h 3682908"/>
                <a:gd name="connsiteX1211" fmla="*/ 3072088 w 3862373"/>
                <a:gd name="connsiteY1211" fmla="*/ 1931860 h 3682908"/>
                <a:gd name="connsiteX1212" fmla="*/ 3111175 w 3862373"/>
                <a:gd name="connsiteY1212" fmla="*/ 1892773 h 3682908"/>
                <a:gd name="connsiteX1213" fmla="*/ 3018902 w 3862373"/>
                <a:gd name="connsiteY1213" fmla="*/ 1892773 h 3682908"/>
                <a:gd name="connsiteX1214" fmla="*/ 3057989 w 3862373"/>
                <a:gd name="connsiteY1214" fmla="*/ 1931860 h 3682908"/>
                <a:gd name="connsiteX1215" fmla="*/ 3018902 w 3862373"/>
                <a:gd name="connsiteY1215" fmla="*/ 1970947 h 3682908"/>
                <a:gd name="connsiteX1216" fmla="*/ 2979815 w 3862373"/>
                <a:gd name="connsiteY1216" fmla="*/ 1931860 h 3682908"/>
                <a:gd name="connsiteX1217" fmla="*/ 3018902 w 3862373"/>
                <a:gd name="connsiteY1217" fmla="*/ 1892773 h 3682908"/>
                <a:gd name="connsiteX1218" fmla="*/ 2924263 w 3862373"/>
                <a:gd name="connsiteY1218" fmla="*/ 1892773 h 3682908"/>
                <a:gd name="connsiteX1219" fmla="*/ 2963349 w 3862373"/>
                <a:gd name="connsiteY1219" fmla="*/ 1931860 h 3682908"/>
                <a:gd name="connsiteX1220" fmla="*/ 2924263 w 3862373"/>
                <a:gd name="connsiteY1220" fmla="*/ 1970947 h 3682908"/>
                <a:gd name="connsiteX1221" fmla="*/ 2885175 w 3862373"/>
                <a:gd name="connsiteY1221" fmla="*/ 1931860 h 3682908"/>
                <a:gd name="connsiteX1222" fmla="*/ 2924263 w 3862373"/>
                <a:gd name="connsiteY1222" fmla="*/ 1892773 h 3682908"/>
                <a:gd name="connsiteX1223" fmla="*/ 2831987 w 3862373"/>
                <a:gd name="connsiteY1223" fmla="*/ 1892773 h 3682908"/>
                <a:gd name="connsiteX1224" fmla="*/ 2871074 w 3862373"/>
                <a:gd name="connsiteY1224" fmla="*/ 1931860 h 3682908"/>
                <a:gd name="connsiteX1225" fmla="*/ 2831987 w 3862373"/>
                <a:gd name="connsiteY1225" fmla="*/ 1970947 h 3682908"/>
                <a:gd name="connsiteX1226" fmla="*/ 2792900 w 3862373"/>
                <a:gd name="connsiteY1226" fmla="*/ 1931860 h 3682908"/>
                <a:gd name="connsiteX1227" fmla="*/ 2831987 w 3862373"/>
                <a:gd name="connsiteY1227" fmla="*/ 1892773 h 3682908"/>
                <a:gd name="connsiteX1228" fmla="*/ 2737356 w 3862373"/>
                <a:gd name="connsiteY1228" fmla="*/ 1892773 h 3682908"/>
                <a:gd name="connsiteX1229" fmla="*/ 2776434 w 3862373"/>
                <a:gd name="connsiteY1229" fmla="*/ 1931860 h 3682908"/>
                <a:gd name="connsiteX1230" fmla="*/ 2737356 w 3862373"/>
                <a:gd name="connsiteY1230" fmla="*/ 1970947 h 3682908"/>
                <a:gd name="connsiteX1231" fmla="*/ 2698265 w 3862373"/>
                <a:gd name="connsiteY1231" fmla="*/ 1931860 h 3682908"/>
                <a:gd name="connsiteX1232" fmla="*/ 2737356 w 3862373"/>
                <a:gd name="connsiteY1232" fmla="*/ 1892773 h 3682908"/>
                <a:gd name="connsiteX1233" fmla="*/ 2645073 w 3862373"/>
                <a:gd name="connsiteY1233" fmla="*/ 1892773 h 3682908"/>
                <a:gd name="connsiteX1234" fmla="*/ 2684163 w 3862373"/>
                <a:gd name="connsiteY1234" fmla="*/ 1931860 h 3682908"/>
                <a:gd name="connsiteX1235" fmla="*/ 2645073 w 3862373"/>
                <a:gd name="connsiteY1235" fmla="*/ 1970947 h 3682908"/>
                <a:gd name="connsiteX1236" fmla="*/ 2605987 w 3862373"/>
                <a:gd name="connsiteY1236" fmla="*/ 1931860 h 3682908"/>
                <a:gd name="connsiteX1237" fmla="*/ 2645073 w 3862373"/>
                <a:gd name="connsiteY1237" fmla="*/ 1892773 h 3682908"/>
                <a:gd name="connsiteX1238" fmla="*/ 2550436 w 3862373"/>
                <a:gd name="connsiteY1238" fmla="*/ 1892773 h 3682908"/>
                <a:gd name="connsiteX1239" fmla="*/ 2589522 w 3862373"/>
                <a:gd name="connsiteY1239" fmla="*/ 1931860 h 3682908"/>
                <a:gd name="connsiteX1240" fmla="*/ 2550436 w 3862373"/>
                <a:gd name="connsiteY1240" fmla="*/ 1970947 h 3682908"/>
                <a:gd name="connsiteX1241" fmla="*/ 2511351 w 3862373"/>
                <a:gd name="connsiteY1241" fmla="*/ 1931860 h 3682908"/>
                <a:gd name="connsiteX1242" fmla="*/ 2550436 w 3862373"/>
                <a:gd name="connsiteY1242" fmla="*/ 1892773 h 3682908"/>
                <a:gd name="connsiteX1243" fmla="*/ 2458164 w 3862373"/>
                <a:gd name="connsiteY1243" fmla="*/ 1892773 h 3682908"/>
                <a:gd name="connsiteX1244" fmla="*/ 2497251 w 3862373"/>
                <a:gd name="connsiteY1244" fmla="*/ 1931860 h 3682908"/>
                <a:gd name="connsiteX1245" fmla="*/ 2458164 w 3862373"/>
                <a:gd name="connsiteY1245" fmla="*/ 1970947 h 3682908"/>
                <a:gd name="connsiteX1246" fmla="*/ 2419078 w 3862373"/>
                <a:gd name="connsiteY1246" fmla="*/ 1931860 h 3682908"/>
                <a:gd name="connsiteX1247" fmla="*/ 2458164 w 3862373"/>
                <a:gd name="connsiteY1247" fmla="*/ 1892773 h 3682908"/>
                <a:gd name="connsiteX1248" fmla="*/ 2363524 w 3862373"/>
                <a:gd name="connsiteY1248" fmla="*/ 1892773 h 3682908"/>
                <a:gd name="connsiteX1249" fmla="*/ 2402611 w 3862373"/>
                <a:gd name="connsiteY1249" fmla="*/ 1931860 h 3682908"/>
                <a:gd name="connsiteX1250" fmla="*/ 2363524 w 3862373"/>
                <a:gd name="connsiteY1250" fmla="*/ 1970947 h 3682908"/>
                <a:gd name="connsiteX1251" fmla="*/ 2324437 w 3862373"/>
                <a:gd name="connsiteY1251" fmla="*/ 1931860 h 3682908"/>
                <a:gd name="connsiteX1252" fmla="*/ 2363524 w 3862373"/>
                <a:gd name="connsiteY1252" fmla="*/ 1892773 h 3682908"/>
                <a:gd name="connsiteX1253" fmla="*/ 2266521 w 3862373"/>
                <a:gd name="connsiteY1253" fmla="*/ 1892773 h 3682908"/>
                <a:gd name="connsiteX1254" fmla="*/ 2305606 w 3862373"/>
                <a:gd name="connsiteY1254" fmla="*/ 1931860 h 3682908"/>
                <a:gd name="connsiteX1255" fmla="*/ 2266521 w 3862373"/>
                <a:gd name="connsiteY1255" fmla="*/ 1970947 h 3682908"/>
                <a:gd name="connsiteX1256" fmla="*/ 2227432 w 3862373"/>
                <a:gd name="connsiteY1256" fmla="*/ 1931860 h 3682908"/>
                <a:gd name="connsiteX1257" fmla="*/ 2266521 w 3862373"/>
                <a:gd name="connsiteY1257" fmla="*/ 1892773 h 3682908"/>
                <a:gd name="connsiteX1258" fmla="*/ 951048 w 3862373"/>
                <a:gd name="connsiteY1258" fmla="*/ 1892773 h 3682908"/>
                <a:gd name="connsiteX1259" fmla="*/ 990133 w 3862373"/>
                <a:gd name="connsiteY1259" fmla="*/ 1931860 h 3682908"/>
                <a:gd name="connsiteX1260" fmla="*/ 951048 w 3862373"/>
                <a:gd name="connsiteY1260" fmla="*/ 1970947 h 3682908"/>
                <a:gd name="connsiteX1261" fmla="*/ 911963 w 3862373"/>
                <a:gd name="connsiteY1261" fmla="*/ 1931860 h 3682908"/>
                <a:gd name="connsiteX1262" fmla="*/ 951048 w 3862373"/>
                <a:gd name="connsiteY1262" fmla="*/ 1892773 h 3682908"/>
                <a:gd name="connsiteX1263" fmla="*/ 764144 w 3862373"/>
                <a:gd name="connsiteY1263" fmla="*/ 1892773 h 3682908"/>
                <a:gd name="connsiteX1264" fmla="*/ 803230 w 3862373"/>
                <a:gd name="connsiteY1264" fmla="*/ 1931860 h 3682908"/>
                <a:gd name="connsiteX1265" fmla="*/ 764144 w 3862373"/>
                <a:gd name="connsiteY1265" fmla="*/ 1970947 h 3682908"/>
                <a:gd name="connsiteX1266" fmla="*/ 725059 w 3862373"/>
                <a:gd name="connsiteY1266" fmla="*/ 1931860 h 3682908"/>
                <a:gd name="connsiteX1267" fmla="*/ 764144 w 3862373"/>
                <a:gd name="connsiteY1267" fmla="*/ 1892773 h 3682908"/>
                <a:gd name="connsiteX1268" fmla="*/ 577226 w 3862373"/>
                <a:gd name="connsiteY1268" fmla="*/ 1892773 h 3682908"/>
                <a:gd name="connsiteX1269" fmla="*/ 616318 w 3862373"/>
                <a:gd name="connsiteY1269" fmla="*/ 1931860 h 3682908"/>
                <a:gd name="connsiteX1270" fmla="*/ 577226 w 3862373"/>
                <a:gd name="connsiteY1270" fmla="*/ 1970947 h 3682908"/>
                <a:gd name="connsiteX1271" fmla="*/ 538134 w 3862373"/>
                <a:gd name="connsiteY1271" fmla="*/ 1931860 h 3682908"/>
                <a:gd name="connsiteX1272" fmla="*/ 577226 w 3862373"/>
                <a:gd name="connsiteY1272" fmla="*/ 1892773 h 3682908"/>
                <a:gd name="connsiteX1273" fmla="*/ 484945 w 3862373"/>
                <a:gd name="connsiteY1273" fmla="*/ 1892773 h 3682908"/>
                <a:gd name="connsiteX1274" fmla="*/ 524032 w 3862373"/>
                <a:gd name="connsiteY1274" fmla="*/ 1931860 h 3682908"/>
                <a:gd name="connsiteX1275" fmla="*/ 484945 w 3862373"/>
                <a:gd name="connsiteY1275" fmla="*/ 1970947 h 3682908"/>
                <a:gd name="connsiteX1276" fmla="*/ 445867 w 3862373"/>
                <a:gd name="connsiteY1276" fmla="*/ 1931860 h 3682908"/>
                <a:gd name="connsiteX1277" fmla="*/ 484945 w 3862373"/>
                <a:gd name="connsiteY1277" fmla="*/ 1892773 h 3682908"/>
                <a:gd name="connsiteX1278" fmla="*/ 3861717 w 3862373"/>
                <a:gd name="connsiteY1278" fmla="*/ 1806975 h 3682908"/>
                <a:gd name="connsiteX1279" fmla="*/ 3858023 w 3862373"/>
                <a:gd name="connsiteY1279" fmla="*/ 1880127 h 3682908"/>
                <a:gd name="connsiteX1280" fmla="*/ 3838294 w 3862373"/>
                <a:gd name="connsiteY1280" fmla="*/ 1871955 h 3682908"/>
                <a:gd name="connsiteX1281" fmla="*/ 3826845 w 3862373"/>
                <a:gd name="connsiteY1281" fmla="*/ 1844316 h 3682908"/>
                <a:gd name="connsiteX1282" fmla="*/ 3838294 w 3862373"/>
                <a:gd name="connsiteY1282" fmla="*/ 1816677 h 3682908"/>
                <a:gd name="connsiteX1283" fmla="*/ 3679017 w 3862373"/>
                <a:gd name="connsiteY1283" fmla="*/ 1805229 h 3682908"/>
                <a:gd name="connsiteX1284" fmla="*/ 3718103 w 3862373"/>
                <a:gd name="connsiteY1284" fmla="*/ 1844316 h 3682908"/>
                <a:gd name="connsiteX1285" fmla="*/ 3679017 w 3862373"/>
                <a:gd name="connsiteY1285" fmla="*/ 1883404 h 3682908"/>
                <a:gd name="connsiteX1286" fmla="*/ 3639929 w 3862373"/>
                <a:gd name="connsiteY1286" fmla="*/ 1844316 h 3682908"/>
                <a:gd name="connsiteX1287" fmla="*/ 3679017 w 3862373"/>
                <a:gd name="connsiteY1287" fmla="*/ 1805229 h 3682908"/>
                <a:gd name="connsiteX1288" fmla="*/ 3300457 w 3862373"/>
                <a:gd name="connsiteY1288" fmla="*/ 1805229 h 3682908"/>
                <a:gd name="connsiteX1289" fmla="*/ 3339544 w 3862373"/>
                <a:gd name="connsiteY1289" fmla="*/ 1844316 h 3682908"/>
                <a:gd name="connsiteX1290" fmla="*/ 3300457 w 3862373"/>
                <a:gd name="connsiteY1290" fmla="*/ 1883404 h 3682908"/>
                <a:gd name="connsiteX1291" fmla="*/ 3261369 w 3862373"/>
                <a:gd name="connsiteY1291" fmla="*/ 1844316 h 3682908"/>
                <a:gd name="connsiteX1292" fmla="*/ 3300457 w 3862373"/>
                <a:gd name="connsiteY1292" fmla="*/ 1805229 h 3682908"/>
                <a:gd name="connsiteX1293" fmla="*/ 3111175 w 3862373"/>
                <a:gd name="connsiteY1293" fmla="*/ 1805229 h 3682908"/>
                <a:gd name="connsiteX1294" fmla="*/ 3150263 w 3862373"/>
                <a:gd name="connsiteY1294" fmla="*/ 1844316 h 3682908"/>
                <a:gd name="connsiteX1295" fmla="*/ 3111175 w 3862373"/>
                <a:gd name="connsiteY1295" fmla="*/ 1883404 h 3682908"/>
                <a:gd name="connsiteX1296" fmla="*/ 3072088 w 3862373"/>
                <a:gd name="connsiteY1296" fmla="*/ 1844316 h 3682908"/>
                <a:gd name="connsiteX1297" fmla="*/ 3111175 w 3862373"/>
                <a:gd name="connsiteY1297" fmla="*/ 1805229 h 3682908"/>
                <a:gd name="connsiteX1298" fmla="*/ 3018902 w 3862373"/>
                <a:gd name="connsiteY1298" fmla="*/ 1805229 h 3682908"/>
                <a:gd name="connsiteX1299" fmla="*/ 3057989 w 3862373"/>
                <a:gd name="connsiteY1299" fmla="*/ 1844316 h 3682908"/>
                <a:gd name="connsiteX1300" fmla="*/ 3018902 w 3862373"/>
                <a:gd name="connsiteY1300" fmla="*/ 1883404 h 3682908"/>
                <a:gd name="connsiteX1301" fmla="*/ 2979815 w 3862373"/>
                <a:gd name="connsiteY1301" fmla="*/ 1844316 h 3682908"/>
                <a:gd name="connsiteX1302" fmla="*/ 3018902 w 3862373"/>
                <a:gd name="connsiteY1302" fmla="*/ 1805229 h 3682908"/>
                <a:gd name="connsiteX1303" fmla="*/ 2831988 w 3862373"/>
                <a:gd name="connsiteY1303" fmla="*/ 1805229 h 3682908"/>
                <a:gd name="connsiteX1304" fmla="*/ 2871075 w 3862373"/>
                <a:gd name="connsiteY1304" fmla="*/ 1844316 h 3682908"/>
                <a:gd name="connsiteX1305" fmla="*/ 2831988 w 3862373"/>
                <a:gd name="connsiteY1305" fmla="*/ 1883404 h 3682908"/>
                <a:gd name="connsiteX1306" fmla="*/ 2792901 w 3862373"/>
                <a:gd name="connsiteY1306" fmla="*/ 1844316 h 3682908"/>
                <a:gd name="connsiteX1307" fmla="*/ 2831988 w 3862373"/>
                <a:gd name="connsiteY1307" fmla="*/ 1805229 h 3682908"/>
                <a:gd name="connsiteX1308" fmla="*/ 2737358 w 3862373"/>
                <a:gd name="connsiteY1308" fmla="*/ 1805229 h 3682908"/>
                <a:gd name="connsiteX1309" fmla="*/ 2776434 w 3862373"/>
                <a:gd name="connsiteY1309" fmla="*/ 1844316 h 3682908"/>
                <a:gd name="connsiteX1310" fmla="*/ 2737358 w 3862373"/>
                <a:gd name="connsiteY1310" fmla="*/ 1883404 h 3682908"/>
                <a:gd name="connsiteX1311" fmla="*/ 2698265 w 3862373"/>
                <a:gd name="connsiteY1311" fmla="*/ 1844316 h 3682908"/>
                <a:gd name="connsiteX1312" fmla="*/ 2737358 w 3862373"/>
                <a:gd name="connsiteY1312" fmla="*/ 1805229 h 3682908"/>
                <a:gd name="connsiteX1313" fmla="*/ 2645073 w 3862373"/>
                <a:gd name="connsiteY1313" fmla="*/ 1805229 h 3682908"/>
                <a:gd name="connsiteX1314" fmla="*/ 2684163 w 3862373"/>
                <a:gd name="connsiteY1314" fmla="*/ 1844316 h 3682908"/>
                <a:gd name="connsiteX1315" fmla="*/ 2645073 w 3862373"/>
                <a:gd name="connsiteY1315" fmla="*/ 1883404 h 3682908"/>
                <a:gd name="connsiteX1316" fmla="*/ 2605987 w 3862373"/>
                <a:gd name="connsiteY1316" fmla="*/ 1844316 h 3682908"/>
                <a:gd name="connsiteX1317" fmla="*/ 2645073 w 3862373"/>
                <a:gd name="connsiteY1317" fmla="*/ 1805229 h 3682908"/>
                <a:gd name="connsiteX1318" fmla="*/ 2550436 w 3862373"/>
                <a:gd name="connsiteY1318" fmla="*/ 1805229 h 3682908"/>
                <a:gd name="connsiteX1319" fmla="*/ 2589522 w 3862373"/>
                <a:gd name="connsiteY1319" fmla="*/ 1844316 h 3682908"/>
                <a:gd name="connsiteX1320" fmla="*/ 2550436 w 3862373"/>
                <a:gd name="connsiteY1320" fmla="*/ 1883404 h 3682908"/>
                <a:gd name="connsiteX1321" fmla="*/ 2511352 w 3862373"/>
                <a:gd name="connsiteY1321" fmla="*/ 1844316 h 3682908"/>
                <a:gd name="connsiteX1322" fmla="*/ 2550436 w 3862373"/>
                <a:gd name="connsiteY1322" fmla="*/ 1805229 h 3682908"/>
                <a:gd name="connsiteX1323" fmla="*/ 2363525 w 3862373"/>
                <a:gd name="connsiteY1323" fmla="*/ 1805229 h 3682908"/>
                <a:gd name="connsiteX1324" fmla="*/ 2402611 w 3862373"/>
                <a:gd name="connsiteY1324" fmla="*/ 1844316 h 3682908"/>
                <a:gd name="connsiteX1325" fmla="*/ 2363525 w 3862373"/>
                <a:gd name="connsiteY1325" fmla="*/ 1883404 h 3682908"/>
                <a:gd name="connsiteX1326" fmla="*/ 2324438 w 3862373"/>
                <a:gd name="connsiteY1326" fmla="*/ 1844316 h 3682908"/>
                <a:gd name="connsiteX1327" fmla="*/ 2363525 w 3862373"/>
                <a:gd name="connsiteY1327" fmla="*/ 1805229 h 3682908"/>
                <a:gd name="connsiteX1328" fmla="*/ 3771293 w 3862373"/>
                <a:gd name="connsiteY1328" fmla="*/ 1805229 h 3682908"/>
                <a:gd name="connsiteX1329" fmla="*/ 3810379 w 3862373"/>
                <a:gd name="connsiteY1329" fmla="*/ 1844316 h 3682908"/>
                <a:gd name="connsiteX1330" fmla="*/ 3771293 w 3862373"/>
                <a:gd name="connsiteY1330" fmla="*/ 1883403 h 3682908"/>
                <a:gd name="connsiteX1331" fmla="*/ 3732205 w 3862373"/>
                <a:gd name="connsiteY1331" fmla="*/ 1844316 h 3682908"/>
                <a:gd name="connsiteX1332" fmla="*/ 3771293 w 3862373"/>
                <a:gd name="connsiteY1332" fmla="*/ 1805229 h 3682908"/>
                <a:gd name="connsiteX1333" fmla="*/ 3584377 w 3862373"/>
                <a:gd name="connsiteY1333" fmla="*/ 1805229 h 3682908"/>
                <a:gd name="connsiteX1334" fmla="*/ 3623463 w 3862373"/>
                <a:gd name="connsiteY1334" fmla="*/ 1844316 h 3682908"/>
                <a:gd name="connsiteX1335" fmla="*/ 3584377 w 3862373"/>
                <a:gd name="connsiteY1335" fmla="*/ 1883403 h 3682908"/>
                <a:gd name="connsiteX1336" fmla="*/ 3545289 w 3862373"/>
                <a:gd name="connsiteY1336" fmla="*/ 1844316 h 3682908"/>
                <a:gd name="connsiteX1337" fmla="*/ 3584377 w 3862373"/>
                <a:gd name="connsiteY1337" fmla="*/ 1805229 h 3682908"/>
                <a:gd name="connsiteX1338" fmla="*/ 3489737 w 3862373"/>
                <a:gd name="connsiteY1338" fmla="*/ 1805229 h 3682908"/>
                <a:gd name="connsiteX1339" fmla="*/ 3528823 w 3862373"/>
                <a:gd name="connsiteY1339" fmla="*/ 1844316 h 3682908"/>
                <a:gd name="connsiteX1340" fmla="*/ 3489737 w 3862373"/>
                <a:gd name="connsiteY1340" fmla="*/ 1883403 h 3682908"/>
                <a:gd name="connsiteX1341" fmla="*/ 3450649 w 3862373"/>
                <a:gd name="connsiteY1341" fmla="*/ 1844316 h 3682908"/>
                <a:gd name="connsiteX1342" fmla="*/ 3489737 w 3862373"/>
                <a:gd name="connsiteY1342" fmla="*/ 1805229 h 3682908"/>
                <a:gd name="connsiteX1343" fmla="*/ 3392731 w 3862373"/>
                <a:gd name="connsiteY1343" fmla="*/ 1805229 h 3682908"/>
                <a:gd name="connsiteX1344" fmla="*/ 3431819 w 3862373"/>
                <a:gd name="connsiteY1344" fmla="*/ 1844316 h 3682908"/>
                <a:gd name="connsiteX1345" fmla="*/ 3392731 w 3862373"/>
                <a:gd name="connsiteY1345" fmla="*/ 1883403 h 3682908"/>
                <a:gd name="connsiteX1346" fmla="*/ 3353644 w 3862373"/>
                <a:gd name="connsiteY1346" fmla="*/ 1844316 h 3682908"/>
                <a:gd name="connsiteX1347" fmla="*/ 3392731 w 3862373"/>
                <a:gd name="connsiteY1347" fmla="*/ 1805229 h 3682908"/>
                <a:gd name="connsiteX1348" fmla="*/ 3205817 w 3862373"/>
                <a:gd name="connsiteY1348" fmla="*/ 1805229 h 3682908"/>
                <a:gd name="connsiteX1349" fmla="*/ 3244904 w 3862373"/>
                <a:gd name="connsiteY1349" fmla="*/ 1844316 h 3682908"/>
                <a:gd name="connsiteX1350" fmla="*/ 3205817 w 3862373"/>
                <a:gd name="connsiteY1350" fmla="*/ 1883403 h 3682908"/>
                <a:gd name="connsiteX1351" fmla="*/ 3166729 w 3862373"/>
                <a:gd name="connsiteY1351" fmla="*/ 1844316 h 3682908"/>
                <a:gd name="connsiteX1352" fmla="*/ 3205817 w 3862373"/>
                <a:gd name="connsiteY1352" fmla="*/ 1805229 h 3682908"/>
                <a:gd name="connsiteX1353" fmla="*/ 2924263 w 3862373"/>
                <a:gd name="connsiteY1353" fmla="*/ 1805229 h 3682908"/>
                <a:gd name="connsiteX1354" fmla="*/ 2963349 w 3862373"/>
                <a:gd name="connsiteY1354" fmla="*/ 1844316 h 3682908"/>
                <a:gd name="connsiteX1355" fmla="*/ 2924263 w 3862373"/>
                <a:gd name="connsiteY1355" fmla="*/ 1883403 h 3682908"/>
                <a:gd name="connsiteX1356" fmla="*/ 2885175 w 3862373"/>
                <a:gd name="connsiteY1356" fmla="*/ 1844316 h 3682908"/>
                <a:gd name="connsiteX1357" fmla="*/ 2924263 w 3862373"/>
                <a:gd name="connsiteY1357" fmla="*/ 1805229 h 3682908"/>
                <a:gd name="connsiteX1358" fmla="*/ 2458164 w 3862373"/>
                <a:gd name="connsiteY1358" fmla="*/ 1805229 h 3682908"/>
                <a:gd name="connsiteX1359" fmla="*/ 2497252 w 3862373"/>
                <a:gd name="connsiteY1359" fmla="*/ 1844316 h 3682908"/>
                <a:gd name="connsiteX1360" fmla="*/ 2458164 w 3862373"/>
                <a:gd name="connsiteY1360" fmla="*/ 1883403 h 3682908"/>
                <a:gd name="connsiteX1361" fmla="*/ 2419079 w 3862373"/>
                <a:gd name="connsiteY1361" fmla="*/ 1844316 h 3682908"/>
                <a:gd name="connsiteX1362" fmla="*/ 2458164 w 3862373"/>
                <a:gd name="connsiteY1362" fmla="*/ 1805229 h 3682908"/>
                <a:gd name="connsiteX1363" fmla="*/ 2266523 w 3862373"/>
                <a:gd name="connsiteY1363" fmla="*/ 1805229 h 3682908"/>
                <a:gd name="connsiteX1364" fmla="*/ 2305609 w 3862373"/>
                <a:gd name="connsiteY1364" fmla="*/ 1844316 h 3682908"/>
                <a:gd name="connsiteX1365" fmla="*/ 2266523 w 3862373"/>
                <a:gd name="connsiteY1365" fmla="*/ 1883403 h 3682908"/>
                <a:gd name="connsiteX1366" fmla="*/ 2227433 w 3862373"/>
                <a:gd name="connsiteY1366" fmla="*/ 1844316 h 3682908"/>
                <a:gd name="connsiteX1367" fmla="*/ 2266523 w 3862373"/>
                <a:gd name="connsiteY1367" fmla="*/ 1805229 h 3682908"/>
                <a:gd name="connsiteX1368" fmla="*/ 577230 w 3862373"/>
                <a:gd name="connsiteY1368" fmla="*/ 1805229 h 3682908"/>
                <a:gd name="connsiteX1369" fmla="*/ 616322 w 3862373"/>
                <a:gd name="connsiteY1369" fmla="*/ 1844316 h 3682908"/>
                <a:gd name="connsiteX1370" fmla="*/ 577230 w 3862373"/>
                <a:gd name="connsiteY1370" fmla="*/ 1883403 h 3682908"/>
                <a:gd name="connsiteX1371" fmla="*/ 538137 w 3862373"/>
                <a:gd name="connsiteY1371" fmla="*/ 1844316 h 3682908"/>
                <a:gd name="connsiteX1372" fmla="*/ 577230 w 3862373"/>
                <a:gd name="connsiteY1372" fmla="*/ 1805229 h 3682908"/>
                <a:gd name="connsiteX1373" fmla="*/ 484947 w 3862373"/>
                <a:gd name="connsiteY1373" fmla="*/ 1805229 h 3682908"/>
                <a:gd name="connsiteX1374" fmla="*/ 524035 w 3862373"/>
                <a:gd name="connsiteY1374" fmla="*/ 1844316 h 3682908"/>
                <a:gd name="connsiteX1375" fmla="*/ 484947 w 3862373"/>
                <a:gd name="connsiteY1375" fmla="*/ 1883403 h 3682908"/>
                <a:gd name="connsiteX1376" fmla="*/ 445867 w 3862373"/>
                <a:gd name="connsiteY1376" fmla="*/ 1844316 h 3682908"/>
                <a:gd name="connsiteX1377" fmla="*/ 484947 w 3862373"/>
                <a:gd name="connsiteY1377" fmla="*/ 1805229 h 3682908"/>
                <a:gd name="connsiteX1378" fmla="*/ 390307 w 3862373"/>
                <a:gd name="connsiteY1378" fmla="*/ 1805229 h 3682908"/>
                <a:gd name="connsiteX1379" fmla="*/ 429399 w 3862373"/>
                <a:gd name="connsiteY1379" fmla="*/ 1844316 h 3682908"/>
                <a:gd name="connsiteX1380" fmla="*/ 390307 w 3862373"/>
                <a:gd name="connsiteY1380" fmla="*/ 1883403 h 3682908"/>
                <a:gd name="connsiteX1381" fmla="*/ 351227 w 3862373"/>
                <a:gd name="connsiteY1381" fmla="*/ 1844316 h 3682908"/>
                <a:gd name="connsiteX1382" fmla="*/ 390307 w 3862373"/>
                <a:gd name="connsiteY1382" fmla="*/ 1805229 h 3682908"/>
                <a:gd name="connsiteX1383" fmla="*/ 3858672 w 3862373"/>
                <a:gd name="connsiteY1383" fmla="*/ 1720694 h 3682908"/>
                <a:gd name="connsiteX1384" fmla="*/ 3862373 w 3862373"/>
                <a:gd name="connsiteY1384" fmla="*/ 1793978 h 3682908"/>
                <a:gd name="connsiteX1385" fmla="*/ 3862353 w 3862373"/>
                <a:gd name="connsiteY1385" fmla="*/ 1794377 h 3682908"/>
                <a:gd name="connsiteX1386" fmla="*/ 3838294 w 3862373"/>
                <a:gd name="connsiteY1386" fmla="*/ 1784412 h 3682908"/>
                <a:gd name="connsiteX1387" fmla="*/ 3826845 w 3862373"/>
                <a:gd name="connsiteY1387" fmla="*/ 1756774 h 3682908"/>
                <a:gd name="connsiteX1388" fmla="*/ 3838294 w 3862373"/>
                <a:gd name="connsiteY1388" fmla="*/ 1729135 h 3682908"/>
                <a:gd name="connsiteX1389" fmla="*/ 3771293 w 3862373"/>
                <a:gd name="connsiteY1389" fmla="*/ 1717686 h 3682908"/>
                <a:gd name="connsiteX1390" fmla="*/ 3810379 w 3862373"/>
                <a:gd name="connsiteY1390" fmla="*/ 1756774 h 3682908"/>
                <a:gd name="connsiteX1391" fmla="*/ 3771293 w 3862373"/>
                <a:gd name="connsiteY1391" fmla="*/ 1795860 h 3682908"/>
                <a:gd name="connsiteX1392" fmla="*/ 3732205 w 3862373"/>
                <a:gd name="connsiteY1392" fmla="*/ 1756774 h 3682908"/>
                <a:gd name="connsiteX1393" fmla="*/ 3771293 w 3862373"/>
                <a:gd name="connsiteY1393" fmla="*/ 1717686 h 3682908"/>
                <a:gd name="connsiteX1394" fmla="*/ 3679017 w 3862373"/>
                <a:gd name="connsiteY1394" fmla="*/ 1717686 h 3682908"/>
                <a:gd name="connsiteX1395" fmla="*/ 3718103 w 3862373"/>
                <a:gd name="connsiteY1395" fmla="*/ 1756774 h 3682908"/>
                <a:gd name="connsiteX1396" fmla="*/ 3679017 w 3862373"/>
                <a:gd name="connsiteY1396" fmla="*/ 1795860 h 3682908"/>
                <a:gd name="connsiteX1397" fmla="*/ 3639929 w 3862373"/>
                <a:gd name="connsiteY1397" fmla="*/ 1756774 h 3682908"/>
                <a:gd name="connsiteX1398" fmla="*/ 3679017 w 3862373"/>
                <a:gd name="connsiteY1398" fmla="*/ 1717686 h 3682908"/>
                <a:gd name="connsiteX1399" fmla="*/ 3584377 w 3862373"/>
                <a:gd name="connsiteY1399" fmla="*/ 1717686 h 3682908"/>
                <a:gd name="connsiteX1400" fmla="*/ 3623463 w 3862373"/>
                <a:gd name="connsiteY1400" fmla="*/ 1756774 h 3682908"/>
                <a:gd name="connsiteX1401" fmla="*/ 3584377 w 3862373"/>
                <a:gd name="connsiteY1401" fmla="*/ 1795860 h 3682908"/>
                <a:gd name="connsiteX1402" fmla="*/ 3545289 w 3862373"/>
                <a:gd name="connsiteY1402" fmla="*/ 1756774 h 3682908"/>
                <a:gd name="connsiteX1403" fmla="*/ 3584377 w 3862373"/>
                <a:gd name="connsiteY1403" fmla="*/ 1717686 h 3682908"/>
                <a:gd name="connsiteX1404" fmla="*/ 3489737 w 3862373"/>
                <a:gd name="connsiteY1404" fmla="*/ 1717686 h 3682908"/>
                <a:gd name="connsiteX1405" fmla="*/ 3528823 w 3862373"/>
                <a:gd name="connsiteY1405" fmla="*/ 1756774 h 3682908"/>
                <a:gd name="connsiteX1406" fmla="*/ 3489737 w 3862373"/>
                <a:gd name="connsiteY1406" fmla="*/ 1795860 h 3682908"/>
                <a:gd name="connsiteX1407" fmla="*/ 3450649 w 3862373"/>
                <a:gd name="connsiteY1407" fmla="*/ 1756774 h 3682908"/>
                <a:gd name="connsiteX1408" fmla="*/ 3489737 w 3862373"/>
                <a:gd name="connsiteY1408" fmla="*/ 1717686 h 3682908"/>
                <a:gd name="connsiteX1409" fmla="*/ 3392731 w 3862373"/>
                <a:gd name="connsiteY1409" fmla="*/ 1717686 h 3682908"/>
                <a:gd name="connsiteX1410" fmla="*/ 3431819 w 3862373"/>
                <a:gd name="connsiteY1410" fmla="*/ 1756774 h 3682908"/>
                <a:gd name="connsiteX1411" fmla="*/ 3392731 w 3862373"/>
                <a:gd name="connsiteY1411" fmla="*/ 1795860 h 3682908"/>
                <a:gd name="connsiteX1412" fmla="*/ 3353644 w 3862373"/>
                <a:gd name="connsiteY1412" fmla="*/ 1756774 h 3682908"/>
                <a:gd name="connsiteX1413" fmla="*/ 3392731 w 3862373"/>
                <a:gd name="connsiteY1413" fmla="*/ 1717686 h 3682908"/>
                <a:gd name="connsiteX1414" fmla="*/ 3300457 w 3862373"/>
                <a:gd name="connsiteY1414" fmla="*/ 1717686 h 3682908"/>
                <a:gd name="connsiteX1415" fmla="*/ 3339544 w 3862373"/>
                <a:gd name="connsiteY1415" fmla="*/ 1756774 h 3682908"/>
                <a:gd name="connsiteX1416" fmla="*/ 3300457 w 3862373"/>
                <a:gd name="connsiteY1416" fmla="*/ 1795860 h 3682908"/>
                <a:gd name="connsiteX1417" fmla="*/ 3261369 w 3862373"/>
                <a:gd name="connsiteY1417" fmla="*/ 1756774 h 3682908"/>
                <a:gd name="connsiteX1418" fmla="*/ 3300457 w 3862373"/>
                <a:gd name="connsiteY1418" fmla="*/ 1717686 h 3682908"/>
                <a:gd name="connsiteX1419" fmla="*/ 3205817 w 3862373"/>
                <a:gd name="connsiteY1419" fmla="*/ 1717686 h 3682908"/>
                <a:gd name="connsiteX1420" fmla="*/ 3244904 w 3862373"/>
                <a:gd name="connsiteY1420" fmla="*/ 1756774 h 3682908"/>
                <a:gd name="connsiteX1421" fmla="*/ 3205817 w 3862373"/>
                <a:gd name="connsiteY1421" fmla="*/ 1795860 h 3682908"/>
                <a:gd name="connsiteX1422" fmla="*/ 3166729 w 3862373"/>
                <a:gd name="connsiteY1422" fmla="*/ 1756774 h 3682908"/>
                <a:gd name="connsiteX1423" fmla="*/ 3205817 w 3862373"/>
                <a:gd name="connsiteY1423" fmla="*/ 1717686 h 3682908"/>
                <a:gd name="connsiteX1424" fmla="*/ 3111175 w 3862373"/>
                <a:gd name="connsiteY1424" fmla="*/ 1717686 h 3682908"/>
                <a:gd name="connsiteX1425" fmla="*/ 3150263 w 3862373"/>
                <a:gd name="connsiteY1425" fmla="*/ 1756774 h 3682908"/>
                <a:gd name="connsiteX1426" fmla="*/ 3111175 w 3862373"/>
                <a:gd name="connsiteY1426" fmla="*/ 1795860 h 3682908"/>
                <a:gd name="connsiteX1427" fmla="*/ 3072088 w 3862373"/>
                <a:gd name="connsiteY1427" fmla="*/ 1756774 h 3682908"/>
                <a:gd name="connsiteX1428" fmla="*/ 3111175 w 3862373"/>
                <a:gd name="connsiteY1428" fmla="*/ 1717686 h 3682908"/>
                <a:gd name="connsiteX1429" fmla="*/ 3018902 w 3862373"/>
                <a:gd name="connsiteY1429" fmla="*/ 1717686 h 3682908"/>
                <a:gd name="connsiteX1430" fmla="*/ 3057989 w 3862373"/>
                <a:gd name="connsiteY1430" fmla="*/ 1756774 h 3682908"/>
                <a:gd name="connsiteX1431" fmla="*/ 3018902 w 3862373"/>
                <a:gd name="connsiteY1431" fmla="*/ 1795860 h 3682908"/>
                <a:gd name="connsiteX1432" fmla="*/ 2979815 w 3862373"/>
                <a:gd name="connsiteY1432" fmla="*/ 1756774 h 3682908"/>
                <a:gd name="connsiteX1433" fmla="*/ 3018902 w 3862373"/>
                <a:gd name="connsiteY1433" fmla="*/ 1717686 h 3682908"/>
                <a:gd name="connsiteX1434" fmla="*/ 2924263 w 3862373"/>
                <a:gd name="connsiteY1434" fmla="*/ 1717686 h 3682908"/>
                <a:gd name="connsiteX1435" fmla="*/ 2963349 w 3862373"/>
                <a:gd name="connsiteY1435" fmla="*/ 1756774 h 3682908"/>
                <a:gd name="connsiteX1436" fmla="*/ 2924263 w 3862373"/>
                <a:gd name="connsiteY1436" fmla="*/ 1795860 h 3682908"/>
                <a:gd name="connsiteX1437" fmla="*/ 2885175 w 3862373"/>
                <a:gd name="connsiteY1437" fmla="*/ 1756774 h 3682908"/>
                <a:gd name="connsiteX1438" fmla="*/ 2924263 w 3862373"/>
                <a:gd name="connsiteY1438" fmla="*/ 1717686 h 3682908"/>
                <a:gd name="connsiteX1439" fmla="*/ 2831988 w 3862373"/>
                <a:gd name="connsiteY1439" fmla="*/ 1717686 h 3682908"/>
                <a:gd name="connsiteX1440" fmla="*/ 2871075 w 3862373"/>
                <a:gd name="connsiteY1440" fmla="*/ 1756774 h 3682908"/>
                <a:gd name="connsiteX1441" fmla="*/ 2831988 w 3862373"/>
                <a:gd name="connsiteY1441" fmla="*/ 1795860 h 3682908"/>
                <a:gd name="connsiteX1442" fmla="*/ 2792901 w 3862373"/>
                <a:gd name="connsiteY1442" fmla="*/ 1756774 h 3682908"/>
                <a:gd name="connsiteX1443" fmla="*/ 2831988 w 3862373"/>
                <a:gd name="connsiteY1443" fmla="*/ 1717686 h 3682908"/>
                <a:gd name="connsiteX1444" fmla="*/ 2737359 w 3862373"/>
                <a:gd name="connsiteY1444" fmla="*/ 1717686 h 3682908"/>
                <a:gd name="connsiteX1445" fmla="*/ 2776434 w 3862373"/>
                <a:gd name="connsiteY1445" fmla="*/ 1756774 h 3682908"/>
                <a:gd name="connsiteX1446" fmla="*/ 2737359 w 3862373"/>
                <a:gd name="connsiteY1446" fmla="*/ 1795860 h 3682908"/>
                <a:gd name="connsiteX1447" fmla="*/ 2698265 w 3862373"/>
                <a:gd name="connsiteY1447" fmla="*/ 1756774 h 3682908"/>
                <a:gd name="connsiteX1448" fmla="*/ 2737359 w 3862373"/>
                <a:gd name="connsiteY1448" fmla="*/ 1717686 h 3682908"/>
                <a:gd name="connsiteX1449" fmla="*/ 2645073 w 3862373"/>
                <a:gd name="connsiteY1449" fmla="*/ 1717686 h 3682908"/>
                <a:gd name="connsiteX1450" fmla="*/ 2684164 w 3862373"/>
                <a:gd name="connsiteY1450" fmla="*/ 1756774 h 3682908"/>
                <a:gd name="connsiteX1451" fmla="*/ 2645073 w 3862373"/>
                <a:gd name="connsiteY1451" fmla="*/ 1795860 h 3682908"/>
                <a:gd name="connsiteX1452" fmla="*/ 2605987 w 3862373"/>
                <a:gd name="connsiteY1452" fmla="*/ 1756774 h 3682908"/>
                <a:gd name="connsiteX1453" fmla="*/ 2645073 w 3862373"/>
                <a:gd name="connsiteY1453" fmla="*/ 1717686 h 3682908"/>
                <a:gd name="connsiteX1454" fmla="*/ 2550436 w 3862373"/>
                <a:gd name="connsiteY1454" fmla="*/ 1717686 h 3682908"/>
                <a:gd name="connsiteX1455" fmla="*/ 2589522 w 3862373"/>
                <a:gd name="connsiteY1455" fmla="*/ 1756774 h 3682908"/>
                <a:gd name="connsiteX1456" fmla="*/ 2550436 w 3862373"/>
                <a:gd name="connsiteY1456" fmla="*/ 1795860 h 3682908"/>
                <a:gd name="connsiteX1457" fmla="*/ 2511353 w 3862373"/>
                <a:gd name="connsiteY1457" fmla="*/ 1756774 h 3682908"/>
                <a:gd name="connsiteX1458" fmla="*/ 2550436 w 3862373"/>
                <a:gd name="connsiteY1458" fmla="*/ 1717686 h 3682908"/>
                <a:gd name="connsiteX1459" fmla="*/ 2458164 w 3862373"/>
                <a:gd name="connsiteY1459" fmla="*/ 1717686 h 3682908"/>
                <a:gd name="connsiteX1460" fmla="*/ 2497252 w 3862373"/>
                <a:gd name="connsiteY1460" fmla="*/ 1756774 h 3682908"/>
                <a:gd name="connsiteX1461" fmla="*/ 2458164 w 3862373"/>
                <a:gd name="connsiteY1461" fmla="*/ 1795860 h 3682908"/>
                <a:gd name="connsiteX1462" fmla="*/ 2419080 w 3862373"/>
                <a:gd name="connsiteY1462" fmla="*/ 1756774 h 3682908"/>
                <a:gd name="connsiteX1463" fmla="*/ 2458164 w 3862373"/>
                <a:gd name="connsiteY1463" fmla="*/ 1717686 h 3682908"/>
                <a:gd name="connsiteX1464" fmla="*/ 2363525 w 3862373"/>
                <a:gd name="connsiteY1464" fmla="*/ 1717686 h 3682908"/>
                <a:gd name="connsiteX1465" fmla="*/ 2402611 w 3862373"/>
                <a:gd name="connsiteY1465" fmla="*/ 1756774 h 3682908"/>
                <a:gd name="connsiteX1466" fmla="*/ 2363525 w 3862373"/>
                <a:gd name="connsiteY1466" fmla="*/ 1795860 h 3682908"/>
                <a:gd name="connsiteX1467" fmla="*/ 2324438 w 3862373"/>
                <a:gd name="connsiteY1467" fmla="*/ 1756774 h 3682908"/>
                <a:gd name="connsiteX1468" fmla="*/ 2363525 w 3862373"/>
                <a:gd name="connsiteY1468" fmla="*/ 1717686 h 3682908"/>
                <a:gd name="connsiteX1469" fmla="*/ 951054 w 3862373"/>
                <a:gd name="connsiteY1469" fmla="*/ 1717686 h 3682908"/>
                <a:gd name="connsiteX1470" fmla="*/ 990138 w 3862373"/>
                <a:gd name="connsiteY1470" fmla="*/ 1756774 h 3682908"/>
                <a:gd name="connsiteX1471" fmla="*/ 951054 w 3862373"/>
                <a:gd name="connsiteY1471" fmla="*/ 1795860 h 3682908"/>
                <a:gd name="connsiteX1472" fmla="*/ 911970 w 3862373"/>
                <a:gd name="connsiteY1472" fmla="*/ 1756774 h 3682908"/>
                <a:gd name="connsiteX1473" fmla="*/ 951054 w 3862373"/>
                <a:gd name="connsiteY1473" fmla="*/ 1717686 h 3682908"/>
                <a:gd name="connsiteX1474" fmla="*/ 577233 w 3862373"/>
                <a:gd name="connsiteY1474" fmla="*/ 1717686 h 3682908"/>
                <a:gd name="connsiteX1475" fmla="*/ 616327 w 3862373"/>
                <a:gd name="connsiteY1475" fmla="*/ 1756774 h 3682908"/>
                <a:gd name="connsiteX1476" fmla="*/ 577233 w 3862373"/>
                <a:gd name="connsiteY1476" fmla="*/ 1795860 h 3682908"/>
                <a:gd name="connsiteX1477" fmla="*/ 538140 w 3862373"/>
                <a:gd name="connsiteY1477" fmla="*/ 1756774 h 3682908"/>
                <a:gd name="connsiteX1478" fmla="*/ 577233 w 3862373"/>
                <a:gd name="connsiteY1478" fmla="*/ 1717686 h 3682908"/>
                <a:gd name="connsiteX1479" fmla="*/ 484950 w 3862373"/>
                <a:gd name="connsiteY1479" fmla="*/ 1717686 h 3682908"/>
                <a:gd name="connsiteX1480" fmla="*/ 524038 w 3862373"/>
                <a:gd name="connsiteY1480" fmla="*/ 1756774 h 3682908"/>
                <a:gd name="connsiteX1481" fmla="*/ 484950 w 3862373"/>
                <a:gd name="connsiteY1481" fmla="*/ 1795860 h 3682908"/>
                <a:gd name="connsiteX1482" fmla="*/ 445871 w 3862373"/>
                <a:gd name="connsiteY1482" fmla="*/ 1756774 h 3682908"/>
                <a:gd name="connsiteX1483" fmla="*/ 484950 w 3862373"/>
                <a:gd name="connsiteY1483" fmla="*/ 1717686 h 3682908"/>
                <a:gd name="connsiteX1484" fmla="*/ 390308 w 3862373"/>
                <a:gd name="connsiteY1484" fmla="*/ 1717686 h 3682908"/>
                <a:gd name="connsiteX1485" fmla="*/ 429402 w 3862373"/>
                <a:gd name="connsiteY1485" fmla="*/ 1756774 h 3682908"/>
                <a:gd name="connsiteX1486" fmla="*/ 390308 w 3862373"/>
                <a:gd name="connsiteY1486" fmla="*/ 1795860 h 3682908"/>
                <a:gd name="connsiteX1487" fmla="*/ 351231 w 3862373"/>
                <a:gd name="connsiteY1487" fmla="*/ 1756774 h 3682908"/>
                <a:gd name="connsiteX1488" fmla="*/ 390308 w 3862373"/>
                <a:gd name="connsiteY1488" fmla="*/ 1717686 h 3682908"/>
                <a:gd name="connsiteX1489" fmla="*/ 298037 w 3862373"/>
                <a:gd name="connsiteY1489" fmla="*/ 1717686 h 3682908"/>
                <a:gd name="connsiteX1490" fmla="*/ 337130 w 3862373"/>
                <a:gd name="connsiteY1490" fmla="*/ 1756774 h 3682908"/>
                <a:gd name="connsiteX1491" fmla="*/ 298037 w 3862373"/>
                <a:gd name="connsiteY1491" fmla="*/ 1795860 h 3682908"/>
                <a:gd name="connsiteX1492" fmla="*/ 258948 w 3862373"/>
                <a:gd name="connsiteY1492" fmla="*/ 1756774 h 3682908"/>
                <a:gd name="connsiteX1493" fmla="*/ 298037 w 3862373"/>
                <a:gd name="connsiteY1493" fmla="*/ 1717686 h 3682908"/>
                <a:gd name="connsiteX1494" fmla="*/ 3854460 w 3862373"/>
                <a:gd name="connsiteY1494" fmla="*/ 1637264 h 3682908"/>
                <a:gd name="connsiteX1495" fmla="*/ 3858001 w 3862373"/>
                <a:gd name="connsiteY1495" fmla="*/ 1707402 h 3682908"/>
                <a:gd name="connsiteX1496" fmla="*/ 3838292 w 3862373"/>
                <a:gd name="connsiteY1496" fmla="*/ 1699238 h 3682908"/>
                <a:gd name="connsiteX1497" fmla="*/ 3826844 w 3862373"/>
                <a:gd name="connsiteY1497" fmla="*/ 1671599 h 3682908"/>
                <a:gd name="connsiteX1498" fmla="*/ 3838292 w 3862373"/>
                <a:gd name="connsiteY1498" fmla="*/ 1643961 h 3682908"/>
                <a:gd name="connsiteX1499" fmla="*/ 3771291 w 3862373"/>
                <a:gd name="connsiteY1499" fmla="*/ 1632512 h 3682908"/>
                <a:gd name="connsiteX1500" fmla="*/ 3810379 w 3862373"/>
                <a:gd name="connsiteY1500" fmla="*/ 1671599 h 3682908"/>
                <a:gd name="connsiteX1501" fmla="*/ 3771291 w 3862373"/>
                <a:gd name="connsiteY1501" fmla="*/ 1710687 h 3682908"/>
                <a:gd name="connsiteX1502" fmla="*/ 3732204 w 3862373"/>
                <a:gd name="connsiteY1502" fmla="*/ 1671599 h 3682908"/>
                <a:gd name="connsiteX1503" fmla="*/ 3771291 w 3862373"/>
                <a:gd name="connsiteY1503" fmla="*/ 1632512 h 3682908"/>
                <a:gd name="connsiteX1504" fmla="*/ 3584377 w 3862373"/>
                <a:gd name="connsiteY1504" fmla="*/ 1632512 h 3682908"/>
                <a:gd name="connsiteX1505" fmla="*/ 3623463 w 3862373"/>
                <a:gd name="connsiteY1505" fmla="*/ 1671599 h 3682908"/>
                <a:gd name="connsiteX1506" fmla="*/ 3584377 w 3862373"/>
                <a:gd name="connsiteY1506" fmla="*/ 1710687 h 3682908"/>
                <a:gd name="connsiteX1507" fmla="*/ 3545289 w 3862373"/>
                <a:gd name="connsiteY1507" fmla="*/ 1671599 h 3682908"/>
                <a:gd name="connsiteX1508" fmla="*/ 3584377 w 3862373"/>
                <a:gd name="connsiteY1508" fmla="*/ 1632512 h 3682908"/>
                <a:gd name="connsiteX1509" fmla="*/ 3489737 w 3862373"/>
                <a:gd name="connsiteY1509" fmla="*/ 1632512 h 3682908"/>
                <a:gd name="connsiteX1510" fmla="*/ 3528823 w 3862373"/>
                <a:gd name="connsiteY1510" fmla="*/ 1671599 h 3682908"/>
                <a:gd name="connsiteX1511" fmla="*/ 3489737 w 3862373"/>
                <a:gd name="connsiteY1511" fmla="*/ 1710687 h 3682908"/>
                <a:gd name="connsiteX1512" fmla="*/ 3450649 w 3862373"/>
                <a:gd name="connsiteY1512" fmla="*/ 1671599 h 3682908"/>
                <a:gd name="connsiteX1513" fmla="*/ 3489737 w 3862373"/>
                <a:gd name="connsiteY1513" fmla="*/ 1632512 h 3682908"/>
                <a:gd name="connsiteX1514" fmla="*/ 3392731 w 3862373"/>
                <a:gd name="connsiteY1514" fmla="*/ 1632512 h 3682908"/>
                <a:gd name="connsiteX1515" fmla="*/ 3431819 w 3862373"/>
                <a:gd name="connsiteY1515" fmla="*/ 1671599 h 3682908"/>
                <a:gd name="connsiteX1516" fmla="*/ 3392731 w 3862373"/>
                <a:gd name="connsiteY1516" fmla="*/ 1710687 h 3682908"/>
                <a:gd name="connsiteX1517" fmla="*/ 3353644 w 3862373"/>
                <a:gd name="connsiteY1517" fmla="*/ 1671599 h 3682908"/>
                <a:gd name="connsiteX1518" fmla="*/ 3392731 w 3862373"/>
                <a:gd name="connsiteY1518" fmla="*/ 1632512 h 3682908"/>
                <a:gd name="connsiteX1519" fmla="*/ 2924263 w 3862373"/>
                <a:gd name="connsiteY1519" fmla="*/ 1632512 h 3682908"/>
                <a:gd name="connsiteX1520" fmla="*/ 2963349 w 3862373"/>
                <a:gd name="connsiteY1520" fmla="*/ 1671599 h 3682908"/>
                <a:gd name="connsiteX1521" fmla="*/ 2924263 w 3862373"/>
                <a:gd name="connsiteY1521" fmla="*/ 1710687 h 3682908"/>
                <a:gd name="connsiteX1522" fmla="*/ 2885175 w 3862373"/>
                <a:gd name="connsiteY1522" fmla="*/ 1671599 h 3682908"/>
                <a:gd name="connsiteX1523" fmla="*/ 2924263 w 3862373"/>
                <a:gd name="connsiteY1523" fmla="*/ 1632512 h 3682908"/>
                <a:gd name="connsiteX1524" fmla="*/ 2458164 w 3862373"/>
                <a:gd name="connsiteY1524" fmla="*/ 1632512 h 3682908"/>
                <a:gd name="connsiteX1525" fmla="*/ 2497252 w 3862373"/>
                <a:gd name="connsiteY1525" fmla="*/ 1671599 h 3682908"/>
                <a:gd name="connsiteX1526" fmla="*/ 2458164 w 3862373"/>
                <a:gd name="connsiteY1526" fmla="*/ 1710687 h 3682908"/>
                <a:gd name="connsiteX1527" fmla="*/ 2419080 w 3862373"/>
                <a:gd name="connsiteY1527" fmla="*/ 1671599 h 3682908"/>
                <a:gd name="connsiteX1528" fmla="*/ 2458164 w 3862373"/>
                <a:gd name="connsiteY1528" fmla="*/ 1632512 h 3682908"/>
                <a:gd name="connsiteX1529" fmla="*/ 951057 w 3862373"/>
                <a:gd name="connsiteY1529" fmla="*/ 1632512 h 3682908"/>
                <a:gd name="connsiteX1530" fmla="*/ 990141 w 3862373"/>
                <a:gd name="connsiteY1530" fmla="*/ 1671599 h 3682908"/>
                <a:gd name="connsiteX1531" fmla="*/ 951057 w 3862373"/>
                <a:gd name="connsiteY1531" fmla="*/ 1710687 h 3682908"/>
                <a:gd name="connsiteX1532" fmla="*/ 911973 w 3862373"/>
                <a:gd name="connsiteY1532" fmla="*/ 1671599 h 3682908"/>
                <a:gd name="connsiteX1533" fmla="*/ 951057 w 3862373"/>
                <a:gd name="connsiteY1533" fmla="*/ 1632512 h 3682908"/>
                <a:gd name="connsiteX1534" fmla="*/ 856425 w 3862373"/>
                <a:gd name="connsiteY1534" fmla="*/ 1632512 h 3682908"/>
                <a:gd name="connsiteX1535" fmla="*/ 895509 w 3862373"/>
                <a:gd name="connsiteY1535" fmla="*/ 1671599 h 3682908"/>
                <a:gd name="connsiteX1536" fmla="*/ 856425 w 3862373"/>
                <a:gd name="connsiteY1536" fmla="*/ 1710687 h 3682908"/>
                <a:gd name="connsiteX1537" fmla="*/ 817341 w 3862373"/>
                <a:gd name="connsiteY1537" fmla="*/ 1671599 h 3682908"/>
                <a:gd name="connsiteX1538" fmla="*/ 856425 w 3862373"/>
                <a:gd name="connsiteY1538" fmla="*/ 1632512 h 3682908"/>
                <a:gd name="connsiteX1539" fmla="*/ 669521 w 3862373"/>
                <a:gd name="connsiteY1539" fmla="*/ 1632512 h 3682908"/>
                <a:gd name="connsiteX1540" fmla="*/ 708609 w 3862373"/>
                <a:gd name="connsiteY1540" fmla="*/ 1671599 h 3682908"/>
                <a:gd name="connsiteX1541" fmla="*/ 669521 w 3862373"/>
                <a:gd name="connsiteY1541" fmla="*/ 1710687 h 3682908"/>
                <a:gd name="connsiteX1542" fmla="*/ 630433 w 3862373"/>
                <a:gd name="connsiteY1542" fmla="*/ 1671599 h 3682908"/>
                <a:gd name="connsiteX1543" fmla="*/ 669521 w 3862373"/>
                <a:gd name="connsiteY1543" fmla="*/ 1632512 h 3682908"/>
                <a:gd name="connsiteX1544" fmla="*/ 577237 w 3862373"/>
                <a:gd name="connsiteY1544" fmla="*/ 1632512 h 3682908"/>
                <a:gd name="connsiteX1545" fmla="*/ 616330 w 3862373"/>
                <a:gd name="connsiteY1545" fmla="*/ 1671599 h 3682908"/>
                <a:gd name="connsiteX1546" fmla="*/ 577237 w 3862373"/>
                <a:gd name="connsiteY1546" fmla="*/ 1710687 h 3682908"/>
                <a:gd name="connsiteX1547" fmla="*/ 538144 w 3862373"/>
                <a:gd name="connsiteY1547" fmla="*/ 1671599 h 3682908"/>
                <a:gd name="connsiteX1548" fmla="*/ 577237 w 3862373"/>
                <a:gd name="connsiteY1548" fmla="*/ 1632512 h 3682908"/>
                <a:gd name="connsiteX1549" fmla="*/ 484957 w 3862373"/>
                <a:gd name="connsiteY1549" fmla="*/ 1632512 h 3682908"/>
                <a:gd name="connsiteX1550" fmla="*/ 524042 w 3862373"/>
                <a:gd name="connsiteY1550" fmla="*/ 1671599 h 3682908"/>
                <a:gd name="connsiteX1551" fmla="*/ 484957 w 3862373"/>
                <a:gd name="connsiteY1551" fmla="*/ 1710687 h 3682908"/>
                <a:gd name="connsiteX1552" fmla="*/ 445875 w 3862373"/>
                <a:gd name="connsiteY1552" fmla="*/ 1671599 h 3682908"/>
                <a:gd name="connsiteX1553" fmla="*/ 484957 w 3862373"/>
                <a:gd name="connsiteY1553" fmla="*/ 1632512 h 3682908"/>
                <a:gd name="connsiteX1554" fmla="*/ 390314 w 3862373"/>
                <a:gd name="connsiteY1554" fmla="*/ 1632512 h 3682908"/>
                <a:gd name="connsiteX1555" fmla="*/ 429406 w 3862373"/>
                <a:gd name="connsiteY1555" fmla="*/ 1671599 h 3682908"/>
                <a:gd name="connsiteX1556" fmla="*/ 390314 w 3862373"/>
                <a:gd name="connsiteY1556" fmla="*/ 1710687 h 3682908"/>
                <a:gd name="connsiteX1557" fmla="*/ 351235 w 3862373"/>
                <a:gd name="connsiteY1557" fmla="*/ 1671599 h 3682908"/>
                <a:gd name="connsiteX1558" fmla="*/ 390314 w 3862373"/>
                <a:gd name="connsiteY1558" fmla="*/ 1632512 h 3682908"/>
                <a:gd name="connsiteX1559" fmla="*/ 298040 w 3862373"/>
                <a:gd name="connsiteY1559" fmla="*/ 1632512 h 3682908"/>
                <a:gd name="connsiteX1560" fmla="*/ 337133 w 3862373"/>
                <a:gd name="connsiteY1560" fmla="*/ 1671599 h 3682908"/>
                <a:gd name="connsiteX1561" fmla="*/ 298040 w 3862373"/>
                <a:gd name="connsiteY1561" fmla="*/ 1710687 h 3682908"/>
                <a:gd name="connsiteX1562" fmla="*/ 258951 w 3862373"/>
                <a:gd name="connsiteY1562" fmla="*/ 1671599 h 3682908"/>
                <a:gd name="connsiteX1563" fmla="*/ 298040 w 3862373"/>
                <a:gd name="connsiteY1563" fmla="*/ 1632512 h 3682908"/>
                <a:gd name="connsiteX1564" fmla="*/ 3679017 w 3862373"/>
                <a:gd name="connsiteY1564" fmla="*/ 1632512 h 3682908"/>
                <a:gd name="connsiteX1565" fmla="*/ 3718103 w 3862373"/>
                <a:gd name="connsiteY1565" fmla="*/ 1671598 h 3682908"/>
                <a:gd name="connsiteX1566" fmla="*/ 3679017 w 3862373"/>
                <a:gd name="connsiteY1566" fmla="*/ 1710685 h 3682908"/>
                <a:gd name="connsiteX1567" fmla="*/ 3639929 w 3862373"/>
                <a:gd name="connsiteY1567" fmla="*/ 1671598 h 3682908"/>
                <a:gd name="connsiteX1568" fmla="*/ 3679017 w 3862373"/>
                <a:gd name="connsiteY1568" fmla="*/ 1632512 h 3682908"/>
                <a:gd name="connsiteX1569" fmla="*/ 3300455 w 3862373"/>
                <a:gd name="connsiteY1569" fmla="*/ 1632512 h 3682908"/>
                <a:gd name="connsiteX1570" fmla="*/ 3339543 w 3862373"/>
                <a:gd name="connsiteY1570" fmla="*/ 1671598 h 3682908"/>
                <a:gd name="connsiteX1571" fmla="*/ 3300455 w 3862373"/>
                <a:gd name="connsiteY1571" fmla="*/ 1710685 h 3682908"/>
                <a:gd name="connsiteX1572" fmla="*/ 3261368 w 3862373"/>
                <a:gd name="connsiteY1572" fmla="*/ 1671598 h 3682908"/>
                <a:gd name="connsiteX1573" fmla="*/ 3300455 w 3862373"/>
                <a:gd name="connsiteY1573" fmla="*/ 1632512 h 3682908"/>
                <a:gd name="connsiteX1574" fmla="*/ 3111175 w 3862373"/>
                <a:gd name="connsiteY1574" fmla="*/ 1632512 h 3682908"/>
                <a:gd name="connsiteX1575" fmla="*/ 3150263 w 3862373"/>
                <a:gd name="connsiteY1575" fmla="*/ 1671598 h 3682908"/>
                <a:gd name="connsiteX1576" fmla="*/ 3111175 w 3862373"/>
                <a:gd name="connsiteY1576" fmla="*/ 1710685 h 3682908"/>
                <a:gd name="connsiteX1577" fmla="*/ 3072088 w 3862373"/>
                <a:gd name="connsiteY1577" fmla="*/ 1671598 h 3682908"/>
                <a:gd name="connsiteX1578" fmla="*/ 3111175 w 3862373"/>
                <a:gd name="connsiteY1578" fmla="*/ 1632512 h 3682908"/>
                <a:gd name="connsiteX1579" fmla="*/ 3018902 w 3862373"/>
                <a:gd name="connsiteY1579" fmla="*/ 1632512 h 3682908"/>
                <a:gd name="connsiteX1580" fmla="*/ 3057989 w 3862373"/>
                <a:gd name="connsiteY1580" fmla="*/ 1671598 h 3682908"/>
                <a:gd name="connsiteX1581" fmla="*/ 3018902 w 3862373"/>
                <a:gd name="connsiteY1581" fmla="*/ 1710685 h 3682908"/>
                <a:gd name="connsiteX1582" fmla="*/ 2979815 w 3862373"/>
                <a:gd name="connsiteY1582" fmla="*/ 1671598 h 3682908"/>
                <a:gd name="connsiteX1583" fmla="*/ 3018902 w 3862373"/>
                <a:gd name="connsiteY1583" fmla="*/ 1632512 h 3682908"/>
                <a:gd name="connsiteX1584" fmla="*/ 2831987 w 3862373"/>
                <a:gd name="connsiteY1584" fmla="*/ 1632512 h 3682908"/>
                <a:gd name="connsiteX1585" fmla="*/ 2871074 w 3862373"/>
                <a:gd name="connsiteY1585" fmla="*/ 1671598 h 3682908"/>
                <a:gd name="connsiteX1586" fmla="*/ 2831987 w 3862373"/>
                <a:gd name="connsiteY1586" fmla="*/ 1710685 h 3682908"/>
                <a:gd name="connsiteX1587" fmla="*/ 2792900 w 3862373"/>
                <a:gd name="connsiteY1587" fmla="*/ 1671598 h 3682908"/>
                <a:gd name="connsiteX1588" fmla="*/ 2831987 w 3862373"/>
                <a:gd name="connsiteY1588" fmla="*/ 1632512 h 3682908"/>
                <a:gd name="connsiteX1589" fmla="*/ 2737359 w 3862373"/>
                <a:gd name="connsiteY1589" fmla="*/ 1632512 h 3682908"/>
                <a:gd name="connsiteX1590" fmla="*/ 2776434 w 3862373"/>
                <a:gd name="connsiteY1590" fmla="*/ 1671598 h 3682908"/>
                <a:gd name="connsiteX1591" fmla="*/ 2737359 w 3862373"/>
                <a:gd name="connsiteY1591" fmla="*/ 1710685 h 3682908"/>
                <a:gd name="connsiteX1592" fmla="*/ 2698267 w 3862373"/>
                <a:gd name="connsiteY1592" fmla="*/ 1671598 h 3682908"/>
                <a:gd name="connsiteX1593" fmla="*/ 2737359 w 3862373"/>
                <a:gd name="connsiteY1593" fmla="*/ 1632512 h 3682908"/>
                <a:gd name="connsiteX1594" fmla="*/ 2645073 w 3862373"/>
                <a:gd name="connsiteY1594" fmla="*/ 1632512 h 3682908"/>
                <a:gd name="connsiteX1595" fmla="*/ 2684164 w 3862373"/>
                <a:gd name="connsiteY1595" fmla="*/ 1671598 h 3682908"/>
                <a:gd name="connsiteX1596" fmla="*/ 2645073 w 3862373"/>
                <a:gd name="connsiteY1596" fmla="*/ 1710685 h 3682908"/>
                <a:gd name="connsiteX1597" fmla="*/ 2605987 w 3862373"/>
                <a:gd name="connsiteY1597" fmla="*/ 1671598 h 3682908"/>
                <a:gd name="connsiteX1598" fmla="*/ 2645073 w 3862373"/>
                <a:gd name="connsiteY1598" fmla="*/ 1632512 h 3682908"/>
                <a:gd name="connsiteX1599" fmla="*/ 2550437 w 3862373"/>
                <a:gd name="connsiteY1599" fmla="*/ 1632512 h 3682908"/>
                <a:gd name="connsiteX1600" fmla="*/ 2589522 w 3862373"/>
                <a:gd name="connsiteY1600" fmla="*/ 1671598 h 3682908"/>
                <a:gd name="connsiteX1601" fmla="*/ 2550437 w 3862373"/>
                <a:gd name="connsiteY1601" fmla="*/ 1710685 h 3682908"/>
                <a:gd name="connsiteX1602" fmla="*/ 2511353 w 3862373"/>
                <a:gd name="connsiteY1602" fmla="*/ 1671598 h 3682908"/>
                <a:gd name="connsiteX1603" fmla="*/ 2550437 w 3862373"/>
                <a:gd name="connsiteY1603" fmla="*/ 1632512 h 3682908"/>
                <a:gd name="connsiteX1604" fmla="*/ 2363525 w 3862373"/>
                <a:gd name="connsiteY1604" fmla="*/ 1632512 h 3682908"/>
                <a:gd name="connsiteX1605" fmla="*/ 2402612 w 3862373"/>
                <a:gd name="connsiteY1605" fmla="*/ 1671598 h 3682908"/>
                <a:gd name="connsiteX1606" fmla="*/ 2363525 w 3862373"/>
                <a:gd name="connsiteY1606" fmla="*/ 1710685 h 3682908"/>
                <a:gd name="connsiteX1607" fmla="*/ 2324438 w 3862373"/>
                <a:gd name="connsiteY1607" fmla="*/ 1671598 h 3682908"/>
                <a:gd name="connsiteX1608" fmla="*/ 2363525 w 3862373"/>
                <a:gd name="connsiteY1608" fmla="*/ 1632512 h 3682908"/>
                <a:gd name="connsiteX1609" fmla="*/ 764159 w 3862373"/>
                <a:gd name="connsiteY1609" fmla="*/ 1632512 h 3682908"/>
                <a:gd name="connsiteX1610" fmla="*/ 803243 w 3862373"/>
                <a:gd name="connsiteY1610" fmla="*/ 1671598 h 3682908"/>
                <a:gd name="connsiteX1611" fmla="*/ 764159 w 3862373"/>
                <a:gd name="connsiteY1611" fmla="*/ 1710685 h 3682908"/>
                <a:gd name="connsiteX1612" fmla="*/ 725074 w 3862373"/>
                <a:gd name="connsiteY1612" fmla="*/ 1671598 h 3682908"/>
                <a:gd name="connsiteX1613" fmla="*/ 764159 w 3862373"/>
                <a:gd name="connsiteY1613" fmla="*/ 1632512 h 3682908"/>
                <a:gd name="connsiteX1614" fmla="*/ 3846758 w 3862373"/>
                <a:gd name="connsiteY1614" fmla="*/ 1555277 h 3682908"/>
                <a:gd name="connsiteX1615" fmla="*/ 3852080 w 3862373"/>
                <a:gd name="connsiteY1615" fmla="*/ 1590149 h 3682908"/>
                <a:gd name="connsiteX1616" fmla="*/ 3853608 w 3862373"/>
                <a:gd name="connsiteY1616" fmla="*/ 1620406 h 3682908"/>
                <a:gd name="connsiteX1617" fmla="*/ 3838292 w 3862373"/>
                <a:gd name="connsiteY1617" fmla="*/ 1614061 h 3682908"/>
                <a:gd name="connsiteX1618" fmla="*/ 3826844 w 3862373"/>
                <a:gd name="connsiteY1618" fmla="*/ 1586423 h 3682908"/>
                <a:gd name="connsiteX1619" fmla="*/ 3838292 w 3862373"/>
                <a:gd name="connsiteY1619" fmla="*/ 1558784 h 3682908"/>
                <a:gd name="connsiteX1620" fmla="*/ 3771291 w 3862373"/>
                <a:gd name="connsiteY1620" fmla="*/ 1547335 h 3682908"/>
                <a:gd name="connsiteX1621" fmla="*/ 3810379 w 3862373"/>
                <a:gd name="connsiteY1621" fmla="*/ 1586423 h 3682908"/>
                <a:gd name="connsiteX1622" fmla="*/ 3771291 w 3862373"/>
                <a:gd name="connsiteY1622" fmla="*/ 1625510 h 3682908"/>
                <a:gd name="connsiteX1623" fmla="*/ 3732204 w 3862373"/>
                <a:gd name="connsiteY1623" fmla="*/ 1586423 h 3682908"/>
                <a:gd name="connsiteX1624" fmla="*/ 3771291 w 3862373"/>
                <a:gd name="connsiteY1624" fmla="*/ 1547335 h 3682908"/>
                <a:gd name="connsiteX1625" fmla="*/ 3679017 w 3862373"/>
                <a:gd name="connsiteY1625" fmla="*/ 1547335 h 3682908"/>
                <a:gd name="connsiteX1626" fmla="*/ 3718103 w 3862373"/>
                <a:gd name="connsiteY1626" fmla="*/ 1586423 h 3682908"/>
                <a:gd name="connsiteX1627" fmla="*/ 3679017 w 3862373"/>
                <a:gd name="connsiteY1627" fmla="*/ 1625510 h 3682908"/>
                <a:gd name="connsiteX1628" fmla="*/ 3639929 w 3862373"/>
                <a:gd name="connsiteY1628" fmla="*/ 1586423 h 3682908"/>
                <a:gd name="connsiteX1629" fmla="*/ 3679017 w 3862373"/>
                <a:gd name="connsiteY1629" fmla="*/ 1547335 h 3682908"/>
                <a:gd name="connsiteX1630" fmla="*/ 3584377 w 3862373"/>
                <a:gd name="connsiteY1630" fmla="*/ 1547335 h 3682908"/>
                <a:gd name="connsiteX1631" fmla="*/ 3623463 w 3862373"/>
                <a:gd name="connsiteY1631" fmla="*/ 1586423 h 3682908"/>
                <a:gd name="connsiteX1632" fmla="*/ 3584377 w 3862373"/>
                <a:gd name="connsiteY1632" fmla="*/ 1625510 h 3682908"/>
                <a:gd name="connsiteX1633" fmla="*/ 3545289 w 3862373"/>
                <a:gd name="connsiteY1633" fmla="*/ 1586423 h 3682908"/>
                <a:gd name="connsiteX1634" fmla="*/ 3584377 w 3862373"/>
                <a:gd name="connsiteY1634" fmla="*/ 1547335 h 3682908"/>
                <a:gd name="connsiteX1635" fmla="*/ 3489737 w 3862373"/>
                <a:gd name="connsiteY1635" fmla="*/ 1547335 h 3682908"/>
                <a:gd name="connsiteX1636" fmla="*/ 3528823 w 3862373"/>
                <a:gd name="connsiteY1636" fmla="*/ 1586423 h 3682908"/>
                <a:gd name="connsiteX1637" fmla="*/ 3489737 w 3862373"/>
                <a:gd name="connsiteY1637" fmla="*/ 1625510 h 3682908"/>
                <a:gd name="connsiteX1638" fmla="*/ 3450649 w 3862373"/>
                <a:gd name="connsiteY1638" fmla="*/ 1586423 h 3682908"/>
                <a:gd name="connsiteX1639" fmla="*/ 3489737 w 3862373"/>
                <a:gd name="connsiteY1639" fmla="*/ 1547335 h 3682908"/>
                <a:gd name="connsiteX1640" fmla="*/ 3392731 w 3862373"/>
                <a:gd name="connsiteY1640" fmla="*/ 1547335 h 3682908"/>
                <a:gd name="connsiteX1641" fmla="*/ 3431819 w 3862373"/>
                <a:gd name="connsiteY1641" fmla="*/ 1586423 h 3682908"/>
                <a:gd name="connsiteX1642" fmla="*/ 3392731 w 3862373"/>
                <a:gd name="connsiteY1642" fmla="*/ 1625510 h 3682908"/>
                <a:gd name="connsiteX1643" fmla="*/ 3353644 w 3862373"/>
                <a:gd name="connsiteY1643" fmla="*/ 1586423 h 3682908"/>
                <a:gd name="connsiteX1644" fmla="*/ 3392731 w 3862373"/>
                <a:gd name="connsiteY1644" fmla="*/ 1547335 h 3682908"/>
                <a:gd name="connsiteX1645" fmla="*/ 3300455 w 3862373"/>
                <a:gd name="connsiteY1645" fmla="*/ 1547335 h 3682908"/>
                <a:gd name="connsiteX1646" fmla="*/ 3339543 w 3862373"/>
                <a:gd name="connsiteY1646" fmla="*/ 1586423 h 3682908"/>
                <a:gd name="connsiteX1647" fmla="*/ 3300455 w 3862373"/>
                <a:gd name="connsiteY1647" fmla="*/ 1625510 h 3682908"/>
                <a:gd name="connsiteX1648" fmla="*/ 3261368 w 3862373"/>
                <a:gd name="connsiteY1648" fmla="*/ 1586423 h 3682908"/>
                <a:gd name="connsiteX1649" fmla="*/ 3300455 w 3862373"/>
                <a:gd name="connsiteY1649" fmla="*/ 1547335 h 3682908"/>
                <a:gd name="connsiteX1650" fmla="*/ 2737361 w 3862373"/>
                <a:gd name="connsiteY1650" fmla="*/ 1547335 h 3682908"/>
                <a:gd name="connsiteX1651" fmla="*/ 2776434 w 3862373"/>
                <a:gd name="connsiteY1651" fmla="*/ 1586423 h 3682908"/>
                <a:gd name="connsiteX1652" fmla="*/ 2737361 w 3862373"/>
                <a:gd name="connsiteY1652" fmla="*/ 1625510 h 3682908"/>
                <a:gd name="connsiteX1653" fmla="*/ 2698267 w 3862373"/>
                <a:gd name="connsiteY1653" fmla="*/ 1586423 h 3682908"/>
                <a:gd name="connsiteX1654" fmla="*/ 2737361 w 3862373"/>
                <a:gd name="connsiteY1654" fmla="*/ 1547335 h 3682908"/>
                <a:gd name="connsiteX1655" fmla="*/ 2645073 w 3862373"/>
                <a:gd name="connsiteY1655" fmla="*/ 1547335 h 3682908"/>
                <a:gd name="connsiteX1656" fmla="*/ 2684164 w 3862373"/>
                <a:gd name="connsiteY1656" fmla="*/ 1586423 h 3682908"/>
                <a:gd name="connsiteX1657" fmla="*/ 2645073 w 3862373"/>
                <a:gd name="connsiteY1657" fmla="*/ 1625510 h 3682908"/>
                <a:gd name="connsiteX1658" fmla="*/ 2605987 w 3862373"/>
                <a:gd name="connsiteY1658" fmla="*/ 1586423 h 3682908"/>
                <a:gd name="connsiteX1659" fmla="*/ 2645073 w 3862373"/>
                <a:gd name="connsiteY1659" fmla="*/ 1547335 h 3682908"/>
                <a:gd name="connsiteX1660" fmla="*/ 2550437 w 3862373"/>
                <a:gd name="connsiteY1660" fmla="*/ 1547335 h 3682908"/>
                <a:gd name="connsiteX1661" fmla="*/ 2589523 w 3862373"/>
                <a:gd name="connsiteY1661" fmla="*/ 1586423 h 3682908"/>
                <a:gd name="connsiteX1662" fmla="*/ 2550437 w 3862373"/>
                <a:gd name="connsiteY1662" fmla="*/ 1625510 h 3682908"/>
                <a:gd name="connsiteX1663" fmla="*/ 2511353 w 3862373"/>
                <a:gd name="connsiteY1663" fmla="*/ 1586423 h 3682908"/>
                <a:gd name="connsiteX1664" fmla="*/ 2550437 w 3862373"/>
                <a:gd name="connsiteY1664" fmla="*/ 1547335 h 3682908"/>
                <a:gd name="connsiteX1665" fmla="*/ 2458164 w 3862373"/>
                <a:gd name="connsiteY1665" fmla="*/ 1547335 h 3682908"/>
                <a:gd name="connsiteX1666" fmla="*/ 2497252 w 3862373"/>
                <a:gd name="connsiteY1666" fmla="*/ 1586423 h 3682908"/>
                <a:gd name="connsiteX1667" fmla="*/ 2458164 w 3862373"/>
                <a:gd name="connsiteY1667" fmla="*/ 1625510 h 3682908"/>
                <a:gd name="connsiteX1668" fmla="*/ 2419081 w 3862373"/>
                <a:gd name="connsiteY1668" fmla="*/ 1586423 h 3682908"/>
                <a:gd name="connsiteX1669" fmla="*/ 2458164 w 3862373"/>
                <a:gd name="connsiteY1669" fmla="*/ 1547335 h 3682908"/>
                <a:gd name="connsiteX1670" fmla="*/ 951061 w 3862373"/>
                <a:gd name="connsiteY1670" fmla="*/ 1547335 h 3682908"/>
                <a:gd name="connsiteX1671" fmla="*/ 990144 w 3862373"/>
                <a:gd name="connsiteY1671" fmla="*/ 1586423 h 3682908"/>
                <a:gd name="connsiteX1672" fmla="*/ 951061 w 3862373"/>
                <a:gd name="connsiteY1672" fmla="*/ 1625510 h 3682908"/>
                <a:gd name="connsiteX1673" fmla="*/ 911977 w 3862373"/>
                <a:gd name="connsiteY1673" fmla="*/ 1586423 h 3682908"/>
                <a:gd name="connsiteX1674" fmla="*/ 951061 w 3862373"/>
                <a:gd name="connsiteY1674" fmla="*/ 1547335 h 3682908"/>
                <a:gd name="connsiteX1675" fmla="*/ 856428 w 3862373"/>
                <a:gd name="connsiteY1675" fmla="*/ 1547335 h 3682908"/>
                <a:gd name="connsiteX1676" fmla="*/ 895513 w 3862373"/>
                <a:gd name="connsiteY1676" fmla="*/ 1586423 h 3682908"/>
                <a:gd name="connsiteX1677" fmla="*/ 856428 w 3862373"/>
                <a:gd name="connsiteY1677" fmla="*/ 1625510 h 3682908"/>
                <a:gd name="connsiteX1678" fmla="*/ 817346 w 3862373"/>
                <a:gd name="connsiteY1678" fmla="*/ 1586423 h 3682908"/>
                <a:gd name="connsiteX1679" fmla="*/ 856428 w 3862373"/>
                <a:gd name="connsiteY1679" fmla="*/ 1547335 h 3682908"/>
                <a:gd name="connsiteX1680" fmla="*/ 764163 w 3862373"/>
                <a:gd name="connsiteY1680" fmla="*/ 1547335 h 3682908"/>
                <a:gd name="connsiteX1681" fmla="*/ 803247 w 3862373"/>
                <a:gd name="connsiteY1681" fmla="*/ 1586423 h 3682908"/>
                <a:gd name="connsiteX1682" fmla="*/ 764163 w 3862373"/>
                <a:gd name="connsiteY1682" fmla="*/ 1625510 h 3682908"/>
                <a:gd name="connsiteX1683" fmla="*/ 725079 w 3862373"/>
                <a:gd name="connsiteY1683" fmla="*/ 1586423 h 3682908"/>
                <a:gd name="connsiteX1684" fmla="*/ 764163 w 3862373"/>
                <a:gd name="connsiteY1684" fmla="*/ 1547335 h 3682908"/>
                <a:gd name="connsiteX1685" fmla="*/ 669521 w 3862373"/>
                <a:gd name="connsiteY1685" fmla="*/ 1547335 h 3682908"/>
                <a:gd name="connsiteX1686" fmla="*/ 708613 w 3862373"/>
                <a:gd name="connsiteY1686" fmla="*/ 1586423 h 3682908"/>
                <a:gd name="connsiteX1687" fmla="*/ 669521 w 3862373"/>
                <a:gd name="connsiteY1687" fmla="*/ 1625510 h 3682908"/>
                <a:gd name="connsiteX1688" fmla="*/ 630438 w 3862373"/>
                <a:gd name="connsiteY1688" fmla="*/ 1586423 h 3682908"/>
                <a:gd name="connsiteX1689" fmla="*/ 669521 w 3862373"/>
                <a:gd name="connsiteY1689" fmla="*/ 1547335 h 3682908"/>
                <a:gd name="connsiteX1690" fmla="*/ 577241 w 3862373"/>
                <a:gd name="connsiteY1690" fmla="*/ 1547335 h 3682908"/>
                <a:gd name="connsiteX1691" fmla="*/ 616335 w 3862373"/>
                <a:gd name="connsiteY1691" fmla="*/ 1586423 h 3682908"/>
                <a:gd name="connsiteX1692" fmla="*/ 577241 w 3862373"/>
                <a:gd name="connsiteY1692" fmla="*/ 1625510 h 3682908"/>
                <a:gd name="connsiteX1693" fmla="*/ 538147 w 3862373"/>
                <a:gd name="connsiteY1693" fmla="*/ 1586423 h 3682908"/>
                <a:gd name="connsiteX1694" fmla="*/ 577241 w 3862373"/>
                <a:gd name="connsiteY1694" fmla="*/ 1547335 h 3682908"/>
                <a:gd name="connsiteX1695" fmla="*/ 484957 w 3862373"/>
                <a:gd name="connsiteY1695" fmla="*/ 1547335 h 3682908"/>
                <a:gd name="connsiteX1696" fmla="*/ 524045 w 3862373"/>
                <a:gd name="connsiteY1696" fmla="*/ 1586423 h 3682908"/>
                <a:gd name="connsiteX1697" fmla="*/ 484957 w 3862373"/>
                <a:gd name="connsiteY1697" fmla="*/ 1625510 h 3682908"/>
                <a:gd name="connsiteX1698" fmla="*/ 445879 w 3862373"/>
                <a:gd name="connsiteY1698" fmla="*/ 1586423 h 3682908"/>
                <a:gd name="connsiteX1699" fmla="*/ 484957 w 3862373"/>
                <a:gd name="connsiteY1699" fmla="*/ 1547335 h 3682908"/>
                <a:gd name="connsiteX1700" fmla="*/ 390314 w 3862373"/>
                <a:gd name="connsiteY1700" fmla="*/ 1547335 h 3682908"/>
                <a:gd name="connsiteX1701" fmla="*/ 429410 w 3862373"/>
                <a:gd name="connsiteY1701" fmla="*/ 1586423 h 3682908"/>
                <a:gd name="connsiteX1702" fmla="*/ 390314 w 3862373"/>
                <a:gd name="connsiteY1702" fmla="*/ 1625510 h 3682908"/>
                <a:gd name="connsiteX1703" fmla="*/ 351238 w 3862373"/>
                <a:gd name="connsiteY1703" fmla="*/ 1586423 h 3682908"/>
                <a:gd name="connsiteX1704" fmla="*/ 390314 w 3862373"/>
                <a:gd name="connsiteY1704" fmla="*/ 1547335 h 3682908"/>
                <a:gd name="connsiteX1705" fmla="*/ 298043 w 3862373"/>
                <a:gd name="connsiteY1705" fmla="*/ 1547335 h 3682908"/>
                <a:gd name="connsiteX1706" fmla="*/ 337137 w 3862373"/>
                <a:gd name="connsiteY1706" fmla="*/ 1586423 h 3682908"/>
                <a:gd name="connsiteX1707" fmla="*/ 298043 w 3862373"/>
                <a:gd name="connsiteY1707" fmla="*/ 1625510 h 3682908"/>
                <a:gd name="connsiteX1708" fmla="*/ 258954 w 3862373"/>
                <a:gd name="connsiteY1708" fmla="*/ 1586423 h 3682908"/>
                <a:gd name="connsiteX1709" fmla="*/ 298043 w 3862373"/>
                <a:gd name="connsiteY1709" fmla="*/ 1547335 h 3682908"/>
                <a:gd name="connsiteX1710" fmla="*/ 203400 w 3862373"/>
                <a:gd name="connsiteY1710" fmla="*/ 1547335 h 3682908"/>
                <a:gd name="connsiteX1711" fmla="*/ 242489 w 3862373"/>
                <a:gd name="connsiteY1711" fmla="*/ 1586423 h 3682908"/>
                <a:gd name="connsiteX1712" fmla="*/ 203400 w 3862373"/>
                <a:gd name="connsiteY1712" fmla="*/ 1625510 h 3682908"/>
                <a:gd name="connsiteX1713" fmla="*/ 164314 w 3862373"/>
                <a:gd name="connsiteY1713" fmla="*/ 1586423 h 3682908"/>
                <a:gd name="connsiteX1714" fmla="*/ 203400 w 3862373"/>
                <a:gd name="connsiteY1714" fmla="*/ 1547335 h 3682908"/>
                <a:gd name="connsiteX1715" fmla="*/ 3835635 w 3862373"/>
                <a:gd name="connsiteY1715" fmla="*/ 1482393 h 3682908"/>
                <a:gd name="connsiteX1716" fmla="*/ 3843416 w 3862373"/>
                <a:gd name="connsiteY1716" fmla="*/ 1533374 h 3682908"/>
                <a:gd name="connsiteX1717" fmla="*/ 3838294 w 3862373"/>
                <a:gd name="connsiteY1717" fmla="*/ 1531252 h 3682908"/>
                <a:gd name="connsiteX1718" fmla="*/ 3826845 w 3862373"/>
                <a:gd name="connsiteY1718" fmla="*/ 1503614 h 3682908"/>
                <a:gd name="connsiteX1719" fmla="*/ 3771293 w 3862373"/>
                <a:gd name="connsiteY1719" fmla="*/ 1464526 h 3682908"/>
                <a:gd name="connsiteX1720" fmla="*/ 3810379 w 3862373"/>
                <a:gd name="connsiteY1720" fmla="*/ 1503614 h 3682908"/>
                <a:gd name="connsiteX1721" fmla="*/ 3771293 w 3862373"/>
                <a:gd name="connsiteY1721" fmla="*/ 1542701 h 3682908"/>
                <a:gd name="connsiteX1722" fmla="*/ 3732205 w 3862373"/>
                <a:gd name="connsiteY1722" fmla="*/ 1503614 h 3682908"/>
                <a:gd name="connsiteX1723" fmla="*/ 3771293 w 3862373"/>
                <a:gd name="connsiteY1723" fmla="*/ 1464526 h 3682908"/>
                <a:gd name="connsiteX1724" fmla="*/ 3679018 w 3862373"/>
                <a:gd name="connsiteY1724" fmla="*/ 1464526 h 3682908"/>
                <a:gd name="connsiteX1725" fmla="*/ 3718105 w 3862373"/>
                <a:gd name="connsiteY1725" fmla="*/ 1503614 h 3682908"/>
                <a:gd name="connsiteX1726" fmla="*/ 3679018 w 3862373"/>
                <a:gd name="connsiteY1726" fmla="*/ 1542701 h 3682908"/>
                <a:gd name="connsiteX1727" fmla="*/ 3639931 w 3862373"/>
                <a:gd name="connsiteY1727" fmla="*/ 1503614 h 3682908"/>
                <a:gd name="connsiteX1728" fmla="*/ 3679018 w 3862373"/>
                <a:gd name="connsiteY1728" fmla="*/ 1464526 h 3682908"/>
                <a:gd name="connsiteX1729" fmla="*/ 3489737 w 3862373"/>
                <a:gd name="connsiteY1729" fmla="*/ 1464526 h 3682908"/>
                <a:gd name="connsiteX1730" fmla="*/ 3528823 w 3862373"/>
                <a:gd name="connsiteY1730" fmla="*/ 1503614 h 3682908"/>
                <a:gd name="connsiteX1731" fmla="*/ 3489737 w 3862373"/>
                <a:gd name="connsiteY1731" fmla="*/ 1542701 h 3682908"/>
                <a:gd name="connsiteX1732" fmla="*/ 3450649 w 3862373"/>
                <a:gd name="connsiteY1732" fmla="*/ 1503614 h 3682908"/>
                <a:gd name="connsiteX1733" fmla="*/ 3489737 w 3862373"/>
                <a:gd name="connsiteY1733" fmla="*/ 1464526 h 3682908"/>
                <a:gd name="connsiteX1734" fmla="*/ 3392731 w 3862373"/>
                <a:gd name="connsiteY1734" fmla="*/ 1464526 h 3682908"/>
                <a:gd name="connsiteX1735" fmla="*/ 3431819 w 3862373"/>
                <a:gd name="connsiteY1735" fmla="*/ 1503614 h 3682908"/>
                <a:gd name="connsiteX1736" fmla="*/ 3392731 w 3862373"/>
                <a:gd name="connsiteY1736" fmla="*/ 1542701 h 3682908"/>
                <a:gd name="connsiteX1737" fmla="*/ 3353644 w 3862373"/>
                <a:gd name="connsiteY1737" fmla="*/ 1503614 h 3682908"/>
                <a:gd name="connsiteX1738" fmla="*/ 3392731 w 3862373"/>
                <a:gd name="connsiteY1738" fmla="*/ 1464526 h 3682908"/>
                <a:gd name="connsiteX1739" fmla="*/ 3300457 w 3862373"/>
                <a:gd name="connsiteY1739" fmla="*/ 1464526 h 3682908"/>
                <a:gd name="connsiteX1740" fmla="*/ 3339544 w 3862373"/>
                <a:gd name="connsiteY1740" fmla="*/ 1503614 h 3682908"/>
                <a:gd name="connsiteX1741" fmla="*/ 3300457 w 3862373"/>
                <a:gd name="connsiteY1741" fmla="*/ 1542701 h 3682908"/>
                <a:gd name="connsiteX1742" fmla="*/ 3261369 w 3862373"/>
                <a:gd name="connsiteY1742" fmla="*/ 1503614 h 3682908"/>
                <a:gd name="connsiteX1743" fmla="*/ 3300457 w 3862373"/>
                <a:gd name="connsiteY1743" fmla="*/ 1464526 h 3682908"/>
                <a:gd name="connsiteX1744" fmla="*/ 3205817 w 3862373"/>
                <a:gd name="connsiteY1744" fmla="*/ 1464526 h 3682908"/>
                <a:gd name="connsiteX1745" fmla="*/ 3244904 w 3862373"/>
                <a:gd name="connsiteY1745" fmla="*/ 1503614 h 3682908"/>
                <a:gd name="connsiteX1746" fmla="*/ 3205817 w 3862373"/>
                <a:gd name="connsiteY1746" fmla="*/ 1542701 h 3682908"/>
                <a:gd name="connsiteX1747" fmla="*/ 3166729 w 3862373"/>
                <a:gd name="connsiteY1747" fmla="*/ 1503614 h 3682908"/>
                <a:gd name="connsiteX1748" fmla="*/ 3205817 w 3862373"/>
                <a:gd name="connsiteY1748" fmla="*/ 1464526 h 3682908"/>
                <a:gd name="connsiteX1749" fmla="*/ 3111177 w 3862373"/>
                <a:gd name="connsiteY1749" fmla="*/ 1464526 h 3682908"/>
                <a:gd name="connsiteX1750" fmla="*/ 3150264 w 3862373"/>
                <a:gd name="connsiteY1750" fmla="*/ 1503614 h 3682908"/>
                <a:gd name="connsiteX1751" fmla="*/ 3111177 w 3862373"/>
                <a:gd name="connsiteY1751" fmla="*/ 1542701 h 3682908"/>
                <a:gd name="connsiteX1752" fmla="*/ 3072089 w 3862373"/>
                <a:gd name="connsiteY1752" fmla="*/ 1503614 h 3682908"/>
                <a:gd name="connsiteX1753" fmla="*/ 3111177 w 3862373"/>
                <a:gd name="connsiteY1753" fmla="*/ 1464526 h 3682908"/>
                <a:gd name="connsiteX1754" fmla="*/ 3018902 w 3862373"/>
                <a:gd name="connsiteY1754" fmla="*/ 1464526 h 3682908"/>
                <a:gd name="connsiteX1755" fmla="*/ 3057989 w 3862373"/>
                <a:gd name="connsiteY1755" fmla="*/ 1503614 h 3682908"/>
                <a:gd name="connsiteX1756" fmla="*/ 3018902 w 3862373"/>
                <a:gd name="connsiteY1756" fmla="*/ 1542701 h 3682908"/>
                <a:gd name="connsiteX1757" fmla="*/ 2979815 w 3862373"/>
                <a:gd name="connsiteY1757" fmla="*/ 1503614 h 3682908"/>
                <a:gd name="connsiteX1758" fmla="*/ 3018902 w 3862373"/>
                <a:gd name="connsiteY1758" fmla="*/ 1464526 h 3682908"/>
                <a:gd name="connsiteX1759" fmla="*/ 2831988 w 3862373"/>
                <a:gd name="connsiteY1759" fmla="*/ 1464526 h 3682908"/>
                <a:gd name="connsiteX1760" fmla="*/ 2871075 w 3862373"/>
                <a:gd name="connsiteY1760" fmla="*/ 1503614 h 3682908"/>
                <a:gd name="connsiteX1761" fmla="*/ 2831988 w 3862373"/>
                <a:gd name="connsiteY1761" fmla="*/ 1542701 h 3682908"/>
                <a:gd name="connsiteX1762" fmla="*/ 2792901 w 3862373"/>
                <a:gd name="connsiteY1762" fmla="*/ 1503614 h 3682908"/>
                <a:gd name="connsiteX1763" fmla="*/ 2831988 w 3862373"/>
                <a:gd name="connsiteY1763" fmla="*/ 1464526 h 3682908"/>
                <a:gd name="connsiteX1764" fmla="*/ 2458167 w 3862373"/>
                <a:gd name="connsiteY1764" fmla="*/ 1464526 h 3682908"/>
                <a:gd name="connsiteX1765" fmla="*/ 2497253 w 3862373"/>
                <a:gd name="connsiteY1765" fmla="*/ 1503614 h 3682908"/>
                <a:gd name="connsiteX1766" fmla="*/ 2458167 w 3862373"/>
                <a:gd name="connsiteY1766" fmla="*/ 1542701 h 3682908"/>
                <a:gd name="connsiteX1767" fmla="*/ 2419081 w 3862373"/>
                <a:gd name="connsiteY1767" fmla="*/ 1503614 h 3682908"/>
                <a:gd name="connsiteX1768" fmla="*/ 2458167 w 3862373"/>
                <a:gd name="connsiteY1768" fmla="*/ 1464526 h 3682908"/>
                <a:gd name="connsiteX1769" fmla="*/ 2363529 w 3862373"/>
                <a:gd name="connsiteY1769" fmla="*/ 1464526 h 3682908"/>
                <a:gd name="connsiteX1770" fmla="*/ 2402614 w 3862373"/>
                <a:gd name="connsiteY1770" fmla="*/ 1503614 h 3682908"/>
                <a:gd name="connsiteX1771" fmla="*/ 2363529 w 3862373"/>
                <a:gd name="connsiteY1771" fmla="*/ 1542701 h 3682908"/>
                <a:gd name="connsiteX1772" fmla="*/ 2324441 w 3862373"/>
                <a:gd name="connsiteY1772" fmla="*/ 1503614 h 3682908"/>
                <a:gd name="connsiteX1773" fmla="*/ 2363529 w 3862373"/>
                <a:gd name="connsiteY1773" fmla="*/ 1464526 h 3682908"/>
                <a:gd name="connsiteX1774" fmla="*/ 1045696 w 3862373"/>
                <a:gd name="connsiteY1774" fmla="*/ 1464526 h 3682908"/>
                <a:gd name="connsiteX1775" fmla="*/ 1084784 w 3862373"/>
                <a:gd name="connsiteY1775" fmla="*/ 1503614 h 3682908"/>
                <a:gd name="connsiteX1776" fmla="*/ 1045696 w 3862373"/>
                <a:gd name="connsiteY1776" fmla="*/ 1542701 h 3682908"/>
                <a:gd name="connsiteX1777" fmla="*/ 1006612 w 3862373"/>
                <a:gd name="connsiteY1777" fmla="*/ 1503614 h 3682908"/>
                <a:gd name="connsiteX1778" fmla="*/ 1045696 w 3862373"/>
                <a:gd name="connsiteY1778" fmla="*/ 1464526 h 3682908"/>
                <a:gd name="connsiteX1779" fmla="*/ 951064 w 3862373"/>
                <a:gd name="connsiteY1779" fmla="*/ 1464526 h 3682908"/>
                <a:gd name="connsiteX1780" fmla="*/ 990147 w 3862373"/>
                <a:gd name="connsiteY1780" fmla="*/ 1503614 h 3682908"/>
                <a:gd name="connsiteX1781" fmla="*/ 951064 w 3862373"/>
                <a:gd name="connsiteY1781" fmla="*/ 1542701 h 3682908"/>
                <a:gd name="connsiteX1782" fmla="*/ 911980 w 3862373"/>
                <a:gd name="connsiteY1782" fmla="*/ 1503614 h 3682908"/>
                <a:gd name="connsiteX1783" fmla="*/ 951064 w 3862373"/>
                <a:gd name="connsiteY1783" fmla="*/ 1464526 h 3682908"/>
                <a:gd name="connsiteX1784" fmla="*/ 856433 w 3862373"/>
                <a:gd name="connsiteY1784" fmla="*/ 1464526 h 3682908"/>
                <a:gd name="connsiteX1785" fmla="*/ 895517 w 3862373"/>
                <a:gd name="connsiteY1785" fmla="*/ 1503614 h 3682908"/>
                <a:gd name="connsiteX1786" fmla="*/ 856433 w 3862373"/>
                <a:gd name="connsiteY1786" fmla="*/ 1542701 h 3682908"/>
                <a:gd name="connsiteX1787" fmla="*/ 817350 w 3862373"/>
                <a:gd name="connsiteY1787" fmla="*/ 1503614 h 3682908"/>
                <a:gd name="connsiteX1788" fmla="*/ 856433 w 3862373"/>
                <a:gd name="connsiteY1788" fmla="*/ 1464526 h 3682908"/>
                <a:gd name="connsiteX1789" fmla="*/ 764168 w 3862373"/>
                <a:gd name="connsiteY1789" fmla="*/ 1464526 h 3682908"/>
                <a:gd name="connsiteX1790" fmla="*/ 803252 w 3862373"/>
                <a:gd name="connsiteY1790" fmla="*/ 1503614 h 3682908"/>
                <a:gd name="connsiteX1791" fmla="*/ 764168 w 3862373"/>
                <a:gd name="connsiteY1791" fmla="*/ 1542701 h 3682908"/>
                <a:gd name="connsiteX1792" fmla="*/ 725083 w 3862373"/>
                <a:gd name="connsiteY1792" fmla="*/ 1503614 h 3682908"/>
                <a:gd name="connsiteX1793" fmla="*/ 764168 w 3862373"/>
                <a:gd name="connsiteY1793" fmla="*/ 1464526 h 3682908"/>
                <a:gd name="connsiteX1794" fmla="*/ 669521 w 3862373"/>
                <a:gd name="connsiteY1794" fmla="*/ 1464526 h 3682908"/>
                <a:gd name="connsiteX1795" fmla="*/ 708620 w 3862373"/>
                <a:gd name="connsiteY1795" fmla="*/ 1503614 h 3682908"/>
                <a:gd name="connsiteX1796" fmla="*/ 669521 w 3862373"/>
                <a:gd name="connsiteY1796" fmla="*/ 1542701 h 3682908"/>
                <a:gd name="connsiteX1797" fmla="*/ 630443 w 3862373"/>
                <a:gd name="connsiteY1797" fmla="*/ 1503614 h 3682908"/>
                <a:gd name="connsiteX1798" fmla="*/ 669521 w 3862373"/>
                <a:gd name="connsiteY1798" fmla="*/ 1464526 h 3682908"/>
                <a:gd name="connsiteX1799" fmla="*/ 577246 w 3862373"/>
                <a:gd name="connsiteY1799" fmla="*/ 1464526 h 3682908"/>
                <a:gd name="connsiteX1800" fmla="*/ 616341 w 3862373"/>
                <a:gd name="connsiteY1800" fmla="*/ 1503614 h 3682908"/>
                <a:gd name="connsiteX1801" fmla="*/ 577246 w 3862373"/>
                <a:gd name="connsiteY1801" fmla="*/ 1542701 h 3682908"/>
                <a:gd name="connsiteX1802" fmla="*/ 538151 w 3862373"/>
                <a:gd name="connsiteY1802" fmla="*/ 1503614 h 3682908"/>
                <a:gd name="connsiteX1803" fmla="*/ 577246 w 3862373"/>
                <a:gd name="connsiteY1803" fmla="*/ 1464526 h 3682908"/>
                <a:gd name="connsiteX1804" fmla="*/ 484961 w 3862373"/>
                <a:gd name="connsiteY1804" fmla="*/ 1464526 h 3682908"/>
                <a:gd name="connsiteX1805" fmla="*/ 524048 w 3862373"/>
                <a:gd name="connsiteY1805" fmla="*/ 1503614 h 3682908"/>
                <a:gd name="connsiteX1806" fmla="*/ 484961 w 3862373"/>
                <a:gd name="connsiteY1806" fmla="*/ 1542701 h 3682908"/>
                <a:gd name="connsiteX1807" fmla="*/ 445884 w 3862373"/>
                <a:gd name="connsiteY1807" fmla="*/ 1503614 h 3682908"/>
                <a:gd name="connsiteX1808" fmla="*/ 484961 w 3862373"/>
                <a:gd name="connsiteY1808" fmla="*/ 1464526 h 3682908"/>
                <a:gd name="connsiteX1809" fmla="*/ 390321 w 3862373"/>
                <a:gd name="connsiteY1809" fmla="*/ 1464526 h 3682908"/>
                <a:gd name="connsiteX1810" fmla="*/ 429414 w 3862373"/>
                <a:gd name="connsiteY1810" fmla="*/ 1503614 h 3682908"/>
                <a:gd name="connsiteX1811" fmla="*/ 390321 w 3862373"/>
                <a:gd name="connsiteY1811" fmla="*/ 1542701 h 3682908"/>
                <a:gd name="connsiteX1812" fmla="*/ 351243 w 3862373"/>
                <a:gd name="connsiteY1812" fmla="*/ 1503614 h 3682908"/>
                <a:gd name="connsiteX1813" fmla="*/ 390321 w 3862373"/>
                <a:gd name="connsiteY1813" fmla="*/ 1464526 h 3682908"/>
                <a:gd name="connsiteX1814" fmla="*/ 298048 w 3862373"/>
                <a:gd name="connsiteY1814" fmla="*/ 1464526 h 3682908"/>
                <a:gd name="connsiteX1815" fmla="*/ 337143 w 3862373"/>
                <a:gd name="connsiteY1815" fmla="*/ 1503614 h 3682908"/>
                <a:gd name="connsiteX1816" fmla="*/ 298048 w 3862373"/>
                <a:gd name="connsiteY1816" fmla="*/ 1542701 h 3682908"/>
                <a:gd name="connsiteX1817" fmla="*/ 258959 w 3862373"/>
                <a:gd name="connsiteY1817" fmla="*/ 1503614 h 3682908"/>
                <a:gd name="connsiteX1818" fmla="*/ 298048 w 3862373"/>
                <a:gd name="connsiteY1818" fmla="*/ 1464526 h 3682908"/>
                <a:gd name="connsiteX1819" fmla="*/ 203404 w 3862373"/>
                <a:gd name="connsiteY1819" fmla="*/ 1464526 h 3682908"/>
                <a:gd name="connsiteX1820" fmla="*/ 242493 w 3862373"/>
                <a:gd name="connsiteY1820" fmla="*/ 1503614 h 3682908"/>
                <a:gd name="connsiteX1821" fmla="*/ 203404 w 3862373"/>
                <a:gd name="connsiteY1821" fmla="*/ 1542701 h 3682908"/>
                <a:gd name="connsiteX1822" fmla="*/ 164318 w 3862373"/>
                <a:gd name="connsiteY1822" fmla="*/ 1503614 h 3682908"/>
                <a:gd name="connsiteX1823" fmla="*/ 203404 w 3862373"/>
                <a:gd name="connsiteY1823" fmla="*/ 1464526 h 3682908"/>
                <a:gd name="connsiteX1824" fmla="*/ 111130 w 3862373"/>
                <a:gd name="connsiteY1824" fmla="*/ 1464526 h 3682908"/>
                <a:gd name="connsiteX1825" fmla="*/ 150218 w 3862373"/>
                <a:gd name="connsiteY1825" fmla="*/ 1503614 h 3682908"/>
                <a:gd name="connsiteX1826" fmla="*/ 111130 w 3862373"/>
                <a:gd name="connsiteY1826" fmla="*/ 1542701 h 3682908"/>
                <a:gd name="connsiteX1827" fmla="*/ 72044 w 3862373"/>
                <a:gd name="connsiteY1827" fmla="*/ 1503614 h 3682908"/>
                <a:gd name="connsiteX1828" fmla="*/ 111130 w 3862373"/>
                <a:gd name="connsiteY1828" fmla="*/ 1464526 h 3682908"/>
                <a:gd name="connsiteX1829" fmla="*/ 111134 w 3862373"/>
                <a:gd name="connsiteY1829" fmla="*/ 1376985 h 3682908"/>
                <a:gd name="connsiteX1830" fmla="*/ 150221 w 3862373"/>
                <a:gd name="connsiteY1830" fmla="*/ 1416072 h 3682908"/>
                <a:gd name="connsiteX1831" fmla="*/ 111134 w 3862373"/>
                <a:gd name="connsiteY1831" fmla="*/ 1455159 h 3682908"/>
                <a:gd name="connsiteX1832" fmla="*/ 72048 w 3862373"/>
                <a:gd name="connsiteY1832" fmla="*/ 1416072 h 3682908"/>
                <a:gd name="connsiteX1833" fmla="*/ 111134 w 3862373"/>
                <a:gd name="connsiteY1833" fmla="*/ 1376985 h 3682908"/>
                <a:gd name="connsiteX1834" fmla="*/ 484966 w 3862373"/>
                <a:gd name="connsiteY1834" fmla="*/ 1376984 h 3682908"/>
                <a:gd name="connsiteX1835" fmla="*/ 524052 w 3862373"/>
                <a:gd name="connsiteY1835" fmla="*/ 1416071 h 3682908"/>
                <a:gd name="connsiteX1836" fmla="*/ 484966 w 3862373"/>
                <a:gd name="connsiteY1836" fmla="*/ 1455159 h 3682908"/>
                <a:gd name="connsiteX1837" fmla="*/ 445888 w 3862373"/>
                <a:gd name="connsiteY1837" fmla="*/ 1416071 h 3682908"/>
                <a:gd name="connsiteX1838" fmla="*/ 484966 w 3862373"/>
                <a:gd name="connsiteY1838" fmla="*/ 1376984 h 3682908"/>
                <a:gd name="connsiteX1839" fmla="*/ 390321 w 3862373"/>
                <a:gd name="connsiteY1839" fmla="*/ 1376984 h 3682908"/>
                <a:gd name="connsiteX1840" fmla="*/ 429417 w 3862373"/>
                <a:gd name="connsiteY1840" fmla="*/ 1416071 h 3682908"/>
                <a:gd name="connsiteX1841" fmla="*/ 390321 w 3862373"/>
                <a:gd name="connsiteY1841" fmla="*/ 1455159 h 3682908"/>
                <a:gd name="connsiteX1842" fmla="*/ 351248 w 3862373"/>
                <a:gd name="connsiteY1842" fmla="*/ 1416071 h 3682908"/>
                <a:gd name="connsiteX1843" fmla="*/ 390321 w 3862373"/>
                <a:gd name="connsiteY1843" fmla="*/ 1376984 h 3682908"/>
                <a:gd name="connsiteX1844" fmla="*/ 298052 w 3862373"/>
                <a:gd name="connsiteY1844" fmla="*/ 1376984 h 3682908"/>
                <a:gd name="connsiteX1845" fmla="*/ 337147 w 3862373"/>
                <a:gd name="connsiteY1845" fmla="*/ 1416071 h 3682908"/>
                <a:gd name="connsiteX1846" fmla="*/ 298052 w 3862373"/>
                <a:gd name="connsiteY1846" fmla="*/ 1455159 h 3682908"/>
                <a:gd name="connsiteX1847" fmla="*/ 258963 w 3862373"/>
                <a:gd name="connsiteY1847" fmla="*/ 1416071 h 3682908"/>
                <a:gd name="connsiteX1848" fmla="*/ 298052 w 3862373"/>
                <a:gd name="connsiteY1848" fmla="*/ 1376984 h 3682908"/>
                <a:gd name="connsiteX1849" fmla="*/ 203408 w 3862373"/>
                <a:gd name="connsiteY1849" fmla="*/ 1376984 h 3682908"/>
                <a:gd name="connsiteX1850" fmla="*/ 242497 w 3862373"/>
                <a:gd name="connsiteY1850" fmla="*/ 1416071 h 3682908"/>
                <a:gd name="connsiteX1851" fmla="*/ 203408 w 3862373"/>
                <a:gd name="connsiteY1851" fmla="*/ 1455159 h 3682908"/>
                <a:gd name="connsiteX1852" fmla="*/ 164322 w 3862373"/>
                <a:gd name="connsiteY1852" fmla="*/ 1416071 h 3682908"/>
                <a:gd name="connsiteX1853" fmla="*/ 203408 w 3862373"/>
                <a:gd name="connsiteY1853" fmla="*/ 1376984 h 3682908"/>
                <a:gd name="connsiteX1854" fmla="*/ 3771293 w 3862373"/>
                <a:gd name="connsiteY1854" fmla="*/ 1376983 h 3682908"/>
                <a:gd name="connsiteX1855" fmla="*/ 3810379 w 3862373"/>
                <a:gd name="connsiteY1855" fmla="*/ 1416070 h 3682908"/>
                <a:gd name="connsiteX1856" fmla="*/ 3771293 w 3862373"/>
                <a:gd name="connsiteY1856" fmla="*/ 1455158 h 3682908"/>
                <a:gd name="connsiteX1857" fmla="*/ 3732205 w 3862373"/>
                <a:gd name="connsiteY1857" fmla="*/ 1416070 h 3682908"/>
                <a:gd name="connsiteX1858" fmla="*/ 3771293 w 3862373"/>
                <a:gd name="connsiteY1858" fmla="*/ 1376983 h 3682908"/>
                <a:gd name="connsiteX1859" fmla="*/ 3679018 w 3862373"/>
                <a:gd name="connsiteY1859" fmla="*/ 1376983 h 3682908"/>
                <a:gd name="connsiteX1860" fmla="*/ 3718105 w 3862373"/>
                <a:gd name="connsiteY1860" fmla="*/ 1416070 h 3682908"/>
                <a:gd name="connsiteX1861" fmla="*/ 3679018 w 3862373"/>
                <a:gd name="connsiteY1861" fmla="*/ 1455158 h 3682908"/>
                <a:gd name="connsiteX1862" fmla="*/ 3639931 w 3862373"/>
                <a:gd name="connsiteY1862" fmla="*/ 1416070 h 3682908"/>
                <a:gd name="connsiteX1863" fmla="*/ 3679018 w 3862373"/>
                <a:gd name="connsiteY1863" fmla="*/ 1376983 h 3682908"/>
                <a:gd name="connsiteX1864" fmla="*/ 3489737 w 3862373"/>
                <a:gd name="connsiteY1864" fmla="*/ 1376983 h 3682908"/>
                <a:gd name="connsiteX1865" fmla="*/ 3528823 w 3862373"/>
                <a:gd name="connsiteY1865" fmla="*/ 1416070 h 3682908"/>
                <a:gd name="connsiteX1866" fmla="*/ 3489737 w 3862373"/>
                <a:gd name="connsiteY1866" fmla="*/ 1455158 h 3682908"/>
                <a:gd name="connsiteX1867" fmla="*/ 3450649 w 3862373"/>
                <a:gd name="connsiteY1867" fmla="*/ 1416070 h 3682908"/>
                <a:gd name="connsiteX1868" fmla="*/ 3489737 w 3862373"/>
                <a:gd name="connsiteY1868" fmla="*/ 1376983 h 3682908"/>
                <a:gd name="connsiteX1869" fmla="*/ 3392731 w 3862373"/>
                <a:gd name="connsiteY1869" fmla="*/ 1376983 h 3682908"/>
                <a:gd name="connsiteX1870" fmla="*/ 3431819 w 3862373"/>
                <a:gd name="connsiteY1870" fmla="*/ 1416070 h 3682908"/>
                <a:gd name="connsiteX1871" fmla="*/ 3392731 w 3862373"/>
                <a:gd name="connsiteY1871" fmla="*/ 1455158 h 3682908"/>
                <a:gd name="connsiteX1872" fmla="*/ 3353644 w 3862373"/>
                <a:gd name="connsiteY1872" fmla="*/ 1416070 h 3682908"/>
                <a:gd name="connsiteX1873" fmla="*/ 3392731 w 3862373"/>
                <a:gd name="connsiteY1873" fmla="*/ 1376983 h 3682908"/>
                <a:gd name="connsiteX1874" fmla="*/ 3300457 w 3862373"/>
                <a:gd name="connsiteY1874" fmla="*/ 1376983 h 3682908"/>
                <a:gd name="connsiteX1875" fmla="*/ 3339544 w 3862373"/>
                <a:gd name="connsiteY1875" fmla="*/ 1416070 h 3682908"/>
                <a:gd name="connsiteX1876" fmla="*/ 3300457 w 3862373"/>
                <a:gd name="connsiteY1876" fmla="*/ 1455158 h 3682908"/>
                <a:gd name="connsiteX1877" fmla="*/ 3261369 w 3862373"/>
                <a:gd name="connsiteY1877" fmla="*/ 1416070 h 3682908"/>
                <a:gd name="connsiteX1878" fmla="*/ 3300457 w 3862373"/>
                <a:gd name="connsiteY1878" fmla="*/ 1376983 h 3682908"/>
                <a:gd name="connsiteX1879" fmla="*/ 3205817 w 3862373"/>
                <a:gd name="connsiteY1879" fmla="*/ 1376983 h 3682908"/>
                <a:gd name="connsiteX1880" fmla="*/ 3244904 w 3862373"/>
                <a:gd name="connsiteY1880" fmla="*/ 1416070 h 3682908"/>
                <a:gd name="connsiteX1881" fmla="*/ 3205817 w 3862373"/>
                <a:gd name="connsiteY1881" fmla="*/ 1455158 h 3682908"/>
                <a:gd name="connsiteX1882" fmla="*/ 3166729 w 3862373"/>
                <a:gd name="connsiteY1882" fmla="*/ 1416070 h 3682908"/>
                <a:gd name="connsiteX1883" fmla="*/ 3205817 w 3862373"/>
                <a:gd name="connsiteY1883" fmla="*/ 1376983 h 3682908"/>
                <a:gd name="connsiteX1884" fmla="*/ 3111177 w 3862373"/>
                <a:gd name="connsiteY1884" fmla="*/ 1376983 h 3682908"/>
                <a:gd name="connsiteX1885" fmla="*/ 3150264 w 3862373"/>
                <a:gd name="connsiteY1885" fmla="*/ 1416070 h 3682908"/>
                <a:gd name="connsiteX1886" fmla="*/ 3111177 w 3862373"/>
                <a:gd name="connsiteY1886" fmla="*/ 1455158 h 3682908"/>
                <a:gd name="connsiteX1887" fmla="*/ 3072089 w 3862373"/>
                <a:gd name="connsiteY1887" fmla="*/ 1416070 h 3682908"/>
                <a:gd name="connsiteX1888" fmla="*/ 3111177 w 3862373"/>
                <a:gd name="connsiteY1888" fmla="*/ 1376983 h 3682908"/>
                <a:gd name="connsiteX1889" fmla="*/ 3018902 w 3862373"/>
                <a:gd name="connsiteY1889" fmla="*/ 1376983 h 3682908"/>
                <a:gd name="connsiteX1890" fmla="*/ 3057989 w 3862373"/>
                <a:gd name="connsiteY1890" fmla="*/ 1416070 h 3682908"/>
                <a:gd name="connsiteX1891" fmla="*/ 3018902 w 3862373"/>
                <a:gd name="connsiteY1891" fmla="*/ 1455158 h 3682908"/>
                <a:gd name="connsiteX1892" fmla="*/ 2979815 w 3862373"/>
                <a:gd name="connsiteY1892" fmla="*/ 1416070 h 3682908"/>
                <a:gd name="connsiteX1893" fmla="*/ 3018902 w 3862373"/>
                <a:gd name="connsiteY1893" fmla="*/ 1376983 h 3682908"/>
                <a:gd name="connsiteX1894" fmla="*/ 2924263 w 3862373"/>
                <a:gd name="connsiteY1894" fmla="*/ 1376983 h 3682908"/>
                <a:gd name="connsiteX1895" fmla="*/ 2963349 w 3862373"/>
                <a:gd name="connsiteY1895" fmla="*/ 1416070 h 3682908"/>
                <a:gd name="connsiteX1896" fmla="*/ 2924263 w 3862373"/>
                <a:gd name="connsiteY1896" fmla="*/ 1455158 h 3682908"/>
                <a:gd name="connsiteX1897" fmla="*/ 2885175 w 3862373"/>
                <a:gd name="connsiteY1897" fmla="*/ 1416070 h 3682908"/>
                <a:gd name="connsiteX1898" fmla="*/ 2924263 w 3862373"/>
                <a:gd name="connsiteY1898" fmla="*/ 1376983 h 3682908"/>
                <a:gd name="connsiteX1899" fmla="*/ 2831988 w 3862373"/>
                <a:gd name="connsiteY1899" fmla="*/ 1376983 h 3682908"/>
                <a:gd name="connsiteX1900" fmla="*/ 2871075 w 3862373"/>
                <a:gd name="connsiteY1900" fmla="*/ 1416070 h 3682908"/>
                <a:gd name="connsiteX1901" fmla="*/ 2831988 w 3862373"/>
                <a:gd name="connsiteY1901" fmla="*/ 1455158 h 3682908"/>
                <a:gd name="connsiteX1902" fmla="*/ 2792901 w 3862373"/>
                <a:gd name="connsiteY1902" fmla="*/ 1416070 h 3682908"/>
                <a:gd name="connsiteX1903" fmla="*/ 2831988 w 3862373"/>
                <a:gd name="connsiteY1903" fmla="*/ 1376983 h 3682908"/>
                <a:gd name="connsiteX1904" fmla="*/ 2550437 w 3862373"/>
                <a:gd name="connsiteY1904" fmla="*/ 1376983 h 3682908"/>
                <a:gd name="connsiteX1905" fmla="*/ 2589523 w 3862373"/>
                <a:gd name="connsiteY1905" fmla="*/ 1416070 h 3682908"/>
                <a:gd name="connsiteX1906" fmla="*/ 2550437 w 3862373"/>
                <a:gd name="connsiteY1906" fmla="*/ 1455158 h 3682908"/>
                <a:gd name="connsiteX1907" fmla="*/ 2511354 w 3862373"/>
                <a:gd name="connsiteY1907" fmla="*/ 1416070 h 3682908"/>
                <a:gd name="connsiteX1908" fmla="*/ 2550437 w 3862373"/>
                <a:gd name="connsiteY1908" fmla="*/ 1376983 h 3682908"/>
                <a:gd name="connsiteX1909" fmla="*/ 2458167 w 3862373"/>
                <a:gd name="connsiteY1909" fmla="*/ 1376983 h 3682908"/>
                <a:gd name="connsiteX1910" fmla="*/ 2497254 w 3862373"/>
                <a:gd name="connsiteY1910" fmla="*/ 1416070 h 3682908"/>
                <a:gd name="connsiteX1911" fmla="*/ 2458167 w 3862373"/>
                <a:gd name="connsiteY1911" fmla="*/ 1455158 h 3682908"/>
                <a:gd name="connsiteX1912" fmla="*/ 2419083 w 3862373"/>
                <a:gd name="connsiteY1912" fmla="*/ 1416070 h 3682908"/>
                <a:gd name="connsiteX1913" fmla="*/ 2458167 w 3862373"/>
                <a:gd name="connsiteY1913" fmla="*/ 1376983 h 3682908"/>
                <a:gd name="connsiteX1914" fmla="*/ 2363529 w 3862373"/>
                <a:gd name="connsiteY1914" fmla="*/ 1376983 h 3682908"/>
                <a:gd name="connsiteX1915" fmla="*/ 2402614 w 3862373"/>
                <a:gd name="connsiteY1915" fmla="*/ 1416070 h 3682908"/>
                <a:gd name="connsiteX1916" fmla="*/ 2363529 w 3862373"/>
                <a:gd name="connsiteY1916" fmla="*/ 1455158 h 3682908"/>
                <a:gd name="connsiteX1917" fmla="*/ 2324442 w 3862373"/>
                <a:gd name="connsiteY1917" fmla="*/ 1416070 h 3682908"/>
                <a:gd name="connsiteX1918" fmla="*/ 2363529 w 3862373"/>
                <a:gd name="connsiteY1918" fmla="*/ 1376983 h 3682908"/>
                <a:gd name="connsiteX1919" fmla="*/ 1142717 w 3862373"/>
                <a:gd name="connsiteY1919" fmla="*/ 1376983 h 3682908"/>
                <a:gd name="connsiteX1920" fmla="*/ 1181806 w 3862373"/>
                <a:gd name="connsiteY1920" fmla="*/ 1416070 h 3682908"/>
                <a:gd name="connsiteX1921" fmla="*/ 1142717 w 3862373"/>
                <a:gd name="connsiteY1921" fmla="*/ 1455158 h 3682908"/>
                <a:gd name="connsiteX1922" fmla="*/ 1103622 w 3862373"/>
                <a:gd name="connsiteY1922" fmla="*/ 1416070 h 3682908"/>
                <a:gd name="connsiteX1923" fmla="*/ 1142717 w 3862373"/>
                <a:gd name="connsiteY1923" fmla="*/ 1376983 h 3682908"/>
                <a:gd name="connsiteX1924" fmla="*/ 1045699 w 3862373"/>
                <a:gd name="connsiteY1924" fmla="*/ 1376983 h 3682908"/>
                <a:gd name="connsiteX1925" fmla="*/ 1084788 w 3862373"/>
                <a:gd name="connsiteY1925" fmla="*/ 1416070 h 3682908"/>
                <a:gd name="connsiteX1926" fmla="*/ 1045699 w 3862373"/>
                <a:gd name="connsiteY1926" fmla="*/ 1455158 h 3682908"/>
                <a:gd name="connsiteX1927" fmla="*/ 1006615 w 3862373"/>
                <a:gd name="connsiteY1927" fmla="*/ 1416070 h 3682908"/>
                <a:gd name="connsiteX1928" fmla="*/ 1045699 w 3862373"/>
                <a:gd name="connsiteY1928" fmla="*/ 1376983 h 3682908"/>
                <a:gd name="connsiteX1929" fmla="*/ 951068 w 3862373"/>
                <a:gd name="connsiteY1929" fmla="*/ 1376983 h 3682908"/>
                <a:gd name="connsiteX1930" fmla="*/ 990151 w 3862373"/>
                <a:gd name="connsiteY1930" fmla="*/ 1416070 h 3682908"/>
                <a:gd name="connsiteX1931" fmla="*/ 951068 w 3862373"/>
                <a:gd name="connsiteY1931" fmla="*/ 1455158 h 3682908"/>
                <a:gd name="connsiteX1932" fmla="*/ 911984 w 3862373"/>
                <a:gd name="connsiteY1932" fmla="*/ 1416070 h 3682908"/>
                <a:gd name="connsiteX1933" fmla="*/ 951068 w 3862373"/>
                <a:gd name="connsiteY1933" fmla="*/ 1376983 h 3682908"/>
                <a:gd name="connsiteX1934" fmla="*/ 856438 w 3862373"/>
                <a:gd name="connsiteY1934" fmla="*/ 1376983 h 3682908"/>
                <a:gd name="connsiteX1935" fmla="*/ 895520 w 3862373"/>
                <a:gd name="connsiteY1935" fmla="*/ 1416070 h 3682908"/>
                <a:gd name="connsiteX1936" fmla="*/ 856438 w 3862373"/>
                <a:gd name="connsiteY1936" fmla="*/ 1455158 h 3682908"/>
                <a:gd name="connsiteX1937" fmla="*/ 817355 w 3862373"/>
                <a:gd name="connsiteY1937" fmla="*/ 1416070 h 3682908"/>
                <a:gd name="connsiteX1938" fmla="*/ 856438 w 3862373"/>
                <a:gd name="connsiteY1938" fmla="*/ 1376983 h 3682908"/>
                <a:gd name="connsiteX1939" fmla="*/ 764173 w 3862373"/>
                <a:gd name="connsiteY1939" fmla="*/ 1376983 h 3682908"/>
                <a:gd name="connsiteX1940" fmla="*/ 803257 w 3862373"/>
                <a:gd name="connsiteY1940" fmla="*/ 1416070 h 3682908"/>
                <a:gd name="connsiteX1941" fmla="*/ 764173 w 3862373"/>
                <a:gd name="connsiteY1941" fmla="*/ 1455158 h 3682908"/>
                <a:gd name="connsiteX1942" fmla="*/ 725090 w 3862373"/>
                <a:gd name="connsiteY1942" fmla="*/ 1416070 h 3682908"/>
                <a:gd name="connsiteX1943" fmla="*/ 764173 w 3862373"/>
                <a:gd name="connsiteY1943" fmla="*/ 1376983 h 3682908"/>
                <a:gd name="connsiteX1944" fmla="*/ 669534 w 3862373"/>
                <a:gd name="connsiteY1944" fmla="*/ 1376983 h 3682908"/>
                <a:gd name="connsiteX1945" fmla="*/ 708624 w 3862373"/>
                <a:gd name="connsiteY1945" fmla="*/ 1416070 h 3682908"/>
                <a:gd name="connsiteX1946" fmla="*/ 669534 w 3862373"/>
                <a:gd name="connsiteY1946" fmla="*/ 1455158 h 3682908"/>
                <a:gd name="connsiteX1947" fmla="*/ 630448 w 3862373"/>
                <a:gd name="connsiteY1947" fmla="*/ 1416070 h 3682908"/>
                <a:gd name="connsiteX1948" fmla="*/ 669534 w 3862373"/>
                <a:gd name="connsiteY1948" fmla="*/ 1376983 h 3682908"/>
                <a:gd name="connsiteX1949" fmla="*/ 577250 w 3862373"/>
                <a:gd name="connsiteY1949" fmla="*/ 1376983 h 3682908"/>
                <a:gd name="connsiteX1950" fmla="*/ 616345 w 3862373"/>
                <a:gd name="connsiteY1950" fmla="*/ 1416070 h 3682908"/>
                <a:gd name="connsiteX1951" fmla="*/ 577250 w 3862373"/>
                <a:gd name="connsiteY1951" fmla="*/ 1455158 h 3682908"/>
                <a:gd name="connsiteX1952" fmla="*/ 538155 w 3862373"/>
                <a:gd name="connsiteY1952" fmla="*/ 1416070 h 3682908"/>
                <a:gd name="connsiteX1953" fmla="*/ 577250 w 3862373"/>
                <a:gd name="connsiteY1953" fmla="*/ 1376983 h 3682908"/>
                <a:gd name="connsiteX1954" fmla="*/ 3679017 w 3862373"/>
                <a:gd name="connsiteY1954" fmla="*/ 1291809 h 3682908"/>
                <a:gd name="connsiteX1955" fmla="*/ 3718103 w 3862373"/>
                <a:gd name="connsiteY1955" fmla="*/ 1330896 h 3682908"/>
                <a:gd name="connsiteX1956" fmla="*/ 3679017 w 3862373"/>
                <a:gd name="connsiteY1956" fmla="*/ 1369983 h 3682908"/>
                <a:gd name="connsiteX1957" fmla="*/ 3639929 w 3862373"/>
                <a:gd name="connsiteY1957" fmla="*/ 1330896 h 3682908"/>
                <a:gd name="connsiteX1958" fmla="*/ 3679017 w 3862373"/>
                <a:gd name="connsiteY1958" fmla="*/ 1291809 h 3682908"/>
                <a:gd name="connsiteX1959" fmla="*/ 3584377 w 3862373"/>
                <a:gd name="connsiteY1959" fmla="*/ 1291809 h 3682908"/>
                <a:gd name="connsiteX1960" fmla="*/ 3623463 w 3862373"/>
                <a:gd name="connsiteY1960" fmla="*/ 1330896 h 3682908"/>
                <a:gd name="connsiteX1961" fmla="*/ 3584377 w 3862373"/>
                <a:gd name="connsiteY1961" fmla="*/ 1369983 h 3682908"/>
                <a:gd name="connsiteX1962" fmla="*/ 3545289 w 3862373"/>
                <a:gd name="connsiteY1962" fmla="*/ 1330896 h 3682908"/>
                <a:gd name="connsiteX1963" fmla="*/ 3584377 w 3862373"/>
                <a:gd name="connsiteY1963" fmla="*/ 1291809 h 3682908"/>
                <a:gd name="connsiteX1964" fmla="*/ 3489737 w 3862373"/>
                <a:gd name="connsiteY1964" fmla="*/ 1291809 h 3682908"/>
                <a:gd name="connsiteX1965" fmla="*/ 3528823 w 3862373"/>
                <a:gd name="connsiteY1965" fmla="*/ 1330896 h 3682908"/>
                <a:gd name="connsiteX1966" fmla="*/ 3489737 w 3862373"/>
                <a:gd name="connsiteY1966" fmla="*/ 1369983 h 3682908"/>
                <a:gd name="connsiteX1967" fmla="*/ 3450649 w 3862373"/>
                <a:gd name="connsiteY1967" fmla="*/ 1330896 h 3682908"/>
                <a:gd name="connsiteX1968" fmla="*/ 3489737 w 3862373"/>
                <a:gd name="connsiteY1968" fmla="*/ 1291809 h 3682908"/>
                <a:gd name="connsiteX1969" fmla="*/ 3392731 w 3862373"/>
                <a:gd name="connsiteY1969" fmla="*/ 1291809 h 3682908"/>
                <a:gd name="connsiteX1970" fmla="*/ 3431819 w 3862373"/>
                <a:gd name="connsiteY1970" fmla="*/ 1330896 h 3682908"/>
                <a:gd name="connsiteX1971" fmla="*/ 3392731 w 3862373"/>
                <a:gd name="connsiteY1971" fmla="*/ 1369983 h 3682908"/>
                <a:gd name="connsiteX1972" fmla="*/ 3353644 w 3862373"/>
                <a:gd name="connsiteY1972" fmla="*/ 1330896 h 3682908"/>
                <a:gd name="connsiteX1973" fmla="*/ 3392731 w 3862373"/>
                <a:gd name="connsiteY1973" fmla="*/ 1291809 h 3682908"/>
                <a:gd name="connsiteX1974" fmla="*/ 3300457 w 3862373"/>
                <a:gd name="connsiteY1974" fmla="*/ 1291809 h 3682908"/>
                <a:gd name="connsiteX1975" fmla="*/ 3339544 w 3862373"/>
                <a:gd name="connsiteY1975" fmla="*/ 1330896 h 3682908"/>
                <a:gd name="connsiteX1976" fmla="*/ 3300457 w 3862373"/>
                <a:gd name="connsiteY1976" fmla="*/ 1369983 h 3682908"/>
                <a:gd name="connsiteX1977" fmla="*/ 3261369 w 3862373"/>
                <a:gd name="connsiteY1977" fmla="*/ 1330896 h 3682908"/>
                <a:gd name="connsiteX1978" fmla="*/ 3300457 w 3862373"/>
                <a:gd name="connsiteY1978" fmla="*/ 1291809 h 3682908"/>
                <a:gd name="connsiteX1979" fmla="*/ 3111177 w 3862373"/>
                <a:gd name="connsiteY1979" fmla="*/ 1291809 h 3682908"/>
                <a:gd name="connsiteX1980" fmla="*/ 3150264 w 3862373"/>
                <a:gd name="connsiteY1980" fmla="*/ 1330896 h 3682908"/>
                <a:gd name="connsiteX1981" fmla="*/ 3111177 w 3862373"/>
                <a:gd name="connsiteY1981" fmla="*/ 1369983 h 3682908"/>
                <a:gd name="connsiteX1982" fmla="*/ 3072089 w 3862373"/>
                <a:gd name="connsiteY1982" fmla="*/ 1330896 h 3682908"/>
                <a:gd name="connsiteX1983" fmla="*/ 3111177 w 3862373"/>
                <a:gd name="connsiteY1983" fmla="*/ 1291809 h 3682908"/>
                <a:gd name="connsiteX1984" fmla="*/ 3018902 w 3862373"/>
                <a:gd name="connsiteY1984" fmla="*/ 1291809 h 3682908"/>
                <a:gd name="connsiteX1985" fmla="*/ 3057989 w 3862373"/>
                <a:gd name="connsiteY1985" fmla="*/ 1330896 h 3682908"/>
                <a:gd name="connsiteX1986" fmla="*/ 3018902 w 3862373"/>
                <a:gd name="connsiteY1986" fmla="*/ 1369983 h 3682908"/>
                <a:gd name="connsiteX1987" fmla="*/ 2979815 w 3862373"/>
                <a:gd name="connsiteY1987" fmla="*/ 1330896 h 3682908"/>
                <a:gd name="connsiteX1988" fmla="*/ 3018902 w 3862373"/>
                <a:gd name="connsiteY1988" fmla="*/ 1291809 h 3682908"/>
                <a:gd name="connsiteX1989" fmla="*/ 2924263 w 3862373"/>
                <a:gd name="connsiteY1989" fmla="*/ 1291809 h 3682908"/>
                <a:gd name="connsiteX1990" fmla="*/ 2963349 w 3862373"/>
                <a:gd name="connsiteY1990" fmla="*/ 1330896 h 3682908"/>
                <a:gd name="connsiteX1991" fmla="*/ 2924263 w 3862373"/>
                <a:gd name="connsiteY1991" fmla="*/ 1369983 h 3682908"/>
                <a:gd name="connsiteX1992" fmla="*/ 2885175 w 3862373"/>
                <a:gd name="connsiteY1992" fmla="*/ 1330896 h 3682908"/>
                <a:gd name="connsiteX1993" fmla="*/ 2924263 w 3862373"/>
                <a:gd name="connsiteY1993" fmla="*/ 1291809 h 3682908"/>
                <a:gd name="connsiteX1994" fmla="*/ 2831988 w 3862373"/>
                <a:gd name="connsiteY1994" fmla="*/ 1291809 h 3682908"/>
                <a:gd name="connsiteX1995" fmla="*/ 2871075 w 3862373"/>
                <a:gd name="connsiteY1995" fmla="*/ 1330896 h 3682908"/>
                <a:gd name="connsiteX1996" fmla="*/ 2831988 w 3862373"/>
                <a:gd name="connsiteY1996" fmla="*/ 1369983 h 3682908"/>
                <a:gd name="connsiteX1997" fmla="*/ 2792901 w 3862373"/>
                <a:gd name="connsiteY1997" fmla="*/ 1330896 h 3682908"/>
                <a:gd name="connsiteX1998" fmla="*/ 2831988 w 3862373"/>
                <a:gd name="connsiteY1998" fmla="*/ 1291809 h 3682908"/>
                <a:gd name="connsiteX1999" fmla="*/ 2737365 w 3862373"/>
                <a:gd name="connsiteY1999" fmla="*/ 1291809 h 3682908"/>
                <a:gd name="connsiteX2000" fmla="*/ 2776435 w 3862373"/>
                <a:gd name="connsiteY2000" fmla="*/ 1330896 h 3682908"/>
                <a:gd name="connsiteX2001" fmla="*/ 2737365 w 3862373"/>
                <a:gd name="connsiteY2001" fmla="*/ 1369983 h 3682908"/>
                <a:gd name="connsiteX2002" fmla="*/ 2698269 w 3862373"/>
                <a:gd name="connsiteY2002" fmla="*/ 1330896 h 3682908"/>
                <a:gd name="connsiteX2003" fmla="*/ 2737365 w 3862373"/>
                <a:gd name="connsiteY2003" fmla="*/ 1291809 h 3682908"/>
                <a:gd name="connsiteX2004" fmla="*/ 2645074 w 3862373"/>
                <a:gd name="connsiteY2004" fmla="*/ 1291809 h 3682908"/>
                <a:gd name="connsiteX2005" fmla="*/ 2684165 w 3862373"/>
                <a:gd name="connsiteY2005" fmla="*/ 1330896 h 3682908"/>
                <a:gd name="connsiteX2006" fmla="*/ 2645074 w 3862373"/>
                <a:gd name="connsiteY2006" fmla="*/ 1369983 h 3682908"/>
                <a:gd name="connsiteX2007" fmla="*/ 2605987 w 3862373"/>
                <a:gd name="connsiteY2007" fmla="*/ 1330896 h 3682908"/>
                <a:gd name="connsiteX2008" fmla="*/ 2645074 w 3862373"/>
                <a:gd name="connsiteY2008" fmla="*/ 1291809 h 3682908"/>
                <a:gd name="connsiteX2009" fmla="*/ 2550437 w 3862373"/>
                <a:gd name="connsiteY2009" fmla="*/ 1291809 h 3682908"/>
                <a:gd name="connsiteX2010" fmla="*/ 2589523 w 3862373"/>
                <a:gd name="connsiteY2010" fmla="*/ 1330896 h 3682908"/>
                <a:gd name="connsiteX2011" fmla="*/ 2550437 w 3862373"/>
                <a:gd name="connsiteY2011" fmla="*/ 1369983 h 3682908"/>
                <a:gd name="connsiteX2012" fmla="*/ 2511355 w 3862373"/>
                <a:gd name="connsiteY2012" fmla="*/ 1330896 h 3682908"/>
                <a:gd name="connsiteX2013" fmla="*/ 2550437 w 3862373"/>
                <a:gd name="connsiteY2013" fmla="*/ 1291809 h 3682908"/>
                <a:gd name="connsiteX2014" fmla="*/ 1232635 w 3862373"/>
                <a:gd name="connsiteY2014" fmla="*/ 1291809 h 3682908"/>
                <a:gd name="connsiteX2015" fmla="*/ 1271713 w 3862373"/>
                <a:gd name="connsiteY2015" fmla="*/ 1330896 h 3682908"/>
                <a:gd name="connsiteX2016" fmla="*/ 1232635 w 3862373"/>
                <a:gd name="connsiteY2016" fmla="*/ 1369983 h 3682908"/>
                <a:gd name="connsiteX2017" fmla="*/ 1193549 w 3862373"/>
                <a:gd name="connsiteY2017" fmla="*/ 1330896 h 3682908"/>
                <a:gd name="connsiteX2018" fmla="*/ 1232635 w 3862373"/>
                <a:gd name="connsiteY2018" fmla="*/ 1291809 h 3682908"/>
                <a:gd name="connsiteX2019" fmla="*/ 1142722 w 3862373"/>
                <a:gd name="connsiteY2019" fmla="*/ 1291809 h 3682908"/>
                <a:gd name="connsiteX2020" fmla="*/ 1181812 w 3862373"/>
                <a:gd name="connsiteY2020" fmla="*/ 1330896 h 3682908"/>
                <a:gd name="connsiteX2021" fmla="*/ 1142722 w 3862373"/>
                <a:gd name="connsiteY2021" fmla="*/ 1369983 h 3682908"/>
                <a:gd name="connsiteX2022" fmla="*/ 1103625 w 3862373"/>
                <a:gd name="connsiteY2022" fmla="*/ 1330896 h 3682908"/>
                <a:gd name="connsiteX2023" fmla="*/ 1142722 w 3862373"/>
                <a:gd name="connsiteY2023" fmla="*/ 1291809 h 3682908"/>
                <a:gd name="connsiteX2024" fmla="*/ 1045702 w 3862373"/>
                <a:gd name="connsiteY2024" fmla="*/ 1291809 h 3682908"/>
                <a:gd name="connsiteX2025" fmla="*/ 1084791 w 3862373"/>
                <a:gd name="connsiteY2025" fmla="*/ 1330896 h 3682908"/>
                <a:gd name="connsiteX2026" fmla="*/ 1045702 w 3862373"/>
                <a:gd name="connsiteY2026" fmla="*/ 1369983 h 3682908"/>
                <a:gd name="connsiteX2027" fmla="*/ 1006620 w 3862373"/>
                <a:gd name="connsiteY2027" fmla="*/ 1330896 h 3682908"/>
                <a:gd name="connsiteX2028" fmla="*/ 1045702 w 3862373"/>
                <a:gd name="connsiteY2028" fmla="*/ 1291809 h 3682908"/>
                <a:gd name="connsiteX2029" fmla="*/ 951072 w 3862373"/>
                <a:gd name="connsiteY2029" fmla="*/ 1291809 h 3682908"/>
                <a:gd name="connsiteX2030" fmla="*/ 990154 w 3862373"/>
                <a:gd name="connsiteY2030" fmla="*/ 1330896 h 3682908"/>
                <a:gd name="connsiteX2031" fmla="*/ 951072 w 3862373"/>
                <a:gd name="connsiteY2031" fmla="*/ 1369983 h 3682908"/>
                <a:gd name="connsiteX2032" fmla="*/ 911989 w 3862373"/>
                <a:gd name="connsiteY2032" fmla="*/ 1330896 h 3682908"/>
                <a:gd name="connsiteX2033" fmla="*/ 951072 w 3862373"/>
                <a:gd name="connsiteY2033" fmla="*/ 1291809 h 3682908"/>
                <a:gd name="connsiteX2034" fmla="*/ 856442 w 3862373"/>
                <a:gd name="connsiteY2034" fmla="*/ 1291809 h 3682908"/>
                <a:gd name="connsiteX2035" fmla="*/ 895525 w 3862373"/>
                <a:gd name="connsiteY2035" fmla="*/ 1330896 h 3682908"/>
                <a:gd name="connsiteX2036" fmla="*/ 856442 w 3862373"/>
                <a:gd name="connsiteY2036" fmla="*/ 1369983 h 3682908"/>
                <a:gd name="connsiteX2037" fmla="*/ 817359 w 3862373"/>
                <a:gd name="connsiteY2037" fmla="*/ 1330896 h 3682908"/>
                <a:gd name="connsiteX2038" fmla="*/ 856442 w 3862373"/>
                <a:gd name="connsiteY2038" fmla="*/ 1291809 h 3682908"/>
                <a:gd name="connsiteX2039" fmla="*/ 764178 w 3862373"/>
                <a:gd name="connsiteY2039" fmla="*/ 1291809 h 3682908"/>
                <a:gd name="connsiteX2040" fmla="*/ 803262 w 3862373"/>
                <a:gd name="connsiteY2040" fmla="*/ 1330896 h 3682908"/>
                <a:gd name="connsiteX2041" fmla="*/ 764178 w 3862373"/>
                <a:gd name="connsiteY2041" fmla="*/ 1369983 h 3682908"/>
                <a:gd name="connsiteX2042" fmla="*/ 725094 w 3862373"/>
                <a:gd name="connsiteY2042" fmla="*/ 1330896 h 3682908"/>
                <a:gd name="connsiteX2043" fmla="*/ 764178 w 3862373"/>
                <a:gd name="connsiteY2043" fmla="*/ 1291809 h 3682908"/>
                <a:gd name="connsiteX2044" fmla="*/ 669534 w 3862373"/>
                <a:gd name="connsiteY2044" fmla="*/ 1291809 h 3682908"/>
                <a:gd name="connsiteX2045" fmla="*/ 708631 w 3862373"/>
                <a:gd name="connsiteY2045" fmla="*/ 1330896 h 3682908"/>
                <a:gd name="connsiteX2046" fmla="*/ 669534 w 3862373"/>
                <a:gd name="connsiteY2046" fmla="*/ 1369983 h 3682908"/>
                <a:gd name="connsiteX2047" fmla="*/ 630454 w 3862373"/>
                <a:gd name="connsiteY2047" fmla="*/ 1330896 h 3682908"/>
                <a:gd name="connsiteX2048" fmla="*/ 669534 w 3862373"/>
                <a:gd name="connsiteY2048" fmla="*/ 1291809 h 3682908"/>
                <a:gd name="connsiteX2049" fmla="*/ 577255 w 3862373"/>
                <a:gd name="connsiteY2049" fmla="*/ 1291809 h 3682908"/>
                <a:gd name="connsiteX2050" fmla="*/ 616350 w 3862373"/>
                <a:gd name="connsiteY2050" fmla="*/ 1330896 h 3682908"/>
                <a:gd name="connsiteX2051" fmla="*/ 577255 w 3862373"/>
                <a:gd name="connsiteY2051" fmla="*/ 1369983 h 3682908"/>
                <a:gd name="connsiteX2052" fmla="*/ 538159 w 3862373"/>
                <a:gd name="connsiteY2052" fmla="*/ 1330896 h 3682908"/>
                <a:gd name="connsiteX2053" fmla="*/ 577255 w 3862373"/>
                <a:gd name="connsiteY2053" fmla="*/ 1291809 h 3682908"/>
                <a:gd name="connsiteX2054" fmla="*/ 484969 w 3862373"/>
                <a:gd name="connsiteY2054" fmla="*/ 1291809 h 3682908"/>
                <a:gd name="connsiteX2055" fmla="*/ 524056 w 3862373"/>
                <a:gd name="connsiteY2055" fmla="*/ 1330896 h 3682908"/>
                <a:gd name="connsiteX2056" fmla="*/ 484969 w 3862373"/>
                <a:gd name="connsiteY2056" fmla="*/ 1369983 h 3682908"/>
                <a:gd name="connsiteX2057" fmla="*/ 445892 w 3862373"/>
                <a:gd name="connsiteY2057" fmla="*/ 1330896 h 3682908"/>
                <a:gd name="connsiteX2058" fmla="*/ 484969 w 3862373"/>
                <a:gd name="connsiteY2058" fmla="*/ 1291809 h 3682908"/>
                <a:gd name="connsiteX2059" fmla="*/ 390321 w 3862373"/>
                <a:gd name="connsiteY2059" fmla="*/ 1291809 h 3682908"/>
                <a:gd name="connsiteX2060" fmla="*/ 429422 w 3862373"/>
                <a:gd name="connsiteY2060" fmla="*/ 1330896 h 3682908"/>
                <a:gd name="connsiteX2061" fmla="*/ 390321 w 3862373"/>
                <a:gd name="connsiteY2061" fmla="*/ 1369983 h 3682908"/>
                <a:gd name="connsiteX2062" fmla="*/ 351252 w 3862373"/>
                <a:gd name="connsiteY2062" fmla="*/ 1330896 h 3682908"/>
                <a:gd name="connsiteX2063" fmla="*/ 390321 w 3862373"/>
                <a:gd name="connsiteY2063" fmla="*/ 1291809 h 3682908"/>
                <a:gd name="connsiteX2064" fmla="*/ 298056 w 3862373"/>
                <a:gd name="connsiteY2064" fmla="*/ 1291809 h 3682908"/>
                <a:gd name="connsiteX2065" fmla="*/ 337151 w 3862373"/>
                <a:gd name="connsiteY2065" fmla="*/ 1330896 h 3682908"/>
                <a:gd name="connsiteX2066" fmla="*/ 298056 w 3862373"/>
                <a:gd name="connsiteY2066" fmla="*/ 1369983 h 3682908"/>
                <a:gd name="connsiteX2067" fmla="*/ 258966 w 3862373"/>
                <a:gd name="connsiteY2067" fmla="*/ 1330896 h 3682908"/>
                <a:gd name="connsiteX2068" fmla="*/ 298056 w 3862373"/>
                <a:gd name="connsiteY2068" fmla="*/ 1291809 h 3682908"/>
                <a:gd name="connsiteX2069" fmla="*/ 203411 w 3862373"/>
                <a:gd name="connsiteY2069" fmla="*/ 1291809 h 3682908"/>
                <a:gd name="connsiteX2070" fmla="*/ 242500 w 3862373"/>
                <a:gd name="connsiteY2070" fmla="*/ 1330896 h 3682908"/>
                <a:gd name="connsiteX2071" fmla="*/ 203411 w 3862373"/>
                <a:gd name="connsiteY2071" fmla="*/ 1369983 h 3682908"/>
                <a:gd name="connsiteX2072" fmla="*/ 164325 w 3862373"/>
                <a:gd name="connsiteY2072" fmla="*/ 1330896 h 3682908"/>
                <a:gd name="connsiteX2073" fmla="*/ 203411 w 3862373"/>
                <a:gd name="connsiteY2073" fmla="*/ 1291809 h 3682908"/>
                <a:gd name="connsiteX2074" fmla="*/ 111138 w 3862373"/>
                <a:gd name="connsiteY2074" fmla="*/ 1291809 h 3682908"/>
                <a:gd name="connsiteX2075" fmla="*/ 150225 w 3862373"/>
                <a:gd name="connsiteY2075" fmla="*/ 1330896 h 3682908"/>
                <a:gd name="connsiteX2076" fmla="*/ 111138 w 3862373"/>
                <a:gd name="connsiteY2076" fmla="*/ 1369983 h 3682908"/>
                <a:gd name="connsiteX2077" fmla="*/ 72052 w 3862373"/>
                <a:gd name="connsiteY2077" fmla="*/ 1330896 h 3682908"/>
                <a:gd name="connsiteX2078" fmla="*/ 111138 w 3862373"/>
                <a:gd name="connsiteY2078" fmla="*/ 1291809 h 3682908"/>
                <a:gd name="connsiteX2079" fmla="*/ 2458171 w 3862373"/>
                <a:gd name="connsiteY2079" fmla="*/ 1291807 h 3682908"/>
                <a:gd name="connsiteX2080" fmla="*/ 2497259 w 3862373"/>
                <a:gd name="connsiteY2080" fmla="*/ 1330894 h 3682908"/>
                <a:gd name="connsiteX2081" fmla="*/ 2458171 w 3862373"/>
                <a:gd name="connsiteY2081" fmla="*/ 1369981 h 3682908"/>
                <a:gd name="connsiteX2082" fmla="*/ 2419089 w 3862373"/>
                <a:gd name="connsiteY2082" fmla="*/ 1330894 h 3682908"/>
                <a:gd name="connsiteX2083" fmla="*/ 2458171 w 3862373"/>
                <a:gd name="connsiteY2083" fmla="*/ 1291807 h 3682908"/>
                <a:gd name="connsiteX2084" fmla="*/ 2363519 w 3862373"/>
                <a:gd name="connsiteY2084" fmla="*/ 1291807 h 3682908"/>
                <a:gd name="connsiteX2085" fmla="*/ 2402607 w 3862373"/>
                <a:gd name="connsiteY2085" fmla="*/ 1330894 h 3682908"/>
                <a:gd name="connsiteX2086" fmla="*/ 2363519 w 3862373"/>
                <a:gd name="connsiteY2086" fmla="*/ 1369981 h 3682908"/>
                <a:gd name="connsiteX2087" fmla="*/ 2324432 w 3862373"/>
                <a:gd name="connsiteY2087" fmla="*/ 1330894 h 3682908"/>
                <a:gd name="connsiteX2088" fmla="*/ 2363519 w 3862373"/>
                <a:gd name="connsiteY2088" fmla="*/ 1291807 h 3682908"/>
                <a:gd name="connsiteX2089" fmla="*/ 3771293 w 3862373"/>
                <a:gd name="connsiteY2089" fmla="*/ 1208998 h 3682908"/>
                <a:gd name="connsiteX2090" fmla="*/ 3775177 w 3862373"/>
                <a:gd name="connsiteY2090" fmla="*/ 1210607 h 3682908"/>
                <a:gd name="connsiteX2091" fmla="*/ 3792595 w 3862373"/>
                <a:gd name="connsiteY2091" fmla="*/ 1278349 h 3682908"/>
                <a:gd name="connsiteX2092" fmla="*/ 3771293 w 3862373"/>
                <a:gd name="connsiteY2092" fmla="*/ 1287173 h 3682908"/>
                <a:gd name="connsiteX2093" fmla="*/ 3732205 w 3862373"/>
                <a:gd name="connsiteY2093" fmla="*/ 1248085 h 3682908"/>
                <a:gd name="connsiteX2094" fmla="*/ 3771293 w 3862373"/>
                <a:gd name="connsiteY2094" fmla="*/ 1208998 h 3682908"/>
                <a:gd name="connsiteX2095" fmla="*/ 3679017 w 3862373"/>
                <a:gd name="connsiteY2095" fmla="*/ 1208998 h 3682908"/>
                <a:gd name="connsiteX2096" fmla="*/ 3718103 w 3862373"/>
                <a:gd name="connsiteY2096" fmla="*/ 1248085 h 3682908"/>
                <a:gd name="connsiteX2097" fmla="*/ 3679017 w 3862373"/>
                <a:gd name="connsiteY2097" fmla="*/ 1287173 h 3682908"/>
                <a:gd name="connsiteX2098" fmla="*/ 3639929 w 3862373"/>
                <a:gd name="connsiteY2098" fmla="*/ 1248085 h 3682908"/>
                <a:gd name="connsiteX2099" fmla="*/ 3679017 w 3862373"/>
                <a:gd name="connsiteY2099" fmla="*/ 1208998 h 3682908"/>
                <a:gd name="connsiteX2100" fmla="*/ 3584377 w 3862373"/>
                <a:gd name="connsiteY2100" fmla="*/ 1208998 h 3682908"/>
                <a:gd name="connsiteX2101" fmla="*/ 3623463 w 3862373"/>
                <a:gd name="connsiteY2101" fmla="*/ 1248085 h 3682908"/>
                <a:gd name="connsiteX2102" fmla="*/ 3584377 w 3862373"/>
                <a:gd name="connsiteY2102" fmla="*/ 1287173 h 3682908"/>
                <a:gd name="connsiteX2103" fmla="*/ 3545289 w 3862373"/>
                <a:gd name="connsiteY2103" fmla="*/ 1248085 h 3682908"/>
                <a:gd name="connsiteX2104" fmla="*/ 3584377 w 3862373"/>
                <a:gd name="connsiteY2104" fmla="*/ 1208998 h 3682908"/>
                <a:gd name="connsiteX2105" fmla="*/ 3489737 w 3862373"/>
                <a:gd name="connsiteY2105" fmla="*/ 1208998 h 3682908"/>
                <a:gd name="connsiteX2106" fmla="*/ 3528823 w 3862373"/>
                <a:gd name="connsiteY2106" fmla="*/ 1248085 h 3682908"/>
                <a:gd name="connsiteX2107" fmla="*/ 3489737 w 3862373"/>
                <a:gd name="connsiteY2107" fmla="*/ 1287173 h 3682908"/>
                <a:gd name="connsiteX2108" fmla="*/ 3450649 w 3862373"/>
                <a:gd name="connsiteY2108" fmla="*/ 1248085 h 3682908"/>
                <a:gd name="connsiteX2109" fmla="*/ 3489737 w 3862373"/>
                <a:gd name="connsiteY2109" fmla="*/ 1208998 h 3682908"/>
                <a:gd name="connsiteX2110" fmla="*/ 3392731 w 3862373"/>
                <a:gd name="connsiteY2110" fmla="*/ 1208998 h 3682908"/>
                <a:gd name="connsiteX2111" fmla="*/ 3431819 w 3862373"/>
                <a:gd name="connsiteY2111" fmla="*/ 1248085 h 3682908"/>
                <a:gd name="connsiteX2112" fmla="*/ 3392731 w 3862373"/>
                <a:gd name="connsiteY2112" fmla="*/ 1287173 h 3682908"/>
                <a:gd name="connsiteX2113" fmla="*/ 3353644 w 3862373"/>
                <a:gd name="connsiteY2113" fmla="*/ 1248085 h 3682908"/>
                <a:gd name="connsiteX2114" fmla="*/ 3392731 w 3862373"/>
                <a:gd name="connsiteY2114" fmla="*/ 1208998 h 3682908"/>
                <a:gd name="connsiteX2115" fmla="*/ 3300457 w 3862373"/>
                <a:gd name="connsiteY2115" fmla="*/ 1208998 h 3682908"/>
                <a:gd name="connsiteX2116" fmla="*/ 3339544 w 3862373"/>
                <a:gd name="connsiteY2116" fmla="*/ 1248085 h 3682908"/>
                <a:gd name="connsiteX2117" fmla="*/ 3300457 w 3862373"/>
                <a:gd name="connsiteY2117" fmla="*/ 1287173 h 3682908"/>
                <a:gd name="connsiteX2118" fmla="*/ 3261369 w 3862373"/>
                <a:gd name="connsiteY2118" fmla="*/ 1248085 h 3682908"/>
                <a:gd name="connsiteX2119" fmla="*/ 3300457 w 3862373"/>
                <a:gd name="connsiteY2119" fmla="*/ 1208998 h 3682908"/>
                <a:gd name="connsiteX2120" fmla="*/ 3205817 w 3862373"/>
                <a:gd name="connsiteY2120" fmla="*/ 1208998 h 3682908"/>
                <a:gd name="connsiteX2121" fmla="*/ 3244904 w 3862373"/>
                <a:gd name="connsiteY2121" fmla="*/ 1248085 h 3682908"/>
                <a:gd name="connsiteX2122" fmla="*/ 3205817 w 3862373"/>
                <a:gd name="connsiteY2122" fmla="*/ 1287173 h 3682908"/>
                <a:gd name="connsiteX2123" fmla="*/ 3166729 w 3862373"/>
                <a:gd name="connsiteY2123" fmla="*/ 1248085 h 3682908"/>
                <a:gd name="connsiteX2124" fmla="*/ 3205817 w 3862373"/>
                <a:gd name="connsiteY2124" fmla="*/ 1208998 h 3682908"/>
                <a:gd name="connsiteX2125" fmla="*/ 3111177 w 3862373"/>
                <a:gd name="connsiteY2125" fmla="*/ 1208998 h 3682908"/>
                <a:gd name="connsiteX2126" fmla="*/ 3150264 w 3862373"/>
                <a:gd name="connsiteY2126" fmla="*/ 1248085 h 3682908"/>
                <a:gd name="connsiteX2127" fmla="*/ 3111177 w 3862373"/>
                <a:gd name="connsiteY2127" fmla="*/ 1287173 h 3682908"/>
                <a:gd name="connsiteX2128" fmla="*/ 3072089 w 3862373"/>
                <a:gd name="connsiteY2128" fmla="*/ 1248085 h 3682908"/>
                <a:gd name="connsiteX2129" fmla="*/ 3111177 w 3862373"/>
                <a:gd name="connsiteY2129" fmla="*/ 1208998 h 3682908"/>
                <a:gd name="connsiteX2130" fmla="*/ 3018902 w 3862373"/>
                <a:gd name="connsiteY2130" fmla="*/ 1208998 h 3682908"/>
                <a:gd name="connsiteX2131" fmla="*/ 3057989 w 3862373"/>
                <a:gd name="connsiteY2131" fmla="*/ 1248085 h 3682908"/>
                <a:gd name="connsiteX2132" fmla="*/ 3018902 w 3862373"/>
                <a:gd name="connsiteY2132" fmla="*/ 1287173 h 3682908"/>
                <a:gd name="connsiteX2133" fmla="*/ 2979815 w 3862373"/>
                <a:gd name="connsiteY2133" fmla="*/ 1248085 h 3682908"/>
                <a:gd name="connsiteX2134" fmla="*/ 3018902 w 3862373"/>
                <a:gd name="connsiteY2134" fmla="*/ 1208998 h 3682908"/>
                <a:gd name="connsiteX2135" fmla="*/ 2924263 w 3862373"/>
                <a:gd name="connsiteY2135" fmla="*/ 1208998 h 3682908"/>
                <a:gd name="connsiteX2136" fmla="*/ 2963349 w 3862373"/>
                <a:gd name="connsiteY2136" fmla="*/ 1248085 h 3682908"/>
                <a:gd name="connsiteX2137" fmla="*/ 2924263 w 3862373"/>
                <a:gd name="connsiteY2137" fmla="*/ 1287173 h 3682908"/>
                <a:gd name="connsiteX2138" fmla="*/ 2885175 w 3862373"/>
                <a:gd name="connsiteY2138" fmla="*/ 1248085 h 3682908"/>
                <a:gd name="connsiteX2139" fmla="*/ 2924263 w 3862373"/>
                <a:gd name="connsiteY2139" fmla="*/ 1208998 h 3682908"/>
                <a:gd name="connsiteX2140" fmla="*/ 2831988 w 3862373"/>
                <a:gd name="connsiteY2140" fmla="*/ 1208998 h 3682908"/>
                <a:gd name="connsiteX2141" fmla="*/ 2871075 w 3862373"/>
                <a:gd name="connsiteY2141" fmla="*/ 1248085 h 3682908"/>
                <a:gd name="connsiteX2142" fmla="*/ 2831988 w 3862373"/>
                <a:gd name="connsiteY2142" fmla="*/ 1287173 h 3682908"/>
                <a:gd name="connsiteX2143" fmla="*/ 2792901 w 3862373"/>
                <a:gd name="connsiteY2143" fmla="*/ 1248085 h 3682908"/>
                <a:gd name="connsiteX2144" fmla="*/ 2831988 w 3862373"/>
                <a:gd name="connsiteY2144" fmla="*/ 1208998 h 3682908"/>
                <a:gd name="connsiteX2145" fmla="*/ 2737366 w 3862373"/>
                <a:gd name="connsiteY2145" fmla="*/ 1208998 h 3682908"/>
                <a:gd name="connsiteX2146" fmla="*/ 2776435 w 3862373"/>
                <a:gd name="connsiteY2146" fmla="*/ 1248085 h 3682908"/>
                <a:gd name="connsiteX2147" fmla="*/ 2737366 w 3862373"/>
                <a:gd name="connsiteY2147" fmla="*/ 1287173 h 3682908"/>
                <a:gd name="connsiteX2148" fmla="*/ 2698269 w 3862373"/>
                <a:gd name="connsiteY2148" fmla="*/ 1248085 h 3682908"/>
                <a:gd name="connsiteX2149" fmla="*/ 2737366 w 3862373"/>
                <a:gd name="connsiteY2149" fmla="*/ 1208998 h 3682908"/>
                <a:gd name="connsiteX2150" fmla="*/ 2645076 w 3862373"/>
                <a:gd name="connsiteY2150" fmla="*/ 1208998 h 3682908"/>
                <a:gd name="connsiteX2151" fmla="*/ 2684167 w 3862373"/>
                <a:gd name="connsiteY2151" fmla="*/ 1248085 h 3682908"/>
                <a:gd name="connsiteX2152" fmla="*/ 2645076 w 3862373"/>
                <a:gd name="connsiteY2152" fmla="*/ 1287173 h 3682908"/>
                <a:gd name="connsiteX2153" fmla="*/ 2605987 w 3862373"/>
                <a:gd name="connsiteY2153" fmla="*/ 1248085 h 3682908"/>
                <a:gd name="connsiteX2154" fmla="*/ 2645076 w 3862373"/>
                <a:gd name="connsiteY2154" fmla="*/ 1208998 h 3682908"/>
                <a:gd name="connsiteX2155" fmla="*/ 2550439 w 3862373"/>
                <a:gd name="connsiteY2155" fmla="*/ 1208998 h 3682908"/>
                <a:gd name="connsiteX2156" fmla="*/ 2589523 w 3862373"/>
                <a:gd name="connsiteY2156" fmla="*/ 1248085 h 3682908"/>
                <a:gd name="connsiteX2157" fmla="*/ 2550439 w 3862373"/>
                <a:gd name="connsiteY2157" fmla="*/ 1287173 h 3682908"/>
                <a:gd name="connsiteX2158" fmla="*/ 2511356 w 3862373"/>
                <a:gd name="connsiteY2158" fmla="*/ 1248085 h 3682908"/>
                <a:gd name="connsiteX2159" fmla="*/ 2550439 w 3862373"/>
                <a:gd name="connsiteY2159" fmla="*/ 1208998 h 3682908"/>
                <a:gd name="connsiteX2160" fmla="*/ 1419546 w 3862373"/>
                <a:gd name="connsiteY2160" fmla="*/ 1208998 h 3682908"/>
                <a:gd name="connsiteX2161" fmla="*/ 1458634 w 3862373"/>
                <a:gd name="connsiteY2161" fmla="*/ 1248085 h 3682908"/>
                <a:gd name="connsiteX2162" fmla="*/ 1419546 w 3862373"/>
                <a:gd name="connsiteY2162" fmla="*/ 1287173 h 3682908"/>
                <a:gd name="connsiteX2163" fmla="*/ 1380453 w 3862373"/>
                <a:gd name="connsiteY2163" fmla="*/ 1248085 h 3682908"/>
                <a:gd name="connsiteX2164" fmla="*/ 1419546 w 3862373"/>
                <a:gd name="connsiteY2164" fmla="*/ 1208998 h 3682908"/>
                <a:gd name="connsiteX2165" fmla="*/ 1329634 w 3862373"/>
                <a:gd name="connsiteY2165" fmla="*/ 1208998 h 3682908"/>
                <a:gd name="connsiteX2166" fmla="*/ 1368722 w 3862373"/>
                <a:gd name="connsiteY2166" fmla="*/ 1248085 h 3682908"/>
                <a:gd name="connsiteX2167" fmla="*/ 1329634 w 3862373"/>
                <a:gd name="connsiteY2167" fmla="*/ 1287173 h 3682908"/>
                <a:gd name="connsiteX2168" fmla="*/ 1290553 w 3862373"/>
                <a:gd name="connsiteY2168" fmla="*/ 1248085 h 3682908"/>
                <a:gd name="connsiteX2169" fmla="*/ 1329634 w 3862373"/>
                <a:gd name="connsiteY2169" fmla="*/ 1208998 h 3682908"/>
                <a:gd name="connsiteX2170" fmla="*/ 1232640 w 3862373"/>
                <a:gd name="connsiteY2170" fmla="*/ 1208998 h 3682908"/>
                <a:gd name="connsiteX2171" fmla="*/ 1271716 w 3862373"/>
                <a:gd name="connsiteY2171" fmla="*/ 1248085 h 3682908"/>
                <a:gd name="connsiteX2172" fmla="*/ 1232640 w 3862373"/>
                <a:gd name="connsiteY2172" fmla="*/ 1287173 h 3682908"/>
                <a:gd name="connsiteX2173" fmla="*/ 1193553 w 3862373"/>
                <a:gd name="connsiteY2173" fmla="*/ 1248085 h 3682908"/>
                <a:gd name="connsiteX2174" fmla="*/ 1232640 w 3862373"/>
                <a:gd name="connsiteY2174" fmla="*/ 1208998 h 3682908"/>
                <a:gd name="connsiteX2175" fmla="*/ 1142726 w 3862373"/>
                <a:gd name="connsiteY2175" fmla="*/ 1208998 h 3682908"/>
                <a:gd name="connsiteX2176" fmla="*/ 1181817 w 3862373"/>
                <a:gd name="connsiteY2176" fmla="*/ 1248085 h 3682908"/>
                <a:gd name="connsiteX2177" fmla="*/ 1142726 w 3862373"/>
                <a:gd name="connsiteY2177" fmla="*/ 1287173 h 3682908"/>
                <a:gd name="connsiteX2178" fmla="*/ 1103630 w 3862373"/>
                <a:gd name="connsiteY2178" fmla="*/ 1248085 h 3682908"/>
                <a:gd name="connsiteX2179" fmla="*/ 1142726 w 3862373"/>
                <a:gd name="connsiteY2179" fmla="*/ 1208998 h 3682908"/>
                <a:gd name="connsiteX2180" fmla="*/ 1045706 w 3862373"/>
                <a:gd name="connsiteY2180" fmla="*/ 1208998 h 3682908"/>
                <a:gd name="connsiteX2181" fmla="*/ 1084795 w 3862373"/>
                <a:gd name="connsiteY2181" fmla="*/ 1248085 h 3682908"/>
                <a:gd name="connsiteX2182" fmla="*/ 1045706 w 3862373"/>
                <a:gd name="connsiteY2182" fmla="*/ 1287173 h 3682908"/>
                <a:gd name="connsiteX2183" fmla="*/ 1006623 w 3862373"/>
                <a:gd name="connsiteY2183" fmla="*/ 1248085 h 3682908"/>
                <a:gd name="connsiteX2184" fmla="*/ 1045706 w 3862373"/>
                <a:gd name="connsiteY2184" fmla="*/ 1208998 h 3682908"/>
                <a:gd name="connsiteX2185" fmla="*/ 951076 w 3862373"/>
                <a:gd name="connsiteY2185" fmla="*/ 1208998 h 3682908"/>
                <a:gd name="connsiteX2186" fmla="*/ 990159 w 3862373"/>
                <a:gd name="connsiteY2186" fmla="*/ 1248085 h 3682908"/>
                <a:gd name="connsiteX2187" fmla="*/ 951076 w 3862373"/>
                <a:gd name="connsiteY2187" fmla="*/ 1287173 h 3682908"/>
                <a:gd name="connsiteX2188" fmla="*/ 911993 w 3862373"/>
                <a:gd name="connsiteY2188" fmla="*/ 1248085 h 3682908"/>
                <a:gd name="connsiteX2189" fmla="*/ 951076 w 3862373"/>
                <a:gd name="connsiteY2189" fmla="*/ 1208998 h 3682908"/>
                <a:gd name="connsiteX2190" fmla="*/ 856447 w 3862373"/>
                <a:gd name="connsiteY2190" fmla="*/ 1208998 h 3682908"/>
                <a:gd name="connsiteX2191" fmla="*/ 895530 w 3862373"/>
                <a:gd name="connsiteY2191" fmla="*/ 1248085 h 3682908"/>
                <a:gd name="connsiteX2192" fmla="*/ 856447 w 3862373"/>
                <a:gd name="connsiteY2192" fmla="*/ 1287173 h 3682908"/>
                <a:gd name="connsiteX2193" fmla="*/ 817365 w 3862373"/>
                <a:gd name="connsiteY2193" fmla="*/ 1248085 h 3682908"/>
                <a:gd name="connsiteX2194" fmla="*/ 856447 w 3862373"/>
                <a:gd name="connsiteY2194" fmla="*/ 1208998 h 3682908"/>
                <a:gd name="connsiteX2195" fmla="*/ 764185 w 3862373"/>
                <a:gd name="connsiteY2195" fmla="*/ 1208998 h 3682908"/>
                <a:gd name="connsiteX2196" fmla="*/ 803268 w 3862373"/>
                <a:gd name="connsiteY2196" fmla="*/ 1248085 h 3682908"/>
                <a:gd name="connsiteX2197" fmla="*/ 764185 w 3862373"/>
                <a:gd name="connsiteY2197" fmla="*/ 1287173 h 3682908"/>
                <a:gd name="connsiteX2198" fmla="*/ 725101 w 3862373"/>
                <a:gd name="connsiteY2198" fmla="*/ 1248085 h 3682908"/>
                <a:gd name="connsiteX2199" fmla="*/ 764185 w 3862373"/>
                <a:gd name="connsiteY2199" fmla="*/ 1208998 h 3682908"/>
                <a:gd name="connsiteX2200" fmla="*/ 669534 w 3862373"/>
                <a:gd name="connsiteY2200" fmla="*/ 1208998 h 3682908"/>
                <a:gd name="connsiteX2201" fmla="*/ 708638 w 3862373"/>
                <a:gd name="connsiteY2201" fmla="*/ 1248085 h 3682908"/>
                <a:gd name="connsiteX2202" fmla="*/ 669534 w 3862373"/>
                <a:gd name="connsiteY2202" fmla="*/ 1287173 h 3682908"/>
                <a:gd name="connsiteX2203" fmla="*/ 630460 w 3862373"/>
                <a:gd name="connsiteY2203" fmla="*/ 1248085 h 3682908"/>
                <a:gd name="connsiteX2204" fmla="*/ 669534 w 3862373"/>
                <a:gd name="connsiteY2204" fmla="*/ 1208998 h 3682908"/>
                <a:gd name="connsiteX2205" fmla="*/ 577261 w 3862373"/>
                <a:gd name="connsiteY2205" fmla="*/ 1208998 h 3682908"/>
                <a:gd name="connsiteX2206" fmla="*/ 616357 w 3862373"/>
                <a:gd name="connsiteY2206" fmla="*/ 1248085 h 3682908"/>
                <a:gd name="connsiteX2207" fmla="*/ 577261 w 3862373"/>
                <a:gd name="connsiteY2207" fmla="*/ 1287173 h 3682908"/>
                <a:gd name="connsiteX2208" fmla="*/ 538164 w 3862373"/>
                <a:gd name="connsiteY2208" fmla="*/ 1248085 h 3682908"/>
                <a:gd name="connsiteX2209" fmla="*/ 577261 w 3862373"/>
                <a:gd name="connsiteY2209" fmla="*/ 1208998 h 3682908"/>
                <a:gd name="connsiteX2210" fmla="*/ 484976 w 3862373"/>
                <a:gd name="connsiteY2210" fmla="*/ 1208998 h 3682908"/>
                <a:gd name="connsiteX2211" fmla="*/ 524060 w 3862373"/>
                <a:gd name="connsiteY2211" fmla="*/ 1248085 h 3682908"/>
                <a:gd name="connsiteX2212" fmla="*/ 484976 w 3862373"/>
                <a:gd name="connsiteY2212" fmla="*/ 1287173 h 3682908"/>
                <a:gd name="connsiteX2213" fmla="*/ 445900 w 3862373"/>
                <a:gd name="connsiteY2213" fmla="*/ 1248085 h 3682908"/>
                <a:gd name="connsiteX2214" fmla="*/ 484976 w 3862373"/>
                <a:gd name="connsiteY2214" fmla="*/ 1208998 h 3682908"/>
                <a:gd name="connsiteX2215" fmla="*/ 390329 w 3862373"/>
                <a:gd name="connsiteY2215" fmla="*/ 1208998 h 3682908"/>
                <a:gd name="connsiteX2216" fmla="*/ 429427 w 3862373"/>
                <a:gd name="connsiteY2216" fmla="*/ 1248085 h 3682908"/>
                <a:gd name="connsiteX2217" fmla="*/ 390329 w 3862373"/>
                <a:gd name="connsiteY2217" fmla="*/ 1287173 h 3682908"/>
                <a:gd name="connsiteX2218" fmla="*/ 351257 w 3862373"/>
                <a:gd name="connsiteY2218" fmla="*/ 1248085 h 3682908"/>
                <a:gd name="connsiteX2219" fmla="*/ 390329 w 3862373"/>
                <a:gd name="connsiteY2219" fmla="*/ 1208998 h 3682908"/>
                <a:gd name="connsiteX2220" fmla="*/ 298060 w 3862373"/>
                <a:gd name="connsiteY2220" fmla="*/ 1208998 h 3682908"/>
                <a:gd name="connsiteX2221" fmla="*/ 337156 w 3862373"/>
                <a:gd name="connsiteY2221" fmla="*/ 1248085 h 3682908"/>
                <a:gd name="connsiteX2222" fmla="*/ 298060 w 3862373"/>
                <a:gd name="connsiteY2222" fmla="*/ 1287173 h 3682908"/>
                <a:gd name="connsiteX2223" fmla="*/ 258971 w 3862373"/>
                <a:gd name="connsiteY2223" fmla="*/ 1248085 h 3682908"/>
                <a:gd name="connsiteX2224" fmla="*/ 298060 w 3862373"/>
                <a:gd name="connsiteY2224" fmla="*/ 1208998 h 3682908"/>
                <a:gd name="connsiteX2225" fmla="*/ 203415 w 3862373"/>
                <a:gd name="connsiteY2225" fmla="*/ 1208998 h 3682908"/>
                <a:gd name="connsiteX2226" fmla="*/ 242504 w 3862373"/>
                <a:gd name="connsiteY2226" fmla="*/ 1248085 h 3682908"/>
                <a:gd name="connsiteX2227" fmla="*/ 203415 w 3862373"/>
                <a:gd name="connsiteY2227" fmla="*/ 1287173 h 3682908"/>
                <a:gd name="connsiteX2228" fmla="*/ 164330 w 3862373"/>
                <a:gd name="connsiteY2228" fmla="*/ 1248085 h 3682908"/>
                <a:gd name="connsiteX2229" fmla="*/ 203415 w 3862373"/>
                <a:gd name="connsiteY2229" fmla="*/ 1208998 h 3682908"/>
                <a:gd name="connsiteX2230" fmla="*/ 111142 w 3862373"/>
                <a:gd name="connsiteY2230" fmla="*/ 1208998 h 3682908"/>
                <a:gd name="connsiteX2231" fmla="*/ 150229 w 3862373"/>
                <a:gd name="connsiteY2231" fmla="*/ 1248085 h 3682908"/>
                <a:gd name="connsiteX2232" fmla="*/ 111142 w 3862373"/>
                <a:gd name="connsiteY2232" fmla="*/ 1287173 h 3682908"/>
                <a:gd name="connsiteX2233" fmla="*/ 72056 w 3862373"/>
                <a:gd name="connsiteY2233" fmla="*/ 1248085 h 3682908"/>
                <a:gd name="connsiteX2234" fmla="*/ 111142 w 3862373"/>
                <a:gd name="connsiteY2234" fmla="*/ 1208998 h 3682908"/>
                <a:gd name="connsiteX2235" fmla="*/ 3746476 w 3862373"/>
                <a:gd name="connsiteY2235" fmla="*/ 1129380 h 3682908"/>
                <a:gd name="connsiteX2236" fmla="*/ 3771318 w 3862373"/>
                <a:gd name="connsiteY2236" fmla="*/ 1197252 h 3682908"/>
                <a:gd name="connsiteX2237" fmla="*/ 3771293 w 3862373"/>
                <a:gd name="connsiteY2237" fmla="*/ 1197263 h 3682908"/>
                <a:gd name="connsiteX2238" fmla="*/ 3732205 w 3862373"/>
                <a:gd name="connsiteY2238" fmla="*/ 1158188 h 3682908"/>
                <a:gd name="connsiteX2239" fmla="*/ 3743654 w 3862373"/>
                <a:gd name="connsiteY2239" fmla="*/ 1130550 h 3682908"/>
                <a:gd name="connsiteX2240" fmla="*/ 577266 w 3862373"/>
                <a:gd name="connsiteY2240" fmla="*/ 1119103 h 3682908"/>
                <a:gd name="connsiteX2241" fmla="*/ 616362 w 3862373"/>
                <a:gd name="connsiteY2241" fmla="*/ 1158190 h 3682908"/>
                <a:gd name="connsiteX2242" fmla="*/ 577266 w 3862373"/>
                <a:gd name="connsiteY2242" fmla="*/ 1197265 h 3682908"/>
                <a:gd name="connsiteX2243" fmla="*/ 538168 w 3862373"/>
                <a:gd name="connsiteY2243" fmla="*/ 1158190 h 3682908"/>
                <a:gd name="connsiteX2244" fmla="*/ 577266 w 3862373"/>
                <a:gd name="connsiteY2244" fmla="*/ 1119103 h 3682908"/>
                <a:gd name="connsiteX2245" fmla="*/ 484978 w 3862373"/>
                <a:gd name="connsiteY2245" fmla="*/ 1119103 h 3682908"/>
                <a:gd name="connsiteX2246" fmla="*/ 524065 w 3862373"/>
                <a:gd name="connsiteY2246" fmla="*/ 1158190 h 3682908"/>
                <a:gd name="connsiteX2247" fmla="*/ 484978 w 3862373"/>
                <a:gd name="connsiteY2247" fmla="*/ 1197265 h 3682908"/>
                <a:gd name="connsiteX2248" fmla="*/ 445905 w 3862373"/>
                <a:gd name="connsiteY2248" fmla="*/ 1158190 h 3682908"/>
                <a:gd name="connsiteX2249" fmla="*/ 484978 w 3862373"/>
                <a:gd name="connsiteY2249" fmla="*/ 1119103 h 3682908"/>
                <a:gd name="connsiteX2250" fmla="*/ 390329 w 3862373"/>
                <a:gd name="connsiteY2250" fmla="*/ 1119103 h 3682908"/>
                <a:gd name="connsiteX2251" fmla="*/ 429432 w 3862373"/>
                <a:gd name="connsiteY2251" fmla="*/ 1158190 h 3682908"/>
                <a:gd name="connsiteX2252" fmla="*/ 390329 w 3862373"/>
                <a:gd name="connsiteY2252" fmla="*/ 1197265 h 3682908"/>
                <a:gd name="connsiteX2253" fmla="*/ 351262 w 3862373"/>
                <a:gd name="connsiteY2253" fmla="*/ 1158190 h 3682908"/>
                <a:gd name="connsiteX2254" fmla="*/ 390329 w 3862373"/>
                <a:gd name="connsiteY2254" fmla="*/ 1119103 h 3682908"/>
                <a:gd name="connsiteX2255" fmla="*/ 298063 w 3862373"/>
                <a:gd name="connsiteY2255" fmla="*/ 1119103 h 3682908"/>
                <a:gd name="connsiteX2256" fmla="*/ 337159 w 3862373"/>
                <a:gd name="connsiteY2256" fmla="*/ 1158190 h 3682908"/>
                <a:gd name="connsiteX2257" fmla="*/ 298063 w 3862373"/>
                <a:gd name="connsiteY2257" fmla="*/ 1197265 h 3682908"/>
                <a:gd name="connsiteX2258" fmla="*/ 258974 w 3862373"/>
                <a:gd name="connsiteY2258" fmla="*/ 1158190 h 3682908"/>
                <a:gd name="connsiteX2259" fmla="*/ 298063 w 3862373"/>
                <a:gd name="connsiteY2259" fmla="*/ 1119103 h 3682908"/>
                <a:gd name="connsiteX2260" fmla="*/ 203418 w 3862373"/>
                <a:gd name="connsiteY2260" fmla="*/ 1119103 h 3682908"/>
                <a:gd name="connsiteX2261" fmla="*/ 242508 w 3862373"/>
                <a:gd name="connsiteY2261" fmla="*/ 1158190 h 3682908"/>
                <a:gd name="connsiteX2262" fmla="*/ 203418 w 3862373"/>
                <a:gd name="connsiteY2262" fmla="*/ 1197265 h 3682908"/>
                <a:gd name="connsiteX2263" fmla="*/ 164333 w 3862373"/>
                <a:gd name="connsiteY2263" fmla="*/ 1158190 h 3682908"/>
                <a:gd name="connsiteX2264" fmla="*/ 203418 w 3862373"/>
                <a:gd name="connsiteY2264" fmla="*/ 1119103 h 3682908"/>
                <a:gd name="connsiteX2265" fmla="*/ 3679018 w 3862373"/>
                <a:gd name="connsiteY2265" fmla="*/ 1119102 h 3682908"/>
                <a:gd name="connsiteX2266" fmla="*/ 3718105 w 3862373"/>
                <a:gd name="connsiteY2266" fmla="*/ 1158188 h 3682908"/>
                <a:gd name="connsiteX2267" fmla="*/ 3679018 w 3862373"/>
                <a:gd name="connsiteY2267" fmla="*/ 1197263 h 3682908"/>
                <a:gd name="connsiteX2268" fmla="*/ 3639931 w 3862373"/>
                <a:gd name="connsiteY2268" fmla="*/ 1158188 h 3682908"/>
                <a:gd name="connsiteX2269" fmla="*/ 3679018 w 3862373"/>
                <a:gd name="connsiteY2269" fmla="*/ 1119102 h 3682908"/>
                <a:gd name="connsiteX2270" fmla="*/ 3584377 w 3862373"/>
                <a:gd name="connsiteY2270" fmla="*/ 1119102 h 3682908"/>
                <a:gd name="connsiteX2271" fmla="*/ 3623463 w 3862373"/>
                <a:gd name="connsiteY2271" fmla="*/ 1158188 h 3682908"/>
                <a:gd name="connsiteX2272" fmla="*/ 3584377 w 3862373"/>
                <a:gd name="connsiteY2272" fmla="*/ 1197263 h 3682908"/>
                <a:gd name="connsiteX2273" fmla="*/ 3545289 w 3862373"/>
                <a:gd name="connsiteY2273" fmla="*/ 1158188 h 3682908"/>
                <a:gd name="connsiteX2274" fmla="*/ 3584377 w 3862373"/>
                <a:gd name="connsiteY2274" fmla="*/ 1119102 h 3682908"/>
                <a:gd name="connsiteX2275" fmla="*/ 3489737 w 3862373"/>
                <a:gd name="connsiteY2275" fmla="*/ 1119102 h 3682908"/>
                <a:gd name="connsiteX2276" fmla="*/ 3528823 w 3862373"/>
                <a:gd name="connsiteY2276" fmla="*/ 1158188 h 3682908"/>
                <a:gd name="connsiteX2277" fmla="*/ 3489737 w 3862373"/>
                <a:gd name="connsiteY2277" fmla="*/ 1197263 h 3682908"/>
                <a:gd name="connsiteX2278" fmla="*/ 3450649 w 3862373"/>
                <a:gd name="connsiteY2278" fmla="*/ 1158188 h 3682908"/>
                <a:gd name="connsiteX2279" fmla="*/ 3489737 w 3862373"/>
                <a:gd name="connsiteY2279" fmla="*/ 1119102 h 3682908"/>
                <a:gd name="connsiteX2280" fmla="*/ 3392731 w 3862373"/>
                <a:gd name="connsiteY2280" fmla="*/ 1119102 h 3682908"/>
                <a:gd name="connsiteX2281" fmla="*/ 3431819 w 3862373"/>
                <a:gd name="connsiteY2281" fmla="*/ 1158188 h 3682908"/>
                <a:gd name="connsiteX2282" fmla="*/ 3392731 w 3862373"/>
                <a:gd name="connsiteY2282" fmla="*/ 1197263 h 3682908"/>
                <a:gd name="connsiteX2283" fmla="*/ 3353644 w 3862373"/>
                <a:gd name="connsiteY2283" fmla="*/ 1158188 h 3682908"/>
                <a:gd name="connsiteX2284" fmla="*/ 3392731 w 3862373"/>
                <a:gd name="connsiteY2284" fmla="*/ 1119102 h 3682908"/>
                <a:gd name="connsiteX2285" fmla="*/ 3300457 w 3862373"/>
                <a:gd name="connsiteY2285" fmla="*/ 1119102 h 3682908"/>
                <a:gd name="connsiteX2286" fmla="*/ 3339544 w 3862373"/>
                <a:gd name="connsiteY2286" fmla="*/ 1158188 h 3682908"/>
                <a:gd name="connsiteX2287" fmla="*/ 3300457 w 3862373"/>
                <a:gd name="connsiteY2287" fmla="*/ 1197263 h 3682908"/>
                <a:gd name="connsiteX2288" fmla="*/ 3261369 w 3862373"/>
                <a:gd name="connsiteY2288" fmla="*/ 1158188 h 3682908"/>
                <a:gd name="connsiteX2289" fmla="*/ 3300457 w 3862373"/>
                <a:gd name="connsiteY2289" fmla="*/ 1119102 h 3682908"/>
                <a:gd name="connsiteX2290" fmla="*/ 3205817 w 3862373"/>
                <a:gd name="connsiteY2290" fmla="*/ 1119102 h 3682908"/>
                <a:gd name="connsiteX2291" fmla="*/ 3244904 w 3862373"/>
                <a:gd name="connsiteY2291" fmla="*/ 1158188 h 3682908"/>
                <a:gd name="connsiteX2292" fmla="*/ 3205817 w 3862373"/>
                <a:gd name="connsiteY2292" fmla="*/ 1197263 h 3682908"/>
                <a:gd name="connsiteX2293" fmla="*/ 3166729 w 3862373"/>
                <a:gd name="connsiteY2293" fmla="*/ 1158188 h 3682908"/>
                <a:gd name="connsiteX2294" fmla="*/ 3205817 w 3862373"/>
                <a:gd name="connsiteY2294" fmla="*/ 1119102 h 3682908"/>
                <a:gd name="connsiteX2295" fmla="*/ 3018902 w 3862373"/>
                <a:gd name="connsiteY2295" fmla="*/ 1119102 h 3682908"/>
                <a:gd name="connsiteX2296" fmla="*/ 3057989 w 3862373"/>
                <a:gd name="connsiteY2296" fmla="*/ 1158188 h 3682908"/>
                <a:gd name="connsiteX2297" fmla="*/ 3018902 w 3862373"/>
                <a:gd name="connsiteY2297" fmla="*/ 1197263 h 3682908"/>
                <a:gd name="connsiteX2298" fmla="*/ 2979815 w 3862373"/>
                <a:gd name="connsiteY2298" fmla="*/ 1158188 h 3682908"/>
                <a:gd name="connsiteX2299" fmla="*/ 3018902 w 3862373"/>
                <a:gd name="connsiteY2299" fmla="*/ 1119102 h 3682908"/>
                <a:gd name="connsiteX2300" fmla="*/ 2924263 w 3862373"/>
                <a:gd name="connsiteY2300" fmla="*/ 1119102 h 3682908"/>
                <a:gd name="connsiteX2301" fmla="*/ 2963349 w 3862373"/>
                <a:gd name="connsiteY2301" fmla="*/ 1158188 h 3682908"/>
                <a:gd name="connsiteX2302" fmla="*/ 2924263 w 3862373"/>
                <a:gd name="connsiteY2302" fmla="*/ 1197263 h 3682908"/>
                <a:gd name="connsiteX2303" fmla="*/ 2885175 w 3862373"/>
                <a:gd name="connsiteY2303" fmla="*/ 1158188 h 3682908"/>
                <a:gd name="connsiteX2304" fmla="*/ 2924263 w 3862373"/>
                <a:gd name="connsiteY2304" fmla="*/ 1119102 h 3682908"/>
                <a:gd name="connsiteX2305" fmla="*/ 2831988 w 3862373"/>
                <a:gd name="connsiteY2305" fmla="*/ 1119102 h 3682908"/>
                <a:gd name="connsiteX2306" fmla="*/ 2871075 w 3862373"/>
                <a:gd name="connsiteY2306" fmla="*/ 1158188 h 3682908"/>
                <a:gd name="connsiteX2307" fmla="*/ 2831988 w 3862373"/>
                <a:gd name="connsiteY2307" fmla="*/ 1197263 h 3682908"/>
                <a:gd name="connsiteX2308" fmla="*/ 2792901 w 3862373"/>
                <a:gd name="connsiteY2308" fmla="*/ 1158188 h 3682908"/>
                <a:gd name="connsiteX2309" fmla="*/ 2831988 w 3862373"/>
                <a:gd name="connsiteY2309" fmla="*/ 1119102 h 3682908"/>
                <a:gd name="connsiteX2310" fmla="*/ 2737367 w 3862373"/>
                <a:gd name="connsiteY2310" fmla="*/ 1119102 h 3682908"/>
                <a:gd name="connsiteX2311" fmla="*/ 2776435 w 3862373"/>
                <a:gd name="connsiteY2311" fmla="*/ 1158188 h 3682908"/>
                <a:gd name="connsiteX2312" fmla="*/ 2737367 w 3862373"/>
                <a:gd name="connsiteY2312" fmla="*/ 1197263 h 3682908"/>
                <a:gd name="connsiteX2313" fmla="*/ 2698271 w 3862373"/>
                <a:gd name="connsiteY2313" fmla="*/ 1158188 h 3682908"/>
                <a:gd name="connsiteX2314" fmla="*/ 2737367 w 3862373"/>
                <a:gd name="connsiteY2314" fmla="*/ 1119102 h 3682908"/>
                <a:gd name="connsiteX2315" fmla="*/ 2645076 w 3862373"/>
                <a:gd name="connsiteY2315" fmla="*/ 1119102 h 3682908"/>
                <a:gd name="connsiteX2316" fmla="*/ 2684167 w 3862373"/>
                <a:gd name="connsiteY2316" fmla="*/ 1158188 h 3682908"/>
                <a:gd name="connsiteX2317" fmla="*/ 2645076 w 3862373"/>
                <a:gd name="connsiteY2317" fmla="*/ 1197263 h 3682908"/>
                <a:gd name="connsiteX2318" fmla="*/ 2605987 w 3862373"/>
                <a:gd name="connsiteY2318" fmla="*/ 1158188 h 3682908"/>
                <a:gd name="connsiteX2319" fmla="*/ 2645076 w 3862373"/>
                <a:gd name="connsiteY2319" fmla="*/ 1119102 h 3682908"/>
                <a:gd name="connsiteX2320" fmla="*/ 2550439 w 3862373"/>
                <a:gd name="connsiteY2320" fmla="*/ 1119102 h 3682908"/>
                <a:gd name="connsiteX2321" fmla="*/ 2589523 w 3862373"/>
                <a:gd name="connsiteY2321" fmla="*/ 1158188 h 3682908"/>
                <a:gd name="connsiteX2322" fmla="*/ 2550439 w 3862373"/>
                <a:gd name="connsiteY2322" fmla="*/ 1197263 h 3682908"/>
                <a:gd name="connsiteX2323" fmla="*/ 2511357 w 3862373"/>
                <a:gd name="connsiteY2323" fmla="*/ 1158188 h 3682908"/>
                <a:gd name="connsiteX2324" fmla="*/ 2550439 w 3862373"/>
                <a:gd name="connsiteY2324" fmla="*/ 1119102 h 3682908"/>
                <a:gd name="connsiteX2325" fmla="*/ 2458167 w 3862373"/>
                <a:gd name="connsiteY2325" fmla="*/ 1119102 h 3682908"/>
                <a:gd name="connsiteX2326" fmla="*/ 2497254 w 3862373"/>
                <a:gd name="connsiteY2326" fmla="*/ 1158188 h 3682908"/>
                <a:gd name="connsiteX2327" fmla="*/ 2458167 w 3862373"/>
                <a:gd name="connsiteY2327" fmla="*/ 1197263 h 3682908"/>
                <a:gd name="connsiteX2328" fmla="*/ 2419085 w 3862373"/>
                <a:gd name="connsiteY2328" fmla="*/ 1158188 h 3682908"/>
                <a:gd name="connsiteX2329" fmla="*/ 2458167 w 3862373"/>
                <a:gd name="connsiteY2329" fmla="*/ 1119102 h 3682908"/>
                <a:gd name="connsiteX2330" fmla="*/ 1419551 w 3862373"/>
                <a:gd name="connsiteY2330" fmla="*/ 1119102 h 3682908"/>
                <a:gd name="connsiteX2331" fmla="*/ 1458638 w 3862373"/>
                <a:gd name="connsiteY2331" fmla="*/ 1158188 h 3682908"/>
                <a:gd name="connsiteX2332" fmla="*/ 1419551 w 3862373"/>
                <a:gd name="connsiteY2332" fmla="*/ 1197263 h 3682908"/>
                <a:gd name="connsiteX2333" fmla="*/ 1380457 w 3862373"/>
                <a:gd name="connsiteY2333" fmla="*/ 1158188 h 3682908"/>
                <a:gd name="connsiteX2334" fmla="*/ 1419551 w 3862373"/>
                <a:gd name="connsiteY2334" fmla="*/ 1119102 h 3682908"/>
                <a:gd name="connsiteX2335" fmla="*/ 1329639 w 3862373"/>
                <a:gd name="connsiteY2335" fmla="*/ 1119102 h 3682908"/>
                <a:gd name="connsiteX2336" fmla="*/ 1368728 w 3862373"/>
                <a:gd name="connsiteY2336" fmla="*/ 1158188 h 3682908"/>
                <a:gd name="connsiteX2337" fmla="*/ 1329639 w 3862373"/>
                <a:gd name="connsiteY2337" fmla="*/ 1197263 h 3682908"/>
                <a:gd name="connsiteX2338" fmla="*/ 1290557 w 3862373"/>
                <a:gd name="connsiteY2338" fmla="*/ 1158188 h 3682908"/>
                <a:gd name="connsiteX2339" fmla="*/ 1329639 w 3862373"/>
                <a:gd name="connsiteY2339" fmla="*/ 1119102 h 3682908"/>
                <a:gd name="connsiteX2340" fmla="*/ 1232644 w 3862373"/>
                <a:gd name="connsiteY2340" fmla="*/ 1119102 h 3682908"/>
                <a:gd name="connsiteX2341" fmla="*/ 1271718 w 3862373"/>
                <a:gd name="connsiteY2341" fmla="*/ 1158188 h 3682908"/>
                <a:gd name="connsiteX2342" fmla="*/ 1232644 w 3862373"/>
                <a:gd name="connsiteY2342" fmla="*/ 1197263 h 3682908"/>
                <a:gd name="connsiteX2343" fmla="*/ 1193557 w 3862373"/>
                <a:gd name="connsiteY2343" fmla="*/ 1158188 h 3682908"/>
                <a:gd name="connsiteX2344" fmla="*/ 1232644 w 3862373"/>
                <a:gd name="connsiteY2344" fmla="*/ 1119102 h 3682908"/>
                <a:gd name="connsiteX2345" fmla="*/ 1142731 w 3862373"/>
                <a:gd name="connsiteY2345" fmla="*/ 1119102 h 3682908"/>
                <a:gd name="connsiteX2346" fmla="*/ 1181822 w 3862373"/>
                <a:gd name="connsiteY2346" fmla="*/ 1158188 h 3682908"/>
                <a:gd name="connsiteX2347" fmla="*/ 1142731 w 3862373"/>
                <a:gd name="connsiteY2347" fmla="*/ 1197263 h 3682908"/>
                <a:gd name="connsiteX2348" fmla="*/ 1103634 w 3862373"/>
                <a:gd name="connsiteY2348" fmla="*/ 1158188 h 3682908"/>
                <a:gd name="connsiteX2349" fmla="*/ 1142731 w 3862373"/>
                <a:gd name="connsiteY2349" fmla="*/ 1119102 h 3682908"/>
                <a:gd name="connsiteX2350" fmla="*/ 1045709 w 3862373"/>
                <a:gd name="connsiteY2350" fmla="*/ 1119102 h 3682908"/>
                <a:gd name="connsiteX2351" fmla="*/ 1084799 w 3862373"/>
                <a:gd name="connsiteY2351" fmla="*/ 1158188 h 3682908"/>
                <a:gd name="connsiteX2352" fmla="*/ 1045709 w 3862373"/>
                <a:gd name="connsiteY2352" fmla="*/ 1197263 h 3682908"/>
                <a:gd name="connsiteX2353" fmla="*/ 1006627 w 3862373"/>
                <a:gd name="connsiteY2353" fmla="*/ 1158188 h 3682908"/>
                <a:gd name="connsiteX2354" fmla="*/ 1045709 w 3862373"/>
                <a:gd name="connsiteY2354" fmla="*/ 1119102 h 3682908"/>
                <a:gd name="connsiteX2355" fmla="*/ 951081 w 3862373"/>
                <a:gd name="connsiteY2355" fmla="*/ 1119102 h 3682908"/>
                <a:gd name="connsiteX2356" fmla="*/ 990163 w 3862373"/>
                <a:gd name="connsiteY2356" fmla="*/ 1158188 h 3682908"/>
                <a:gd name="connsiteX2357" fmla="*/ 951081 w 3862373"/>
                <a:gd name="connsiteY2357" fmla="*/ 1197263 h 3682908"/>
                <a:gd name="connsiteX2358" fmla="*/ 911999 w 3862373"/>
                <a:gd name="connsiteY2358" fmla="*/ 1158188 h 3682908"/>
                <a:gd name="connsiteX2359" fmla="*/ 951081 w 3862373"/>
                <a:gd name="connsiteY2359" fmla="*/ 1119102 h 3682908"/>
                <a:gd name="connsiteX2360" fmla="*/ 856453 w 3862373"/>
                <a:gd name="connsiteY2360" fmla="*/ 1119102 h 3682908"/>
                <a:gd name="connsiteX2361" fmla="*/ 895535 w 3862373"/>
                <a:gd name="connsiteY2361" fmla="*/ 1158188 h 3682908"/>
                <a:gd name="connsiteX2362" fmla="*/ 856453 w 3862373"/>
                <a:gd name="connsiteY2362" fmla="*/ 1197263 h 3682908"/>
                <a:gd name="connsiteX2363" fmla="*/ 817371 w 3862373"/>
                <a:gd name="connsiteY2363" fmla="*/ 1158188 h 3682908"/>
                <a:gd name="connsiteX2364" fmla="*/ 856453 w 3862373"/>
                <a:gd name="connsiteY2364" fmla="*/ 1119102 h 3682908"/>
                <a:gd name="connsiteX2365" fmla="*/ 764190 w 3862373"/>
                <a:gd name="connsiteY2365" fmla="*/ 1119102 h 3682908"/>
                <a:gd name="connsiteX2366" fmla="*/ 803273 w 3862373"/>
                <a:gd name="connsiteY2366" fmla="*/ 1158188 h 3682908"/>
                <a:gd name="connsiteX2367" fmla="*/ 764190 w 3862373"/>
                <a:gd name="connsiteY2367" fmla="*/ 1197263 h 3682908"/>
                <a:gd name="connsiteX2368" fmla="*/ 725108 w 3862373"/>
                <a:gd name="connsiteY2368" fmla="*/ 1158188 h 3682908"/>
                <a:gd name="connsiteX2369" fmla="*/ 764190 w 3862373"/>
                <a:gd name="connsiteY2369" fmla="*/ 1119102 h 3682908"/>
                <a:gd name="connsiteX2370" fmla="*/ 669546 w 3862373"/>
                <a:gd name="connsiteY2370" fmla="*/ 1119102 h 3682908"/>
                <a:gd name="connsiteX2371" fmla="*/ 708645 w 3862373"/>
                <a:gd name="connsiteY2371" fmla="*/ 1158188 h 3682908"/>
                <a:gd name="connsiteX2372" fmla="*/ 669546 w 3862373"/>
                <a:gd name="connsiteY2372" fmla="*/ 1197263 h 3682908"/>
                <a:gd name="connsiteX2373" fmla="*/ 630466 w 3862373"/>
                <a:gd name="connsiteY2373" fmla="*/ 1158188 h 3682908"/>
                <a:gd name="connsiteX2374" fmla="*/ 669546 w 3862373"/>
                <a:gd name="connsiteY2374" fmla="*/ 1119102 h 3682908"/>
                <a:gd name="connsiteX2375" fmla="*/ 111145 w 3862373"/>
                <a:gd name="connsiteY2375" fmla="*/ 1119102 h 3682908"/>
                <a:gd name="connsiteX2376" fmla="*/ 150233 w 3862373"/>
                <a:gd name="connsiteY2376" fmla="*/ 1158188 h 3682908"/>
                <a:gd name="connsiteX2377" fmla="*/ 111145 w 3862373"/>
                <a:gd name="connsiteY2377" fmla="*/ 1197263 h 3682908"/>
                <a:gd name="connsiteX2378" fmla="*/ 72060 w 3862373"/>
                <a:gd name="connsiteY2378" fmla="*/ 1158188 h 3682908"/>
                <a:gd name="connsiteX2379" fmla="*/ 111145 w 3862373"/>
                <a:gd name="connsiteY2379" fmla="*/ 1119102 h 3682908"/>
                <a:gd name="connsiteX2380" fmla="*/ 24845 w 3862373"/>
                <a:gd name="connsiteY2380" fmla="*/ 1037379 h 3682908"/>
                <a:gd name="connsiteX2381" fmla="*/ 44149 w 3862373"/>
                <a:gd name="connsiteY2381" fmla="*/ 1045374 h 3682908"/>
                <a:gd name="connsiteX2382" fmla="*/ 55597 w 3862373"/>
                <a:gd name="connsiteY2382" fmla="*/ 1073013 h 3682908"/>
                <a:gd name="connsiteX2383" fmla="*/ 16510 w 3862373"/>
                <a:gd name="connsiteY2383" fmla="*/ 1112099 h 3682908"/>
                <a:gd name="connsiteX2384" fmla="*/ 0 w 3862373"/>
                <a:gd name="connsiteY2384" fmla="*/ 1105261 h 3682908"/>
                <a:gd name="connsiteX2385" fmla="*/ 3679017 w 3862373"/>
                <a:gd name="connsiteY2385" fmla="*/ 1033926 h 3682908"/>
                <a:gd name="connsiteX2386" fmla="*/ 3718103 w 3862373"/>
                <a:gd name="connsiteY2386" fmla="*/ 1073013 h 3682908"/>
                <a:gd name="connsiteX2387" fmla="*/ 3679017 w 3862373"/>
                <a:gd name="connsiteY2387" fmla="*/ 1112099 h 3682908"/>
                <a:gd name="connsiteX2388" fmla="*/ 3639929 w 3862373"/>
                <a:gd name="connsiteY2388" fmla="*/ 1073013 h 3682908"/>
                <a:gd name="connsiteX2389" fmla="*/ 3679017 w 3862373"/>
                <a:gd name="connsiteY2389" fmla="*/ 1033926 h 3682908"/>
                <a:gd name="connsiteX2390" fmla="*/ 3584377 w 3862373"/>
                <a:gd name="connsiteY2390" fmla="*/ 1033926 h 3682908"/>
                <a:gd name="connsiteX2391" fmla="*/ 3623463 w 3862373"/>
                <a:gd name="connsiteY2391" fmla="*/ 1073013 h 3682908"/>
                <a:gd name="connsiteX2392" fmla="*/ 3584377 w 3862373"/>
                <a:gd name="connsiteY2392" fmla="*/ 1112099 h 3682908"/>
                <a:gd name="connsiteX2393" fmla="*/ 3545289 w 3862373"/>
                <a:gd name="connsiteY2393" fmla="*/ 1073013 h 3682908"/>
                <a:gd name="connsiteX2394" fmla="*/ 3584377 w 3862373"/>
                <a:gd name="connsiteY2394" fmla="*/ 1033926 h 3682908"/>
                <a:gd name="connsiteX2395" fmla="*/ 3489737 w 3862373"/>
                <a:gd name="connsiteY2395" fmla="*/ 1033926 h 3682908"/>
                <a:gd name="connsiteX2396" fmla="*/ 3528823 w 3862373"/>
                <a:gd name="connsiteY2396" fmla="*/ 1073013 h 3682908"/>
                <a:gd name="connsiteX2397" fmla="*/ 3489737 w 3862373"/>
                <a:gd name="connsiteY2397" fmla="*/ 1112099 h 3682908"/>
                <a:gd name="connsiteX2398" fmla="*/ 3450649 w 3862373"/>
                <a:gd name="connsiteY2398" fmla="*/ 1073013 h 3682908"/>
                <a:gd name="connsiteX2399" fmla="*/ 3489737 w 3862373"/>
                <a:gd name="connsiteY2399" fmla="*/ 1033926 h 3682908"/>
                <a:gd name="connsiteX2400" fmla="*/ 3392731 w 3862373"/>
                <a:gd name="connsiteY2400" fmla="*/ 1033926 h 3682908"/>
                <a:gd name="connsiteX2401" fmla="*/ 3431819 w 3862373"/>
                <a:gd name="connsiteY2401" fmla="*/ 1073013 h 3682908"/>
                <a:gd name="connsiteX2402" fmla="*/ 3392731 w 3862373"/>
                <a:gd name="connsiteY2402" fmla="*/ 1112099 h 3682908"/>
                <a:gd name="connsiteX2403" fmla="*/ 3353644 w 3862373"/>
                <a:gd name="connsiteY2403" fmla="*/ 1073013 h 3682908"/>
                <a:gd name="connsiteX2404" fmla="*/ 3392731 w 3862373"/>
                <a:gd name="connsiteY2404" fmla="*/ 1033926 h 3682908"/>
                <a:gd name="connsiteX2405" fmla="*/ 3300455 w 3862373"/>
                <a:gd name="connsiteY2405" fmla="*/ 1033926 h 3682908"/>
                <a:gd name="connsiteX2406" fmla="*/ 3339543 w 3862373"/>
                <a:gd name="connsiteY2406" fmla="*/ 1073013 h 3682908"/>
                <a:gd name="connsiteX2407" fmla="*/ 3300455 w 3862373"/>
                <a:gd name="connsiteY2407" fmla="*/ 1112099 h 3682908"/>
                <a:gd name="connsiteX2408" fmla="*/ 3261368 w 3862373"/>
                <a:gd name="connsiteY2408" fmla="*/ 1073013 h 3682908"/>
                <a:gd name="connsiteX2409" fmla="*/ 3300455 w 3862373"/>
                <a:gd name="connsiteY2409" fmla="*/ 1033926 h 3682908"/>
                <a:gd name="connsiteX2410" fmla="*/ 3205815 w 3862373"/>
                <a:gd name="connsiteY2410" fmla="*/ 1033926 h 3682908"/>
                <a:gd name="connsiteX2411" fmla="*/ 3244903 w 3862373"/>
                <a:gd name="connsiteY2411" fmla="*/ 1073013 h 3682908"/>
                <a:gd name="connsiteX2412" fmla="*/ 3205815 w 3862373"/>
                <a:gd name="connsiteY2412" fmla="*/ 1112099 h 3682908"/>
                <a:gd name="connsiteX2413" fmla="*/ 3166728 w 3862373"/>
                <a:gd name="connsiteY2413" fmla="*/ 1073013 h 3682908"/>
                <a:gd name="connsiteX2414" fmla="*/ 3205815 w 3862373"/>
                <a:gd name="connsiteY2414" fmla="*/ 1033926 h 3682908"/>
                <a:gd name="connsiteX2415" fmla="*/ 3111175 w 3862373"/>
                <a:gd name="connsiteY2415" fmla="*/ 1033926 h 3682908"/>
                <a:gd name="connsiteX2416" fmla="*/ 3150263 w 3862373"/>
                <a:gd name="connsiteY2416" fmla="*/ 1073013 h 3682908"/>
                <a:gd name="connsiteX2417" fmla="*/ 3111175 w 3862373"/>
                <a:gd name="connsiteY2417" fmla="*/ 1112099 h 3682908"/>
                <a:gd name="connsiteX2418" fmla="*/ 3072088 w 3862373"/>
                <a:gd name="connsiteY2418" fmla="*/ 1073013 h 3682908"/>
                <a:gd name="connsiteX2419" fmla="*/ 3111175 w 3862373"/>
                <a:gd name="connsiteY2419" fmla="*/ 1033926 h 3682908"/>
                <a:gd name="connsiteX2420" fmla="*/ 3018902 w 3862373"/>
                <a:gd name="connsiteY2420" fmla="*/ 1033926 h 3682908"/>
                <a:gd name="connsiteX2421" fmla="*/ 3057989 w 3862373"/>
                <a:gd name="connsiteY2421" fmla="*/ 1073013 h 3682908"/>
                <a:gd name="connsiteX2422" fmla="*/ 3018902 w 3862373"/>
                <a:gd name="connsiteY2422" fmla="*/ 1112099 h 3682908"/>
                <a:gd name="connsiteX2423" fmla="*/ 2979815 w 3862373"/>
                <a:gd name="connsiteY2423" fmla="*/ 1073013 h 3682908"/>
                <a:gd name="connsiteX2424" fmla="*/ 3018902 w 3862373"/>
                <a:gd name="connsiteY2424" fmla="*/ 1033926 h 3682908"/>
                <a:gd name="connsiteX2425" fmla="*/ 2924263 w 3862373"/>
                <a:gd name="connsiteY2425" fmla="*/ 1033926 h 3682908"/>
                <a:gd name="connsiteX2426" fmla="*/ 2963349 w 3862373"/>
                <a:gd name="connsiteY2426" fmla="*/ 1073013 h 3682908"/>
                <a:gd name="connsiteX2427" fmla="*/ 2924263 w 3862373"/>
                <a:gd name="connsiteY2427" fmla="*/ 1112099 h 3682908"/>
                <a:gd name="connsiteX2428" fmla="*/ 2885175 w 3862373"/>
                <a:gd name="connsiteY2428" fmla="*/ 1073013 h 3682908"/>
                <a:gd name="connsiteX2429" fmla="*/ 2924263 w 3862373"/>
                <a:gd name="connsiteY2429" fmla="*/ 1033926 h 3682908"/>
                <a:gd name="connsiteX2430" fmla="*/ 2831987 w 3862373"/>
                <a:gd name="connsiteY2430" fmla="*/ 1033926 h 3682908"/>
                <a:gd name="connsiteX2431" fmla="*/ 2871074 w 3862373"/>
                <a:gd name="connsiteY2431" fmla="*/ 1073013 h 3682908"/>
                <a:gd name="connsiteX2432" fmla="*/ 2831987 w 3862373"/>
                <a:gd name="connsiteY2432" fmla="*/ 1112099 h 3682908"/>
                <a:gd name="connsiteX2433" fmla="*/ 2792900 w 3862373"/>
                <a:gd name="connsiteY2433" fmla="*/ 1073013 h 3682908"/>
                <a:gd name="connsiteX2434" fmla="*/ 2831987 w 3862373"/>
                <a:gd name="connsiteY2434" fmla="*/ 1033926 h 3682908"/>
                <a:gd name="connsiteX2435" fmla="*/ 2737368 w 3862373"/>
                <a:gd name="connsiteY2435" fmla="*/ 1033926 h 3682908"/>
                <a:gd name="connsiteX2436" fmla="*/ 2776434 w 3862373"/>
                <a:gd name="connsiteY2436" fmla="*/ 1073013 h 3682908"/>
                <a:gd name="connsiteX2437" fmla="*/ 2737368 w 3862373"/>
                <a:gd name="connsiteY2437" fmla="*/ 1112099 h 3682908"/>
                <a:gd name="connsiteX2438" fmla="*/ 2698271 w 3862373"/>
                <a:gd name="connsiteY2438" fmla="*/ 1073013 h 3682908"/>
                <a:gd name="connsiteX2439" fmla="*/ 2737368 w 3862373"/>
                <a:gd name="connsiteY2439" fmla="*/ 1033926 h 3682908"/>
                <a:gd name="connsiteX2440" fmla="*/ 2645074 w 3862373"/>
                <a:gd name="connsiteY2440" fmla="*/ 1033926 h 3682908"/>
                <a:gd name="connsiteX2441" fmla="*/ 2684167 w 3862373"/>
                <a:gd name="connsiteY2441" fmla="*/ 1073013 h 3682908"/>
                <a:gd name="connsiteX2442" fmla="*/ 2645074 w 3862373"/>
                <a:gd name="connsiteY2442" fmla="*/ 1112099 h 3682908"/>
                <a:gd name="connsiteX2443" fmla="*/ 2605987 w 3862373"/>
                <a:gd name="connsiteY2443" fmla="*/ 1073013 h 3682908"/>
                <a:gd name="connsiteX2444" fmla="*/ 2645074 w 3862373"/>
                <a:gd name="connsiteY2444" fmla="*/ 1033926 h 3682908"/>
                <a:gd name="connsiteX2445" fmla="*/ 2550439 w 3862373"/>
                <a:gd name="connsiteY2445" fmla="*/ 1033926 h 3682908"/>
                <a:gd name="connsiteX2446" fmla="*/ 2589524 w 3862373"/>
                <a:gd name="connsiteY2446" fmla="*/ 1073013 h 3682908"/>
                <a:gd name="connsiteX2447" fmla="*/ 2550439 w 3862373"/>
                <a:gd name="connsiteY2447" fmla="*/ 1112099 h 3682908"/>
                <a:gd name="connsiteX2448" fmla="*/ 2511357 w 3862373"/>
                <a:gd name="connsiteY2448" fmla="*/ 1073013 h 3682908"/>
                <a:gd name="connsiteX2449" fmla="*/ 2550439 w 3862373"/>
                <a:gd name="connsiteY2449" fmla="*/ 1033926 h 3682908"/>
                <a:gd name="connsiteX2450" fmla="*/ 2458167 w 3862373"/>
                <a:gd name="connsiteY2450" fmla="*/ 1033926 h 3682908"/>
                <a:gd name="connsiteX2451" fmla="*/ 2497254 w 3862373"/>
                <a:gd name="connsiteY2451" fmla="*/ 1073013 h 3682908"/>
                <a:gd name="connsiteX2452" fmla="*/ 2458167 w 3862373"/>
                <a:gd name="connsiteY2452" fmla="*/ 1112099 h 3682908"/>
                <a:gd name="connsiteX2453" fmla="*/ 2419085 w 3862373"/>
                <a:gd name="connsiteY2453" fmla="*/ 1073013 h 3682908"/>
                <a:gd name="connsiteX2454" fmla="*/ 2458167 w 3862373"/>
                <a:gd name="connsiteY2454" fmla="*/ 1033926 h 3682908"/>
                <a:gd name="connsiteX2455" fmla="*/ 2363531 w 3862373"/>
                <a:gd name="connsiteY2455" fmla="*/ 1033926 h 3682908"/>
                <a:gd name="connsiteX2456" fmla="*/ 2402615 w 3862373"/>
                <a:gd name="connsiteY2456" fmla="*/ 1073013 h 3682908"/>
                <a:gd name="connsiteX2457" fmla="*/ 2363531 w 3862373"/>
                <a:gd name="connsiteY2457" fmla="*/ 1112099 h 3682908"/>
                <a:gd name="connsiteX2458" fmla="*/ 2324444 w 3862373"/>
                <a:gd name="connsiteY2458" fmla="*/ 1073013 h 3682908"/>
                <a:gd name="connsiteX2459" fmla="*/ 2363531 w 3862373"/>
                <a:gd name="connsiteY2459" fmla="*/ 1033926 h 3682908"/>
                <a:gd name="connsiteX2460" fmla="*/ 1419556 w 3862373"/>
                <a:gd name="connsiteY2460" fmla="*/ 1033926 h 3682908"/>
                <a:gd name="connsiteX2461" fmla="*/ 1458643 w 3862373"/>
                <a:gd name="connsiteY2461" fmla="*/ 1073013 h 3682908"/>
                <a:gd name="connsiteX2462" fmla="*/ 1419556 w 3862373"/>
                <a:gd name="connsiteY2462" fmla="*/ 1112099 h 3682908"/>
                <a:gd name="connsiteX2463" fmla="*/ 1380461 w 3862373"/>
                <a:gd name="connsiteY2463" fmla="*/ 1073013 h 3682908"/>
                <a:gd name="connsiteX2464" fmla="*/ 1419556 w 3862373"/>
                <a:gd name="connsiteY2464" fmla="*/ 1033926 h 3682908"/>
                <a:gd name="connsiteX2465" fmla="*/ 1329642 w 3862373"/>
                <a:gd name="connsiteY2465" fmla="*/ 1033926 h 3682908"/>
                <a:gd name="connsiteX2466" fmla="*/ 1368731 w 3862373"/>
                <a:gd name="connsiteY2466" fmla="*/ 1073013 h 3682908"/>
                <a:gd name="connsiteX2467" fmla="*/ 1329642 w 3862373"/>
                <a:gd name="connsiteY2467" fmla="*/ 1112099 h 3682908"/>
                <a:gd name="connsiteX2468" fmla="*/ 1290561 w 3862373"/>
                <a:gd name="connsiteY2468" fmla="*/ 1073013 h 3682908"/>
                <a:gd name="connsiteX2469" fmla="*/ 1329642 w 3862373"/>
                <a:gd name="connsiteY2469" fmla="*/ 1033926 h 3682908"/>
                <a:gd name="connsiteX2470" fmla="*/ 1232649 w 3862373"/>
                <a:gd name="connsiteY2470" fmla="*/ 1033926 h 3682908"/>
                <a:gd name="connsiteX2471" fmla="*/ 1271722 w 3862373"/>
                <a:gd name="connsiteY2471" fmla="*/ 1073013 h 3682908"/>
                <a:gd name="connsiteX2472" fmla="*/ 1232649 w 3862373"/>
                <a:gd name="connsiteY2472" fmla="*/ 1112099 h 3682908"/>
                <a:gd name="connsiteX2473" fmla="*/ 1193565 w 3862373"/>
                <a:gd name="connsiteY2473" fmla="*/ 1073013 h 3682908"/>
                <a:gd name="connsiteX2474" fmla="*/ 1232649 w 3862373"/>
                <a:gd name="connsiteY2474" fmla="*/ 1033926 h 3682908"/>
                <a:gd name="connsiteX2475" fmla="*/ 1142736 w 3862373"/>
                <a:gd name="connsiteY2475" fmla="*/ 1033926 h 3682908"/>
                <a:gd name="connsiteX2476" fmla="*/ 1181828 w 3862373"/>
                <a:gd name="connsiteY2476" fmla="*/ 1073013 h 3682908"/>
                <a:gd name="connsiteX2477" fmla="*/ 1142736 w 3862373"/>
                <a:gd name="connsiteY2477" fmla="*/ 1112099 h 3682908"/>
                <a:gd name="connsiteX2478" fmla="*/ 1103639 w 3862373"/>
                <a:gd name="connsiteY2478" fmla="*/ 1073013 h 3682908"/>
                <a:gd name="connsiteX2479" fmla="*/ 1142736 w 3862373"/>
                <a:gd name="connsiteY2479" fmla="*/ 1033926 h 3682908"/>
                <a:gd name="connsiteX2480" fmla="*/ 1045712 w 3862373"/>
                <a:gd name="connsiteY2480" fmla="*/ 1033926 h 3682908"/>
                <a:gd name="connsiteX2481" fmla="*/ 1084802 w 3862373"/>
                <a:gd name="connsiteY2481" fmla="*/ 1073013 h 3682908"/>
                <a:gd name="connsiteX2482" fmla="*/ 1045712 w 3862373"/>
                <a:gd name="connsiteY2482" fmla="*/ 1112099 h 3682908"/>
                <a:gd name="connsiteX2483" fmla="*/ 1006631 w 3862373"/>
                <a:gd name="connsiteY2483" fmla="*/ 1073013 h 3682908"/>
                <a:gd name="connsiteX2484" fmla="*/ 1045712 w 3862373"/>
                <a:gd name="connsiteY2484" fmla="*/ 1033926 h 3682908"/>
                <a:gd name="connsiteX2485" fmla="*/ 951085 w 3862373"/>
                <a:gd name="connsiteY2485" fmla="*/ 1033926 h 3682908"/>
                <a:gd name="connsiteX2486" fmla="*/ 990166 w 3862373"/>
                <a:gd name="connsiteY2486" fmla="*/ 1073013 h 3682908"/>
                <a:gd name="connsiteX2487" fmla="*/ 951085 w 3862373"/>
                <a:gd name="connsiteY2487" fmla="*/ 1112099 h 3682908"/>
                <a:gd name="connsiteX2488" fmla="*/ 912003 w 3862373"/>
                <a:gd name="connsiteY2488" fmla="*/ 1073013 h 3682908"/>
                <a:gd name="connsiteX2489" fmla="*/ 951085 w 3862373"/>
                <a:gd name="connsiteY2489" fmla="*/ 1033926 h 3682908"/>
                <a:gd name="connsiteX2490" fmla="*/ 856458 w 3862373"/>
                <a:gd name="connsiteY2490" fmla="*/ 1033926 h 3682908"/>
                <a:gd name="connsiteX2491" fmla="*/ 895540 w 3862373"/>
                <a:gd name="connsiteY2491" fmla="*/ 1073013 h 3682908"/>
                <a:gd name="connsiteX2492" fmla="*/ 856458 w 3862373"/>
                <a:gd name="connsiteY2492" fmla="*/ 1112099 h 3682908"/>
                <a:gd name="connsiteX2493" fmla="*/ 817376 w 3862373"/>
                <a:gd name="connsiteY2493" fmla="*/ 1073013 h 3682908"/>
                <a:gd name="connsiteX2494" fmla="*/ 856458 w 3862373"/>
                <a:gd name="connsiteY2494" fmla="*/ 1033926 h 3682908"/>
                <a:gd name="connsiteX2495" fmla="*/ 764197 w 3862373"/>
                <a:gd name="connsiteY2495" fmla="*/ 1033926 h 3682908"/>
                <a:gd name="connsiteX2496" fmla="*/ 803279 w 3862373"/>
                <a:gd name="connsiteY2496" fmla="*/ 1073013 h 3682908"/>
                <a:gd name="connsiteX2497" fmla="*/ 764197 w 3862373"/>
                <a:gd name="connsiteY2497" fmla="*/ 1112099 h 3682908"/>
                <a:gd name="connsiteX2498" fmla="*/ 725113 w 3862373"/>
                <a:gd name="connsiteY2498" fmla="*/ 1073013 h 3682908"/>
                <a:gd name="connsiteX2499" fmla="*/ 764197 w 3862373"/>
                <a:gd name="connsiteY2499" fmla="*/ 1033926 h 3682908"/>
                <a:gd name="connsiteX2500" fmla="*/ 669546 w 3862373"/>
                <a:gd name="connsiteY2500" fmla="*/ 1033926 h 3682908"/>
                <a:gd name="connsiteX2501" fmla="*/ 708650 w 3862373"/>
                <a:gd name="connsiteY2501" fmla="*/ 1073013 h 3682908"/>
                <a:gd name="connsiteX2502" fmla="*/ 669546 w 3862373"/>
                <a:gd name="connsiteY2502" fmla="*/ 1112099 h 3682908"/>
                <a:gd name="connsiteX2503" fmla="*/ 630473 w 3862373"/>
                <a:gd name="connsiteY2503" fmla="*/ 1073013 h 3682908"/>
                <a:gd name="connsiteX2504" fmla="*/ 669546 w 3862373"/>
                <a:gd name="connsiteY2504" fmla="*/ 1033926 h 3682908"/>
                <a:gd name="connsiteX2505" fmla="*/ 577271 w 3862373"/>
                <a:gd name="connsiteY2505" fmla="*/ 1033926 h 3682908"/>
                <a:gd name="connsiteX2506" fmla="*/ 616368 w 3862373"/>
                <a:gd name="connsiteY2506" fmla="*/ 1073013 h 3682908"/>
                <a:gd name="connsiteX2507" fmla="*/ 577271 w 3862373"/>
                <a:gd name="connsiteY2507" fmla="*/ 1112099 h 3682908"/>
                <a:gd name="connsiteX2508" fmla="*/ 538174 w 3862373"/>
                <a:gd name="connsiteY2508" fmla="*/ 1073013 h 3682908"/>
                <a:gd name="connsiteX2509" fmla="*/ 577271 w 3862373"/>
                <a:gd name="connsiteY2509" fmla="*/ 1033926 h 3682908"/>
                <a:gd name="connsiteX2510" fmla="*/ 484984 w 3862373"/>
                <a:gd name="connsiteY2510" fmla="*/ 1033926 h 3682908"/>
                <a:gd name="connsiteX2511" fmla="*/ 524069 w 3862373"/>
                <a:gd name="connsiteY2511" fmla="*/ 1073013 h 3682908"/>
                <a:gd name="connsiteX2512" fmla="*/ 484984 w 3862373"/>
                <a:gd name="connsiteY2512" fmla="*/ 1112099 h 3682908"/>
                <a:gd name="connsiteX2513" fmla="*/ 445908 w 3862373"/>
                <a:gd name="connsiteY2513" fmla="*/ 1073013 h 3682908"/>
                <a:gd name="connsiteX2514" fmla="*/ 484984 w 3862373"/>
                <a:gd name="connsiteY2514" fmla="*/ 1033926 h 3682908"/>
                <a:gd name="connsiteX2515" fmla="*/ 390337 w 3862373"/>
                <a:gd name="connsiteY2515" fmla="*/ 1033926 h 3682908"/>
                <a:gd name="connsiteX2516" fmla="*/ 429437 w 3862373"/>
                <a:gd name="connsiteY2516" fmla="*/ 1073013 h 3682908"/>
                <a:gd name="connsiteX2517" fmla="*/ 390337 w 3862373"/>
                <a:gd name="connsiteY2517" fmla="*/ 1112099 h 3682908"/>
                <a:gd name="connsiteX2518" fmla="*/ 351267 w 3862373"/>
                <a:gd name="connsiteY2518" fmla="*/ 1073013 h 3682908"/>
                <a:gd name="connsiteX2519" fmla="*/ 390337 w 3862373"/>
                <a:gd name="connsiteY2519" fmla="*/ 1033926 h 3682908"/>
                <a:gd name="connsiteX2520" fmla="*/ 298068 w 3862373"/>
                <a:gd name="connsiteY2520" fmla="*/ 1033926 h 3682908"/>
                <a:gd name="connsiteX2521" fmla="*/ 337166 w 3862373"/>
                <a:gd name="connsiteY2521" fmla="*/ 1073013 h 3682908"/>
                <a:gd name="connsiteX2522" fmla="*/ 298068 w 3862373"/>
                <a:gd name="connsiteY2522" fmla="*/ 1112099 h 3682908"/>
                <a:gd name="connsiteX2523" fmla="*/ 258978 w 3862373"/>
                <a:gd name="connsiteY2523" fmla="*/ 1073013 h 3682908"/>
                <a:gd name="connsiteX2524" fmla="*/ 298068 w 3862373"/>
                <a:gd name="connsiteY2524" fmla="*/ 1033926 h 3682908"/>
                <a:gd name="connsiteX2525" fmla="*/ 203423 w 3862373"/>
                <a:gd name="connsiteY2525" fmla="*/ 1033926 h 3682908"/>
                <a:gd name="connsiteX2526" fmla="*/ 242512 w 3862373"/>
                <a:gd name="connsiteY2526" fmla="*/ 1073013 h 3682908"/>
                <a:gd name="connsiteX2527" fmla="*/ 203423 w 3862373"/>
                <a:gd name="connsiteY2527" fmla="*/ 1112099 h 3682908"/>
                <a:gd name="connsiteX2528" fmla="*/ 164337 w 3862373"/>
                <a:gd name="connsiteY2528" fmla="*/ 1073013 h 3682908"/>
                <a:gd name="connsiteX2529" fmla="*/ 203423 w 3862373"/>
                <a:gd name="connsiteY2529" fmla="*/ 1033926 h 3682908"/>
                <a:gd name="connsiteX2530" fmla="*/ 111150 w 3862373"/>
                <a:gd name="connsiteY2530" fmla="*/ 1033926 h 3682908"/>
                <a:gd name="connsiteX2531" fmla="*/ 150237 w 3862373"/>
                <a:gd name="connsiteY2531" fmla="*/ 1073013 h 3682908"/>
                <a:gd name="connsiteX2532" fmla="*/ 111150 w 3862373"/>
                <a:gd name="connsiteY2532" fmla="*/ 1112099 h 3682908"/>
                <a:gd name="connsiteX2533" fmla="*/ 72064 w 3862373"/>
                <a:gd name="connsiteY2533" fmla="*/ 1073013 h 3682908"/>
                <a:gd name="connsiteX2534" fmla="*/ 111150 w 3862373"/>
                <a:gd name="connsiteY2534" fmla="*/ 1033926 h 3682908"/>
                <a:gd name="connsiteX2535" fmla="*/ 51905 w 3862373"/>
                <a:gd name="connsiteY2535" fmla="*/ 976551 h 3682908"/>
                <a:gd name="connsiteX2536" fmla="*/ 55600 w 3862373"/>
                <a:gd name="connsiteY2536" fmla="*/ 985473 h 3682908"/>
                <a:gd name="connsiteX2537" fmla="*/ 44152 w 3862373"/>
                <a:gd name="connsiteY2537" fmla="*/ 1013112 h 3682908"/>
                <a:gd name="connsiteX2538" fmla="*/ 31864 w 3862373"/>
                <a:gd name="connsiteY2538" fmla="*/ 1018202 h 3682908"/>
                <a:gd name="connsiteX2539" fmla="*/ 31938 w 3862373"/>
                <a:gd name="connsiteY2539" fmla="*/ 1017999 h 3682908"/>
                <a:gd name="connsiteX2540" fmla="*/ 3672511 w 3862373"/>
                <a:gd name="connsiteY2540" fmla="*/ 949081 h 3682908"/>
                <a:gd name="connsiteX2541" fmla="*/ 3703905 w 3862373"/>
                <a:gd name="connsiteY2541" fmla="*/ 1014251 h 3682908"/>
                <a:gd name="connsiteX2542" fmla="*/ 3679017 w 3862373"/>
                <a:gd name="connsiteY2542" fmla="*/ 1024560 h 3682908"/>
                <a:gd name="connsiteX2543" fmla="*/ 3639929 w 3862373"/>
                <a:gd name="connsiteY2543" fmla="*/ 985473 h 3682908"/>
                <a:gd name="connsiteX2544" fmla="*/ 3651378 w 3862373"/>
                <a:gd name="connsiteY2544" fmla="*/ 957835 h 3682908"/>
                <a:gd name="connsiteX2545" fmla="*/ 3584377 w 3862373"/>
                <a:gd name="connsiteY2545" fmla="*/ 946387 h 3682908"/>
                <a:gd name="connsiteX2546" fmla="*/ 3623463 w 3862373"/>
                <a:gd name="connsiteY2546" fmla="*/ 985473 h 3682908"/>
                <a:gd name="connsiteX2547" fmla="*/ 3584377 w 3862373"/>
                <a:gd name="connsiteY2547" fmla="*/ 1024560 h 3682908"/>
                <a:gd name="connsiteX2548" fmla="*/ 3545289 w 3862373"/>
                <a:gd name="connsiteY2548" fmla="*/ 985473 h 3682908"/>
                <a:gd name="connsiteX2549" fmla="*/ 3584377 w 3862373"/>
                <a:gd name="connsiteY2549" fmla="*/ 946387 h 3682908"/>
                <a:gd name="connsiteX2550" fmla="*/ 3489737 w 3862373"/>
                <a:gd name="connsiteY2550" fmla="*/ 946387 h 3682908"/>
                <a:gd name="connsiteX2551" fmla="*/ 3528823 w 3862373"/>
                <a:gd name="connsiteY2551" fmla="*/ 985473 h 3682908"/>
                <a:gd name="connsiteX2552" fmla="*/ 3489737 w 3862373"/>
                <a:gd name="connsiteY2552" fmla="*/ 1024560 h 3682908"/>
                <a:gd name="connsiteX2553" fmla="*/ 3450649 w 3862373"/>
                <a:gd name="connsiteY2553" fmla="*/ 985473 h 3682908"/>
                <a:gd name="connsiteX2554" fmla="*/ 3489737 w 3862373"/>
                <a:gd name="connsiteY2554" fmla="*/ 946387 h 3682908"/>
                <a:gd name="connsiteX2555" fmla="*/ 3392731 w 3862373"/>
                <a:gd name="connsiteY2555" fmla="*/ 946387 h 3682908"/>
                <a:gd name="connsiteX2556" fmla="*/ 3431819 w 3862373"/>
                <a:gd name="connsiteY2556" fmla="*/ 985473 h 3682908"/>
                <a:gd name="connsiteX2557" fmla="*/ 3392731 w 3862373"/>
                <a:gd name="connsiteY2557" fmla="*/ 1024560 h 3682908"/>
                <a:gd name="connsiteX2558" fmla="*/ 3353644 w 3862373"/>
                <a:gd name="connsiteY2558" fmla="*/ 985473 h 3682908"/>
                <a:gd name="connsiteX2559" fmla="*/ 3392731 w 3862373"/>
                <a:gd name="connsiteY2559" fmla="*/ 946387 h 3682908"/>
                <a:gd name="connsiteX2560" fmla="*/ 3300455 w 3862373"/>
                <a:gd name="connsiteY2560" fmla="*/ 946387 h 3682908"/>
                <a:gd name="connsiteX2561" fmla="*/ 3339543 w 3862373"/>
                <a:gd name="connsiteY2561" fmla="*/ 985473 h 3682908"/>
                <a:gd name="connsiteX2562" fmla="*/ 3300455 w 3862373"/>
                <a:gd name="connsiteY2562" fmla="*/ 1024560 h 3682908"/>
                <a:gd name="connsiteX2563" fmla="*/ 3261368 w 3862373"/>
                <a:gd name="connsiteY2563" fmla="*/ 985473 h 3682908"/>
                <a:gd name="connsiteX2564" fmla="*/ 3300455 w 3862373"/>
                <a:gd name="connsiteY2564" fmla="*/ 946387 h 3682908"/>
                <a:gd name="connsiteX2565" fmla="*/ 3205815 w 3862373"/>
                <a:gd name="connsiteY2565" fmla="*/ 946387 h 3682908"/>
                <a:gd name="connsiteX2566" fmla="*/ 3244903 w 3862373"/>
                <a:gd name="connsiteY2566" fmla="*/ 985473 h 3682908"/>
                <a:gd name="connsiteX2567" fmla="*/ 3205815 w 3862373"/>
                <a:gd name="connsiteY2567" fmla="*/ 1024560 h 3682908"/>
                <a:gd name="connsiteX2568" fmla="*/ 3166728 w 3862373"/>
                <a:gd name="connsiteY2568" fmla="*/ 985473 h 3682908"/>
                <a:gd name="connsiteX2569" fmla="*/ 3205815 w 3862373"/>
                <a:gd name="connsiteY2569" fmla="*/ 946387 h 3682908"/>
                <a:gd name="connsiteX2570" fmla="*/ 3111175 w 3862373"/>
                <a:gd name="connsiteY2570" fmla="*/ 946387 h 3682908"/>
                <a:gd name="connsiteX2571" fmla="*/ 3150263 w 3862373"/>
                <a:gd name="connsiteY2571" fmla="*/ 985473 h 3682908"/>
                <a:gd name="connsiteX2572" fmla="*/ 3111175 w 3862373"/>
                <a:gd name="connsiteY2572" fmla="*/ 1024560 h 3682908"/>
                <a:gd name="connsiteX2573" fmla="*/ 3072088 w 3862373"/>
                <a:gd name="connsiteY2573" fmla="*/ 985473 h 3682908"/>
                <a:gd name="connsiteX2574" fmla="*/ 3111175 w 3862373"/>
                <a:gd name="connsiteY2574" fmla="*/ 946387 h 3682908"/>
                <a:gd name="connsiteX2575" fmla="*/ 3018902 w 3862373"/>
                <a:gd name="connsiteY2575" fmla="*/ 946387 h 3682908"/>
                <a:gd name="connsiteX2576" fmla="*/ 3057989 w 3862373"/>
                <a:gd name="connsiteY2576" fmla="*/ 985473 h 3682908"/>
                <a:gd name="connsiteX2577" fmla="*/ 3018902 w 3862373"/>
                <a:gd name="connsiteY2577" fmla="*/ 1024560 h 3682908"/>
                <a:gd name="connsiteX2578" fmla="*/ 2979815 w 3862373"/>
                <a:gd name="connsiteY2578" fmla="*/ 985473 h 3682908"/>
                <a:gd name="connsiteX2579" fmla="*/ 3018902 w 3862373"/>
                <a:gd name="connsiteY2579" fmla="*/ 946387 h 3682908"/>
                <a:gd name="connsiteX2580" fmla="*/ 2737369 w 3862373"/>
                <a:gd name="connsiteY2580" fmla="*/ 946387 h 3682908"/>
                <a:gd name="connsiteX2581" fmla="*/ 2776434 w 3862373"/>
                <a:gd name="connsiteY2581" fmla="*/ 985473 h 3682908"/>
                <a:gd name="connsiteX2582" fmla="*/ 2737369 w 3862373"/>
                <a:gd name="connsiteY2582" fmla="*/ 1024560 h 3682908"/>
                <a:gd name="connsiteX2583" fmla="*/ 2698271 w 3862373"/>
                <a:gd name="connsiteY2583" fmla="*/ 985473 h 3682908"/>
                <a:gd name="connsiteX2584" fmla="*/ 2737369 w 3862373"/>
                <a:gd name="connsiteY2584" fmla="*/ 946387 h 3682908"/>
                <a:gd name="connsiteX2585" fmla="*/ 2458167 w 3862373"/>
                <a:gd name="connsiteY2585" fmla="*/ 946387 h 3682908"/>
                <a:gd name="connsiteX2586" fmla="*/ 2497255 w 3862373"/>
                <a:gd name="connsiteY2586" fmla="*/ 985473 h 3682908"/>
                <a:gd name="connsiteX2587" fmla="*/ 2458167 w 3862373"/>
                <a:gd name="connsiteY2587" fmla="*/ 1024560 h 3682908"/>
                <a:gd name="connsiteX2588" fmla="*/ 2419086 w 3862373"/>
                <a:gd name="connsiteY2588" fmla="*/ 985473 h 3682908"/>
                <a:gd name="connsiteX2589" fmla="*/ 2458167 w 3862373"/>
                <a:gd name="connsiteY2589" fmla="*/ 946387 h 3682908"/>
                <a:gd name="connsiteX2590" fmla="*/ 1329646 w 3862373"/>
                <a:gd name="connsiteY2590" fmla="*/ 946387 h 3682908"/>
                <a:gd name="connsiteX2591" fmla="*/ 1368735 w 3862373"/>
                <a:gd name="connsiteY2591" fmla="*/ 985473 h 3682908"/>
                <a:gd name="connsiteX2592" fmla="*/ 1329646 w 3862373"/>
                <a:gd name="connsiteY2592" fmla="*/ 1024560 h 3682908"/>
                <a:gd name="connsiteX2593" fmla="*/ 1290566 w 3862373"/>
                <a:gd name="connsiteY2593" fmla="*/ 985473 h 3682908"/>
                <a:gd name="connsiteX2594" fmla="*/ 1329646 w 3862373"/>
                <a:gd name="connsiteY2594" fmla="*/ 946387 h 3682908"/>
                <a:gd name="connsiteX2595" fmla="*/ 1232653 w 3862373"/>
                <a:gd name="connsiteY2595" fmla="*/ 946387 h 3682908"/>
                <a:gd name="connsiteX2596" fmla="*/ 1271726 w 3862373"/>
                <a:gd name="connsiteY2596" fmla="*/ 985473 h 3682908"/>
                <a:gd name="connsiteX2597" fmla="*/ 1232653 w 3862373"/>
                <a:gd name="connsiteY2597" fmla="*/ 1024560 h 3682908"/>
                <a:gd name="connsiteX2598" fmla="*/ 1193568 w 3862373"/>
                <a:gd name="connsiteY2598" fmla="*/ 985473 h 3682908"/>
                <a:gd name="connsiteX2599" fmla="*/ 1232653 w 3862373"/>
                <a:gd name="connsiteY2599" fmla="*/ 946387 h 3682908"/>
                <a:gd name="connsiteX2600" fmla="*/ 1142740 w 3862373"/>
                <a:gd name="connsiteY2600" fmla="*/ 946387 h 3682908"/>
                <a:gd name="connsiteX2601" fmla="*/ 1181832 w 3862373"/>
                <a:gd name="connsiteY2601" fmla="*/ 985473 h 3682908"/>
                <a:gd name="connsiteX2602" fmla="*/ 1142740 w 3862373"/>
                <a:gd name="connsiteY2602" fmla="*/ 1024560 h 3682908"/>
                <a:gd name="connsiteX2603" fmla="*/ 1103643 w 3862373"/>
                <a:gd name="connsiteY2603" fmla="*/ 985473 h 3682908"/>
                <a:gd name="connsiteX2604" fmla="*/ 1142740 w 3862373"/>
                <a:gd name="connsiteY2604" fmla="*/ 946387 h 3682908"/>
                <a:gd name="connsiteX2605" fmla="*/ 1045716 w 3862373"/>
                <a:gd name="connsiteY2605" fmla="*/ 946387 h 3682908"/>
                <a:gd name="connsiteX2606" fmla="*/ 1084805 w 3862373"/>
                <a:gd name="connsiteY2606" fmla="*/ 985473 h 3682908"/>
                <a:gd name="connsiteX2607" fmla="*/ 1045716 w 3862373"/>
                <a:gd name="connsiteY2607" fmla="*/ 1024560 h 3682908"/>
                <a:gd name="connsiteX2608" fmla="*/ 1006635 w 3862373"/>
                <a:gd name="connsiteY2608" fmla="*/ 985473 h 3682908"/>
                <a:gd name="connsiteX2609" fmla="*/ 1045716 w 3862373"/>
                <a:gd name="connsiteY2609" fmla="*/ 946387 h 3682908"/>
                <a:gd name="connsiteX2610" fmla="*/ 764201 w 3862373"/>
                <a:gd name="connsiteY2610" fmla="*/ 946387 h 3682908"/>
                <a:gd name="connsiteX2611" fmla="*/ 803284 w 3862373"/>
                <a:gd name="connsiteY2611" fmla="*/ 985473 h 3682908"/>
                <a:gd name="connsiteX2612" fmla="*/ 764201 w 3862373"/>
                <a:gd name="connsiteY2612" fmla="*/ 1024560 h 3682908"/>
                <a:gd name="connsiteX2613" fmla="*/ 725120 w 3862373"/>
                <a:gd name="connsiteY2613" fmla="*/ 985473 h 3682908"/>
                <a:gd name="connsiteX2614" fmla="*/ 764201 w 3862373"/>
                <a:gd name="connsiteY2614" fmla="*/ 946387 h 3682908"/>
                <a:gd name="connsiteX2615" fmla="*/ 669559 w 3862373"/>
                <a:gd name="connsiteY2615" fmla="*/ 946387 h 3682908"/>
                <a:gd name="connsiteX2616" fmla="*/ 708656 w 3862373"/>
                <a:gd name="connsiteY2616" fmla="*/ 985473 h 3682908"/>
                <a:gd name="connsiteX2617" fmla="*/ 669559 w 3862373"/>
                <a:gd name="connsiteY2617" fmla="*/ 1024560 h 3682908"/>
                <a:gd name="connsiteX2618" fmla="*/ 630479 w 3862373"/>
                <a:gd name="connsiteY2618" fmla="*/ 985473 h 3682908"/>
                <a:gd name="connsiteX2619" fmla="*/ 669559 w 3862373"/>
                <a:gd name="connsiteY2619" fmla="*/ 946387 h 3682908"/>
                <a:gd name="connsiteX2620" fmla="*/ 577276 w 3862373"/>
                <a:gd name="connsiteY2620" fmla="*/ 946387 h 3682908"/>
                <a:gd name="connsiteX2621" fmla="*/ 616374 w 3862373"/>
                <a:gd name="connsiteY2621" fmla="*/ 985473 h 3682908"/>
                <a:gd name="connsiteX2622" fmla="*/ 577276 w 3862373"/>
                <a:gd name="connsiteY2622" fmla="*/ 1024560 h 3682908"/>
                <a:gd name="connsiteX2623" fmla="*/ 538178 w 3862373"/>
                <a:gd name="connsiteY2623" fmla="*/ 985473 h 3682908"/>
                <a:gd name="connsiteX2624" fmla="*/ 577276 w 3862373"/>
                <a:gd name="connsiteY2624" fmla="*/ 946387 h 3682908"/>
                <a:gd name="connsiteX2625" fmla="*/ 484989 w 3862373"/>
                <a:gd name="connsiteY2625" fmla="*/ 946387 h 3682908"/>
                <a:gd name="connsiteX2626" fmla="*/ 524074 w 3862373"/>
                <a:gd name="connsiteY2626" fmla="*/ 985473 h 3682908"/>
                <a:gd name="connsiteX2627" fmla="*/ 484989 w 3862373"/>
                <a:gd name="connsiteY2627" fmla="*/ 1024560 h 3682908"/>
                <a:gd name="connsiteX2628" fmla="*/ 445913 w 3862373"/>
                <a:gd name="connsiteY2628" fmla="*/ 985473 h 3682908"/>
                <a:gd name="connsiteX2629" fmla="*/ 484989 w 3862373"/>
                <a:gd name="connsiteY2629" fmla="*/ 946387 h 3682908"/>
                <a:gd name="connsiteX2630" fmla="*/ 390337 w 3862373"/>
                <a:gd name="connsiteY2630" fmla="*/ 946387 h 3682908"/>
                <a:gd name="connsiteX2631" fmla="*/ 429441 w 3862373"/>
                <a:gd name="connsiteY2631" fmla="*/ 985473 h 3682908"/>
                <a:gd name="connsiteX2632" fmla="*/ 390337 w 3862373"/>
                <a:gd name="connsiteY2632" fmla="*/ 1024560 h 3682908"/>
                <a:gd name="connsiteX2633" fmla="*/ 351272 w 3862373"/>
                <a:gd name="connsiteY2633" fmla="*/ 985473 h 3682908"/>
                <a:gd name="connsiteX2634" fmla="*/ 390337 w 3862373"/>
                <a:gd name="connsiteY2634" fmla="*/ 946387 h 3682908"/>
                <a:gd name="connsiteX2635" fmla="*/ 298073 w 3862373"/>
                <a:gd name="connsiteY2635" fmla="*/ 946387 h 3682908"/>
                <a:gd name="connsiteX2636" fmla="*/ 337170 w 3862373"/>
                <a:gd name="connsiteY2636" fmla="*/ 985473 h 3682908"/>
                <a:gd name="connsiteX2637" fmla="*/ 298073 w 3862373"/>
                <a:gd name="connsiteY2637" fmla="*/ 1024560 h 3682908"/>
                <a:gd name="connsiteX2638" fmla="*/ 258982 w 3862373"/>
                <a:gd name="connsiteY2638" fmla="*/ 985473 h 3682908"/>
                <a:gd name="connsiteX2639" fmla="*/ 298073 w 3862373"/>
                <a:gd name="connsiteY2639" fmla="*/ 946387 h 3682908"/>
                <a:gd name="connsiteX2640" fmla="*/ 203426 w 3862373"/>
                <a:gd name="connsiteY2640" fmla="*/ 946387 h 3682908"/>
                <a:gd name="connsiteX2641" fmla="*/ 242516 w 3862373"/>
                <a:gd name="connsiteY2641" fmla="*/ 985473 h 3682908"/>
                <a:gd name="connsiteX2642" fmla="*/ 203426 w 3862373"/>
                <a:gd name="connsiteY2642" fmla="*/ 1024560 h 3682908"/>
                <a:gd name="connsiteX2643" fmla="*/ 164342 w 3862373"/>
                <a:gd name="connsiteY2643" fmla="*/ 985473 h 3682908"/>
                <a:gd name="connsiteX2644" fmla="*/ 203426 w 3862373"/>
                <a:gd name="connsiteY2644" fmla="*/ 946387 h 3682908"/>
                <a:gd name="connsiteX2645" fmla="*/ 111154 w 3862373"/>
                <a:gd name="connsiteY2645" fmla="*/ 946387 h 3682908"/>
                <a:gd name="connsiteX2646" fmla="*/ 150240 w 3862373"/>
                <a:gd name="connsiteY2646" fmla="*/ 985473 h 3682908"/>
                <a:gd name="connsiteX2647" fmla="*/ 111154 w 3862373"/>
                <a:gd name="connsiteY2647" fmla="*/ 1024560 h 3682908"/>
                <a:gd name="connsiteX2648" fmla="*/ 72068 w 3862373"/>
                <a:gd name="connsiteY2648" fmla="*/ 985473 h 3682908"/>
                <a:gd name="connsiteX2649" fmla="*/ 111154 w 3862373"/>
                <a:gd name="connsiteY2649" fmla="*/ 946387 h 3682908"/>
                <a:gd name="connsiteX2650" fmla="*/ 3644655 w 3862373"/>
                <a:gd name="connsiteY2650" fmla="*/ 891256 h 3682908"/>
                <a:gd name="connsiteX2651" fmla="*/ 3666478 w 3862373"/>
                <a:gd name="connsiteY2651" fmla="*/ 936557 h 3682908"/>
                <a:gd name="connsiteX2652" fmla="*/ 3651378 w 3862373"/>
                <a:gd name="connsiteY2652" fmla="*/ 930303 h 3682908"/>
                <a:gd name="connsiteX2653" fmla="*/ 3639929 w 3862373"/>
                <a:gd name="connsiteY2653" fmla="*/ 902664 h 3682908"/>
                <a:gd name="connsiteX2654" fmla="*/ 3584377 w 3862373"/>
                <a:gd name="connsiteY2654" fmla="*/ 863578 h 3682908"/>
                <a:gd name="connsiteX2655" fmla="*/ 3623463 w 3862373"/>
                <a:gd name="connsiteY2655" fmla="*/ 902664 h 3682908"/>
                <a:gd name="connsiteX2656" fmla="*/ 3584377 w 3862373"/>
                <a:gd name="connsiteY2656" fmla="*/ 941751 h 3682908"/>
                <a:gd name="connsiteX2657" fmla="*/ 3545289 w 3862373"/>
                <a:gd name="connsiteY2657" fmla="*/ 902664 h 3682908"/>
                <a:gd name="connsiteX2658" fmla="*/ 3584377 w 3862373"/>
                <a:gd name="connsiteY2658" fmla="*/ 863578 h 3682908"/>
                <a:gd name="connsiteX2659" fmla="*/ 3489737 w 3862373"/>
                <a:gd name="connsiteY2659" fmla="*/ 863578 h 3682908"/>
                <a:gd name="connsiteX2660" fmla="*/ 3528823 w 3862373"/>
                <a:gd name="connsiteY2660" fmla="*/ 902664 h 3682908"/>
                <a:gd name="connsiteX2661" fmla="*/ 3489737 w 3862373"/>
                <a:gd name="connsiteY2661" fmla="*/ 941751 h 3682908"/>
                <a:gd name="connsiteX2662" fmla="*/ 3450649 w 3862373"/>
                <a:gd name="connsiteY2662" fmla="*/ 902664 h 3682908"/>
                <a:gd name="connsiteX2663" fmla="*/ 3489737 w 3862373"/>
                <a:gd name="connsiteY2663" fmla="*/ 863578 h 3682908"/>
                <a:gd name="connsiteX2664" fmla="*/ 3392731 w 3862373"/>
                <a:gd name="connsiteY2664" fmla="*/ 863578 h 3682908"/>
                <a:gd name="connsiteX2665" fmla="*/ 3431819 w 3862373"/>
                <a:gd name="connsiteY2665" fmla="*/ 902664 h 3682908"/>
                <a:gd name="connsiteX2666" fmla="*/ 3392731 w 3862373"/>
                <a:gd name="connsiteY2666" fmla="*/ 941751 h 3682908"/>
                <a:gd name="connsiteX2667" fmla="*/ 3353644 w 3862373"/>
                <a:gd name="connsiteY2667" fmla="*/ 902664 h 3682908"/>
                <a:gd name="connsiteX2668" fmla="*/ 3392731 w 3862373"/>
                <a:gd name="connsiteY2668" fmla="*/ 863578 h 3682908"/>
                <a:gd name="connsiteX2669" fmla="*/ 3300455 w 3862373"/>
                <a:gd name="connsiteY2669" fmla="*/ 863578 h 3682908"/>
                <a:gd name="connsiteX2670" fmla="*/ 3339543 w 3862373"/>
                <a:gd name="connsiteY2670" fmla="*/ 902664 h 3682908"/>
                <a:gd name="connsiteX2671" fmla="*/ 3300455 w 3862373"/>
                <a:gd name="connsiteY2671" fmla="*/ 941751 h 3682908"/>
                <a:gd name="connsiteX2672" fmla="*/ 3261368 w 3862373"/>
                <a:gd name="connsiteY2672" fmla="*/ 902664 h 3682908"/>
                <a:gd name="connsiteX2673" fmla="*/ 3300455 w 3862373"/>
                <a:gd name="connsiteY2673" fmla="*/ 863578 h 3682908"/>
                <a:gd name="connsiteX2674" fmla="*/ 3205815 w 3862373"/>
                <a:gd name="connsiteY2674" fmla="*/ 863578 h 3682908"/>
                <a:gd name="connsiteX2675" fmla="*/ 3244903 w 3862373"/>
                <a:gd name="connsiteY2675" fmla="*/ 902664 h 3682908"/>
                <a:gd name="connsiteX2676" fmla="*/ 3205815 w 3862373"/>
                <a:gd name="connsiteY2676" fmla="*/ 941751 h 3682908"/>
                <a:gd name="connsiteX2677" fmla="*/ 3166728 w 3862373"/>
                <a:gd name="connsiteY2677" fmla="*/ 902664 h 3682908"/>
                <a:gd name="connsiteX2678" fmla="*/ 3205815 w 3862373"/>
                <a:gd name="connsiteY2678" fmla="*/ 863578 h 3682908"/>
                <a:gd name="connsiteX2679" fmla="*/ 3111175 w 3862373"/>
                <a:gd name="connsiteY2679" fmla="*/ 863578 h 3682908"/>
                <a:gd name="connsiteX2680" fmla="*/ 3150263 w 3862373"/>
                <a:gd name="connsiteY2680" fmla="*/ 902664 h 3682908"/>
                <a:gd name="connsiteX2681" fmla="*/ 3111175 w 3862373"/>
                <a:gd name="connsiteY2681" fmla="*/ 941751 h 3682908"/>
                <a:gd name="connsiteX2682" fmla="*/ 3072088 w 3862373"/>
                <a:gd name="connsiteY2682" fmla="*/ 902664 h 3682908"/>
                <a:gd name="connsiteX2683" fmla="*/ 3111175 w 3862373"/>
                <a:gd name="connsiteY2683" fmla="*/ 863578 h 3682908"/>
                <a:gd name="connsiteX2684" fmla="*/ 3018902 w 3862373"/>
                <a:gd name="connsiteY2684" fmla="*/ 863578 h 3682908"/>
                <a:gd name="connsiteX2685" fmla="*/ 3057989 w 3862373"/>
                <a:gd name="connsiteY2685" fmla="*/ 902664 h 3682908"/>
                <a:gd name="connsiteX2686" fmla="*/ 3018902 w 3862373"/>
                <a:gd name="connsiteY2686" fmla="*/ 941751 h 3682908"/>
                <a:gd name="connsiteX2687" fmla="*/ 2979815 w 3862373"/>
                <a:gd name="connsiteY2687" fmla="*/ 902664 h 3682908"/>
                <a:gd name="connsiteX2688" fmla="*/ 3018902 w 3862373"/>
                <a:gd name="connsiteY2688" fmla="*/ 863578 h 3682908"/>
                <a:gd name="connsiteX2689" fmla="*/ 2831987 w 3862373"/>
                <a:gd name="connsiteY2689" fmla="*/ 863578 h 3682908"/>
                <a:gd name="connsiteX2690" fmla="*/ 2871074 w 3862373"/>
                <a:gd name="connsiteY2690" fmla="*/ 902664 h 3682908"/>
                <a:gd name="connsiteX2691" fmla="*/ 2831987 w 3862373"/>
                <a:gd name="connsiteY2691" fmla="*/ 941751 h 3682908"/>
                <a:gd name="connsiteX2692" fmla="*/ 2792900 w 3862373"/>
                <a:gd name="connsiteY2692" fmla="*/ 902664 h 3682908"/>
                <a:gd name="connsiteX2693" fmla="*/ 2831987 w 3862373"/>
                <a:gd name="connsiteY2693" fmla="*/ 863578 h 3682908"/>
                <a:gd name="connsiteX2694" fmla="*/ 2737371 w 3862373"/>
                <a:gd name="connsiteY2694" fmla="*/ 863578 h 3682908"/>
                <a:gd name="connsiteX2695" fmla="*/ 2776434 w 3862373"/>
                <a:gd name="connsiteY2695" fmla="*/ 902664 h 3682908"/>
                <a:gd name="connsiteX2696" fmla="*/ 2737371 w 3862373"/>
                <a:gd name="connsiteY2696" fmla="*/ 941751 h 3682908"/>
                <a:gd name="connsiteX2697" fmla="*/ 2698272 w 3862373"/>
                <a:gd name="connsiteY2697" fmla="*/ 902664 h 3682908"/>
                <a:gd name="connsiteX2698" fmla="*/ 2737371 w 3862373"/>
                <a:gd name="connsiteY2698" fmla="*/ 863578 h 3682908"/>
                <a:gd name="connsiteX2699" fmla="*/ 2645074 w 3862373"/>
                <a:gd name="connsiteY2699" fmla="*/ 863578 h 3682908"/>
                <a:gd name="connsiteX2700" fmla="*/ 2684168 w 3862373"/>
                <a:gd name="connsiteY2700" fmla="*/ 902664 h 3682908"/>
                <a:gd name="connsiteX2701" fmla="*/ 2645074 w 3862373"/>
                <a:gd name="connsiteY2701" fmla="*/ 941751 h 3682908"/>
                <a:gd name="connsiteX2702" fmla="*/ 2605987 w 3862373"/>
                <a:gd name="connsiteY2702" fmla="*/ 902664 h 3682908"/>
                <a:gd name="connsiteX2703" fmla="*/ 2645074 w 3862373"/>
                <a:gd name="connsiteY2703" fmla="*/ 863578 h 3682908"/>
                <a:gd name="connsiteX2704" fmla="*/ 2458167 w 3862373"/>
                <a:gd name="connsiteY2704" fmla="*/ 863577 h 3682908"/>
                <a:gd name="connsiteX2705" fmla="*/ 2497256 w 3862373"/>
                <a:gd name="connsiteY2705" fmla="*/ 902664 h 3682908"/>
                <a:gd name="connsiteX2706" fmla="*/ 2458167 w 3862373"/>
                <a:gd name="connsiteY2706" fmla="*/ 941750 h 3682908"/>
                <a:gd name="connsiteX2707" fmla="*/ 2419089 w 3862373"/>
                <a:gd name="connsiteY2707" fmla="*/ 902664 h 3682908"/>
                <a:gd name="connsiteX2708" fmla="*/ 2458167 w 3862373"/>
                <a:gd name="connsiteY2708" fmla="*/ 863577 h 3682908"/>
                <a:gd name="connsiteX2709" fmla="*/ 1232658 w 3862373"/>
                <a:gd name="connsiteY2709" fmla="*/ 863577 h 3682908"/>
                <a:gd name="connsiteX2710" fmla="*/ 1271731 w 3862373"/>
                <a:gd name="connsiteY2710" fmla="*/ 902664 h 3682908"/>
                <a:gd name="connsiteX2711" fmla="*/ 1232658 w 3862373"/>
                <a:gd name="connsiteY2711" fmla="*/ 941750 h 3682908"/>
                <a:gd name="connsiteX2712" fmla="*/ 1193572 w 3862373"/>
                <a:gd name="connsiteY2712" fmla="*/ 902664 h 3682908"/>
                <a:gd name="connsiteX2713" fmla="*/ 1232658 w 3862373"/>
                <a:gd name="connsiteY2713" fmla="*/ 863577 h 3682908"/>
                <a:gd name="connsiteX2714" fmla="*/ 1142744 w 3862373"/>
                <a:gd name="connsiteY2714" fmla="*/ 863577 h 3682908"/>
                <a:gd name="connsiteX2715" fmla="*/ 1181836 w 3862373"/>
                <a:gd name="connsiteY2715" fmla="*/ 902664 h 3682908"/>
                <a:gd name="connsiteX2716" fmla="*/ 1142744 w 3862373"/>
                <a:gd name="connsiteY2716" fmla="*/ 941750 h 3682908"/>
                <a:gd name="connsiteX2717" fmla="*/ 1103646 w 3862373"/>
                <a:gd name="connsiteY2717" fmla="*/ 902664 h 3682908"/>
                <a:gd name="connsiteX2718" fmla="*/ 1142744 w 3862373"/>
                <a:gd name="connsiteY2718" fmla="*/ 863577 h 3682908"/>
                <a:gd name="connsiteX2719" fmla="*/ 1045719 w 3862373"/>
                <a:gd name="connsiteY2719" fmla="*/ 863577 h 3682908"/>
                <a:gd name="connsiteX2720" fmla="*/ 1084808 w 3862373"/>
                <a:gd name="connsiteY2720" fmla="*/ 902664 h 3682908"/>
                <a:gd name="connsiteX2721" fmla="*/ 1045719 w 3862373"/>
                <a:gd name="connsiteY2721" fmla="*/ 941750 h 3682908"/>
                <a:gd name="connsiteX2722" fmla="*/ 1006638 w 3862373"/>
                <a:gd name="connsiteY2722" fmla="*/ 902664 h 3682908"/>
                <a:gd name="connsiteX2723" fmla="*/ 1045719 w 3862373"/>
                <a:gd name="connsiteY2723" fmla="*/ 863577 h 3682908"/>
                <a:gd name="connsiteX2724" fmla="*/ 669559 w 3862373"/>
                <a:gd name="connsiteY2724" fmla="*/ 863577 h 3682908"/>
                <a:gd name="connsiteX2725" fmla="*/ 708661 w 3862373"/>
                <a:gd name="connsiteY2725" fmla="*/ 902664 h 3682908"/>
                <a:gd name="connsiteX2726" fmla="*/ 669559 w 3862373"/>
                <a:gd name="connsiteY2726" fmla="*/ 941750 h 3682908"/>
                <a:gd name="connsiteX2727" fmla="*/ 630484 w 3862373"/>
                <a:gd name="connsiteY2727" fmla="*/ 902664 h 3682908"/>
                <a:gd name="connsiteX2728" fmla="*/ 669559 w 3862373"/>
                <a:gd name="connsiteY2728" fmla="*/ 863577 h 3682908"/>
                <a:gd name="connsiteX2729" fmla="*/ 577280 w 3862373"/>
                <a:gd name="connsiteY2729" fmla="*/ 863577 h 3682908"/>
                <a:gd name="connsiteX2730" fmla="*/ 616379 w 3862373"/>
                <a:gd name="connsiteY2730" fmla="*/ 902664 h 3682908"/>
                <a:gd name="connsiteX2731" fmla="*/ 577280 w 3862373"/>
                <a:gd name="connsiteY2731" fmla="*/ 941750 h 3682908"/>
                <a:gd name="connsiteX2732" fmla="*/ 538181 w 3862373"/>
                <a:gd name="connsiteY2732" fmla="*/ 902664 h 3682908"/>
                <a:gd name="connsiteX2733" fmla="*/ 577280 w 3862373"/>
                <a:gd name="connsiteY2733" fmla="*/ 863577 h 3682908"/>
                <a:gd name="connsiteX2734" fmla="*/ 484994 w 3862373"/>
                <a:gd name="connsiteY2734" fmla="*/ 863577 h 3682908"/>
                <a:gd name="connsiteX2735" fmla="*/ 524078 w 3862373"/>
                <a:gd name="connsiteY2735" fmla="*/ 902664 h 3682908"/>
                <a:gd name="connsiteX2736" fmla="*/ 484994 w 3862373"/>
                <a:gd name="connsiteY2736" fmla="*/ 941750 h 3682908"/>
                <a:gd name="connsiteX2737" fmla="*/ 445922 w 3862373"/>
                <a:gd name="connsiteY2737" fmla="*/ 902664 h 3682908"/>
                <a:gd name="connsiteX2738" fmla="*/ 484994 w 3862373"/>
                <a:gd name="connsiteY2738" fmla="*/ 863577 h 3682908"/>
                <a:gd name="connsiteX2739" fmla="*/ 390347 w 3862373"/>
                <a:gd name="connsiteY2739" fmla="*/ 863577 h 3682908"/>
                <a:gd name="connsiteX2740" fmla="*/ 429445 w 3862373"/>
                <a:gd name="connsiteY2740" fmla="*/ 902664 h 3682908"/>
                <a:gd name="connsiteX2741" fmla="*/ 390347 w 3862373"/>
                <a:gd name="connsiteY2741" fmla="*/ 941750 h 3682908"/>
                <a:gd name="connsiteX2742" fmla="*/ 351276 w 3862373"/>
                <a:gd name="connsiteY2742" fmla="*/ 902664 h 3682908"/>
                <a:gd name="connsiteX2743" fmla="*/ 390347 w 3862373"/>
                <a:gd name="connsiteY2743" fmla="*/ 863577 h 3682908"/>
                <a:gd name="connsiteX2744" fmla="*/ 298076 w 3862373"/>
                <a:gd name="connsiteY2744" fmla="*/ 863577 h 3682908"/>
                <a:gd name="connsiteX2745" fmla="*/ 337175 w 3862373"/>
                <a:gd name="connsiteY2745" fmla="*/ 902664 h 3682908"/>
                <a:gd name="connsiteX2746" fmla="*/ 298076 w 3862373"/>
                <a:gd name="connsiteY2746" fmla="*/ 941750 h 3682908"/>
                <a:gd name="connsiteX2747" fmla="*/ 258986 w 3862373"/>
                <a:gd name="connsiteY2747" fmla="*/ 902664 h 3682908"/>
                <a:gd name="connsiteX2748" fmla="*/ 298076 w 3862373"/>
                <a:gd name="connsiteY2748" fmla="*/ 863577 h 3682908"/>
                <a:gd name="connsiteX2749" fmla="*/ 203430 w 3862373"/>
                <a:gd name="connsiteY2749" fmla="*/ 863577 h 3682908"/>
                <a:gd name="connsiteX2750" fmla="*/ 242520 w 3862373"/>
                <a:gd name="connsiteY2750" fmla="*/ 902664 h 3682908"/>
                <a:gd name="connsiteX2751" fmla="*/ 203430 w 3862373"/>
                <a:gd name="connsiteY2751" fmla="*/ 941750 h 3682908"/>
                <a:gd name="connsiteX2752" fmla="*/ 164345 w 3862373"/>
                <a:gd name="connsiteY2752" fmla="*/ 902664 h 3682908"/>
                <a:gd name="connsiteX2753" fmla="*/ 203430 w 3862373"/>
                <a:gd name="connsiteY2753" fmla="*/ 863577 h 3682908"/>
                <a:gd name="connsiteX2754" fmla="*/ 111158 w 3862373"/>
                <a:gd name="connsiteY2754" fmla="*/ 863577 h 3682908"/>
                <a:gd name="connsiteX2755" fmla="*/ 150245 w 3862373"/>
                <a:gd name="connsiteY2755" fmla="*/ 902664 h 3682908"/>
                <a:gd name="connsiteX2756" fmla="*/ 111158 w 3862373"/>
                <a:gd name="connsiteY2756" fmla="*/ 941750 h 3682908"/>
                <a:gd name="connsiteX2757" fmla="*/ 83520 w 3862373"/>
                <a:gd name="connsiteY2757" fmla="*/ 930302 h 3682908"/>
                <a:gd name="connsiteX2758" fmla="*/ 79204 w 3862373"/>
                <a:gd name="connsiteY2758" fmla="*/ 919881 h 3682908"/>
                <a:gd name="connsiteX2759" fmla="*/ 105123 w 3862373"/>
                <a:gd name="connsiteY2759" fmla="*/ 866077 h 3682908"/>
                <a:gd name="connsiteX2760" fmla="*/ 142783 w 3862373"/>
                <a:gd name="connsiteY2760" fmla="*/ 799461 h 3682908"/>
                <a:gd name="connsiteX2761" fmla="*/ 150250 w 3862373"/>
                <a:gd name="connsiteY2761" fmla="*/ 817487 h 3682908"/>
                <a:gd name="connsiteX2762" fmla="*/ 111162 w 3862373"/>
                <a:gd name="connsiteY2762" fmla="*/ 856575 h 3682908"/>
                <a:gd name="connsiteX2763" fmla="*/ 109944 w 3862373"/>
                <a:gd name="connsiteY2763" fmla="*/ 856070 h 3682908"/>
                <a:gd name="connsiteX2764" fmla="*/ 115886 w 3862373"/>
                <a:gd name="connsiteY2764" fmla="*/ 843734 h 3682908"/>
                <a:gd name="connsiteX2765" fmla="*/ 3582534 w 3862373"/>
                <a:gd name="connsiteY2765" fmla="*/ 779163 h 3682908"/>
                <a:gd name="connsiteX2766" fmla="*/ 3616309 w 3862373"/>
                <a:gd name="connsiteY2766" fmla="*/ 834758 h 3682908"/>
                <a:gd name="connsiteX2767" fmla="*/ 3612015 w 3862373"/>
                <a:gd name="connsiteY2767" fmla="*/ 845126 h 3682908"/>
                <a:gd name="connsiteX2768" fmla="*/ 3584375 w 3862373"/>
                <a:gd name="connsiteY2768" fmla="*/ 856575 h 3682908"/>
                <a:gd name="connsiteX2769" fmla="*/ 3545289 w 3862373"/>
                <a:gd name="connsiteY2769" fmla="*/ 817487 h 3682908"/>
                <a:gd name="connsiteX2770" fmla="*/ 3556737 w 3862373"/>
                <a:gd name="connsiteY2770" fmla="*/ 789849 h 3682908"/>
                <a:gd name="connsiteX2771" fmla="*/ 3489735 w 3862373"/>
                <a:gd name="connsiteY2771" fmla="*/ 778400 h 3682908"/>
                <a:gd name="connsiteX2772" fmla="*/ 3528823 w 3862373"/>
                <a:gd name="connsiteY2772" fmla="*/ 817487 h 3682908"/>
                <a:gd name="connsiteX2773" fmla="*/ 3489735 w 3862373"/>
                <a:gd name="connsiteY2773" fmla="*/ 856575 h 3682908"/>
                <a:gd name="connsiteX2774" fmla="*/ 3450649 w 3862373"/>
                <a:gd name="connsiteY2774" fmla="*/ 817487 h 3682908"/>
                <a:gd name="connsiteX2775" fmla="*/ 3489735 w 3862373"/>
                <a:gd name="connsiteY2775" fmla="*/ 778400 h 3682908"/>
                <a:gd name="connsiteX2776" fmla="*/ 3392730 w 3862373"/>
                <a:gd name="connsiteY2776" fmla="*/ 778400 h 3682908"/>
                <a:gd name="connsiteX2777" fmla="*/ 3431817 w 3862373"/>
                <a:gd name="connsiteY2777" fmla="*/ 817487 h 3682908"/>
                <a:gd name="connsiteX2778" fmla="*/ 3392730 w 3862373"/>
                <a:gd name="connsiteY2778" fmla="*/ 856575 h 3682908"/>
                <a:gd name="connsiteX2779" fmla="*/ 3353643 w 3862373"/>
                <a:gd name="connsiteY2779" fmla="*/ 817487 h 3682908"/>
                <a:gd name="connsiteX2780" fmla="*/ 3392730 w 3862373"/>
                <a:gd name="connsiteY2780" fmla="*/ 778400 h 3682908"/>
                <a:gd name="connsiteX2781" fmla="*/ 3300455 w 3862373"/>
                <a:gd name="connsiteY2781" fmla="*/ 778400 h 3682908"/>
                <a:gd name="connsiteX2782" fmla="*/ 3339543 w 3862373"/>
                <a:gd name="connsiteY2782" fmla="*/ 817487 h 3682908"/>
                <a:gd name="connsiteX2783" fmla="*/ 3300455 w 3862373"/>
                <a:gd name="connsiteY2783" fmla="*/ 856575 h 3682908"/>
                <a:gd name="connsiteX2784" fmla="*/ 3261368 w 3862373"/>
                <a:gd name="connsiteY2784" fmla="*/ 817487 h 3682908"/>
                <a:gd name="connsiteX2785" fmla="*/ 3300455 w 3862373"/>
                <a:gd name="connsiteY2785" fmla="*/ 778400 h 3682908"/>
                <a:gd name="connsiteX2786" fmla="*/ 3205815 w 3862373"/>
                <a:gd name="connsiteY2786" fmla="*/ 778400 h 3682908"/>
                <a:gd name="connsiteX2787" fmla="*/ 3244902 w 3862373"/>
                <a:gd name="connsiteY2787" fmla="*/ 817487 h 3682908"/>
                <a:gd name="connsiteX2788" fmla="*/ 3205815 w 3862373"/>
                <a:gd name="connsiteY2788" fmla="*/ 856575 h 3682908"/>
                <a:gd name="connsiteX2789" fmla="*/ 3166728 w 3862373"/>
                <a:gd name="connsiteY2789" fmla="*/ 817487 h 3682908"/>
                <a:gd name="connsiteX2790" fmla="*/ 3205815 w 3862373"/>
                <a:gd name="connsiteY2790" fmla="*/ 778400 h 3682908"/>
                <a:gd name="connsiteX2791" fmla="*/ 3111175 w 3862373"/>
                <a:gd name="connsiteY2791" fmla="*/ 778400 h 3682908"/>
                <a:gd name="connsiteX2792" fmla="*/ 3150262 w 3862373"/>
                <a:gd name="connsiteY2792" fmla="*/ 817487 h 3682908"/>
                <a:gd name="connsiteX2793" fmla="*/ 3111175 w 3862373"/>
                <a:gd name="connsiteY2793" fmla="*/ 856575 h 3682908"/>
                <a:gd name="connsiteX2794" fmla="*/ 3072088 w 3862373"/>
                <a:gd name="connsiteY2794" fmla="*/ 817487 h 3682908"/>
                <a:gd name="connsiteX2795" fmla="*/ 3111175 w 3862373"/>
                <a:gd name="connsiteY2795" fmla="*/ 778400 h 3682908"/>
                <a:gd name="connsiteX2796" fmla="*/ 3018901 w 3862373"/>
                <a:gd name="connsiteY2796" fmla="*/ 778400 h 3682908"/>
                <a:gd name="connsiteX2797" fmla="*/ 3057988 w 3862373"/>
                <a:gd name="connsiteY2797" fmla="*/ 817487 h 3682908"/>
                <a:gd name="connsiteX2798" fmla="*/ 3018901 w 3862373"/>
                <a:gd name="connsiteY2798" fmla="*/ 856575 h 3682908"/>
                <a:gd name="connsiteX2799" fmla="*/ 2979813 w 3862373"/>
                <a:gd name="connsiteY2799" fmla="*/ 817487 h 3682908"/>
                <a:gd name="connsiteX2800" fmla="*/ 3018901 w 3862373"/>
                <a:gd name="connsiteY2800" fmla="*/ 778400 h 3682908"/>
                <a:gd name="connsiteX2801" fmla="*/ 2831986 w 3862373"/>
                <a:gd name="connsiteY2801" fmla="*/ 778400 h 3682908"/>
                <a:gd name="connsiteX2802" fmla="*/ 2871073 w 3862373"/>
                <a:gd name="connsiteY2802" fmla="*/ 817487 h 3682908"/>
                <a:gd name="connsiteX2803" fmla="*/ 2831986 w 3862373"/>
                <a:gd name="connsiteY2803" fmla="*/ 856575 h 3682908"/>
                <a:gd name="connsiteX2804" fmla="*/ 2792899 w 3862373"/>
                <a:gd name="connsiteY2804" fmla="*/ 817487 h 3682908"/>
                <a:gd name="connsiteX2805" fmla="*/ 2831986 w 3862373"/>
                <a:gd name="connsiteY2805" fmla="*/ 778400 h 3682908"/>
                <a:gd name="connsiteX2806" fmla="*/ 2737371 w 3862373"/>
                <a:gd name="connsiteY2806" fmla="*/ 778400 h 3682908"/>
                <a:gd name="connsiteX2807" fmla="*/ 2776433 w 3862373"/>
                <a:gd name="connsiteY2807" fmla="*/ 817487 h 3682908"/>
                <a:gd name="connsiteX2808" fmla="*/ 2737371 w 3862373"/>
                <a:gd name="connsiteY2808" fmla="*/ 856575 h 3682908"/>
                <a:gd name="connsiteX2809" fmla="*/ 2698271 w 3862373"/>
                <a:gd name="connsiteY2809" fmla="*/ 817487 h 3682908"/>
                <a:gd name="connsiteX2810" fmla="*/ 2737371 w 3862373"/>
                <a:gd name="connsiteY2810" fmla="*/ 778400 h 3682908"/>
                <a:gd name="connsiteX2811" fmla="*/ 2645073 w 3862373"/>
                <a:gd name="connsiteY2811" fmla="*/ 778400 h 3682908"/>
                <a:gd name="connsiteX2812" fmla="*/ 2684167 w 3862373"/>
                <a:gd name="connsiteY2812" fmla="*/ 817487 h 3682908"/>
                <a:gd name="connsiteX2813" fmla="*/ 2645073 w 3862373"/>
                <a:gd name="connsiteY2813" fmla="*/ 856575 h 3682908"/>
                <a:gd name="connsiteX2814" fmla="*/ 2605987 w 3862373"/>
                <a:gd name="connsiteY2814" fmla="*/ 817487 h 3682908"/>
                <a:gd name="connsiteX2815" fmla="*/ 2645073 w 3862373"/>
                <a:gd name="connsiteY2815" fmla="*/ 778400 h 3682908"/>
                <a:gd name="connsiteX2816" fmla="*/ 1703431 w 3862373"/>
                <a:gd name="connsiteY2816" fmla="*/ 778400 h 3682908"/>
                <a:gd name="connsiteX2817" fmla="*/ 1742522 w 3862373"/>
                <a:gd name="connsiteY2817" fmla="*/ 817487 h 3682908"/>
                <a:gd name="connsiteX2818" fmla="*/ 1703431 w 3862373"/>
                <a:gd name="connsiteY2818" fmla="*/ 856575 h 3682908"/>
                <a:gd name="connsiteX2819" fmla="*/ 1664349 w 3862373"/>
                <a:gd name="connsiteY2819" fmla="*/ 817487 h 3682908"/>
                <a:gd name="connsiteX2820" fmla="*/ 1703431 w 3862373"/>
                <a:gd name="connsiteY2820" fmla="*/ 778400 h 3682908"/>
                <a:gd name="connsiteX2821" fmla="*/ 1045724 w 3862373"/>
                <a:gd name="connsiteY2821" fmla="*/ 778400 h 3682908"/>
                <a:gd name="connsiteX2822" fmla="*/ 1084813 w 3862373"/>
                <a:gd name="connsiteY2822" fmla="*/ 817487 h 3682908"/>
                <a:gd name="connsiteX2823" fmla="*/ 1045724 w 3862373"/>
                <a:gd name="connsiteY2823" fmla="*/ 856575 h 3682908"/>
                <a:gd name="connsiteX2824" fmla="*/ 1006642 w 3862373"/>
                <a:gd name="connsiteY2824" fmla="*/ 817487 h 3682908"/>
                <a:gd name="connsiteX2825" fmla="*/ 1045724 w 3862373"/>
                <a:gd name="connsiteY2825" fmla="*/ 778400 h 3682908"/>
                <a:gd name="connsiteX2826" fmla="*/ 669571 w 3862373"/>
                <a:gd name="connsiteY2826" fmla="*/ 778400 h 3682908"/>
                <a:gd name="connsiteX2827" fmla="*/ 708668 w 3862373"/>
                <a:gd name="connsiteY2827" fmla="*/ 817487 h 3682908"/>
                <a:gd name="connsiteX2828" fmla="*/ 669571 w 3862373"/>
                <a:gd name="connsiteY2828" fmla="*/ 856575 h 3682908"/>
                <a:gd name="connsiteX2829" fmla="*/ 630491 w 3862373"/>
                <a:gd name="connsiteY2829" fmla="*/ 817487 h 3682908"/>
                <a:gd name="connsiteX2830" fmla="*/ 669571 w 3862373"/>
                <a:gd name="connsiteY2830" fmla="*/ 778400 h 3682908"/>
                <a:gd name="connsiteX2831" fmla="*/ 577286 w 3862373"/>
                <a:gd name="connsiteY2831" fmla="*/ 778400 h 3682908"/>
                <a:gd name="connsiteX2832" fmla="*/ 616386 w 3862373"/>
                <a:gd name="connsiteY2832" fmla="*/ 817487 h 3682908"/>
                <a:gd name="connsiteX2833" fmla="*/ 577286 w 3862373"/>
                <a:gd name="connsiteY2833" fmla="*/ 856575 h 3682908"/>
                <a:gd name="connsiteX2834" fmla="*/ 538187 w 3862373"/>
                <a:gd name="connsiteY2834" fmla="*/ 817487 h 3682908"/>
                <a:gd name="connsiteX2835" fmla="*/ 577286 w 3862373"/>
                <a:gd name="connsiteY2835" fmla="*/ 778400 h 3682908"/>
                <a:gd name="connsiteX2836" fmla="*/ 484999 w 3862373"/>
                <a:gd name="connsiteY2836" fmla="*/ 778400 h 3682908"/>
                <a:gd name="connsiteX2837" fmla="*/ 524083 w 3862373"/>
                <a:gd name="connsiteY2837" fmla="*/ 817487 h 3682908"/>
                <a:gd name="connsiteX2838" fmla="*/ 484999 w 3862373"/>
                <a:gd name="connsiteY2838" fmla="*/ 856575 h 3682908"/>
                <a:gd name="connsiteX2839" fmla="*/ 445926 w 3862373"/>
                <a:gd name="connsiteY2839" fmla="*/ 817487 h 3682908"/>
                <a:gd name="connsiteX2840" fmla="*/ 484999 w 3862373"/>
                <a:gd name="connsiteY2840" fmla="*/ 778400 h 3682908"/>
                <a:gd name="connsiteX2841" fmla="*/ 390347 w 3862373"/>
                <a:gd name="connsiteY2841" fmla="*/ 778400 h 3682908"/>
                <a:gd name="connsiteX2842" fmla="*/ 429451 w 3862373"/>
                <a:gd name="connsiteY2842" fmla="*/ 817487 h 3682908"/>
                <a:gd name="connsiteX2843" fmla="*/ 390347 w 3862373"/>
                <a:gd name="connsiteY2843" fmla="*/ 856575 h 3682908"/>
                <a:gd name="connsiteX2844" fmla="*/ 351281 w 3862373"/>
                <a:gd name="connsiteY2844" fmla="*/ 817487 h 3682908"/>
                <a:gd name="connsiteX2845" fmla="*/ 390347 w 3862373"/>
                <a:gd name="connsiteY2845" fmla="*/ 778400 h 3682908"/>
                <a:gd name="connsiteX2846" fmla="*/ 298081 w 3862373"/>
                <a:gd name="connsiteY2846" fmla="*/ 778400 h 3682908"/>
                <a:gd name="connsiteX2847" fmla="*/ 337179 w 3862373"/>
                <a:gd name="connsiteY2847" fmla="*/ 817487 h 3682908"/>
                <a:gd name="connsiteX2848" fmla="*/ 298081 w 3862373"/>
                <a:gd name="connsiteY2848" fmla="*/ 856575 h 3682908"/>
                <a:gd name="connsiteX2849" fmla="*/ 258991 w 3862373"/>
                <a:gd name="connsiteY2849" fmla="*/ 817487 h 3682908"/>
                <a:gd name="connsiteX2850" fmla="*/ 298081 w 3862373"/>
                <a:gd name="connsiteY2850" fmla="*/ 778400 h 3682908"/>
                <a:gd name="connsiteX2851" fmla="*/ 203435 w 3862373"/>
                <a:gd name="connsiteY2851" fmla="*/ 778400 h 3682908"/>
                <a:gd name="connsiteX2852" fmla="*/ 242524 w 3862373"/>
                <a:gd name="connsiteY2852" fmla="*/ 817487 h 3682908"/>
                <a:gd name="connsiteX2853" fmla="*/ 203435 w 3862373"/>
                <a:gd name="connsiteY2853" fmla="*/ 856575 h 3682908"/>
                <a:gd name="connsiteX2854" fmla="*/ 164349 w 3862373"/>
                <a:gd name="connsiteY2854" fmla="*/ 817487 h 3682908"/>
                <a:gd name="connsiteX2855" fmla="*/ 203435 w 3862373"/>
                <a:gd name="connsiteY2855" fmla="*/ 778400 h 3682908"/>
                <a:gd name="connsiteX2856" fmla="*/ 3548266 w 3862373"/>
                <a:gd name="connsiteY2856" fmla="*/ 722756 h 3682908"/>
                <a:gd name="connsiteX2857" fmla="*/ 3573690 w 3862373"/>
                <a:gd name="connsiteY2857" fmla="*/ 764605 h 3682908"/>
                <a:gd name="connsiteX2858" fmla="*/ 3556737 w 3862373"/>
                <a:gd name="connsiteY2858" fmla="*/ 757582 h 3682908"/>
                <a:gd name="connsiteX2859" fmla="*/ 3545289 w 3862373"/>
                <a:gd name="connsiteY2859" fmla="*/ 729943 h 3682908"/>
                <a:gd name="connsiteX2860" fmla="*/ 207691 w 3862373"/>
                <a:gd name="connsiteY2860" fmla="*/ 692618 h 3682908"/>
                <a:gd name="connsiteX2861" fmla="*/ 231082 w 3862373"/>
                <a:gd name="connsiteY2861" fmla="*/ 702305 h 3682908"/>
                <a:gd name="connsiteX2862" fmla="*/ 242530 w 3862373"/>
                <a:gd name="connsiteY2862" fmla="*/ 729943 h 3682908"/>
                <a:gd name="connsiteX2863" fmla="*/ 203440 w 3862373"/>
                <a:gd name="connsiteY2863" fmla="*/ 769031 h 3682908"/>
                <a:gd name="connsiteX2864" fmla="*/ 175804 w 3862373"/>
                <a:gd name="connsiteY2864" fmla="*/ 757582 h 3682908"/>
                <a:gd name="connsiteX2865" fmla="*/ 172731 w 3862373"/>
                <a:gd name="connsiteY2865" fmla="*/ 750164 h 3682908"/>
                <a:gd name="connsiteX2866" fmla="*/ 3489735 w 3862373"/>
                <a:gd name="connsiteY2866" fmla="*/ 690857 h 3682908"/>
                <a:gd name="connsiteX2867" fmla="*/ 3528822 w 3862373"/>
                <a:gd name="connsiteY2867" fmla="*/ 729943 h 3682908"/>
                <a:gd name="connsiteX2868" fmla="*/ 3489735 w 3862373"/>
                <a:gd name="connsiteY2868" fmla="*/ 769031 h 3682908"/>
                <a:gd name="connsiteX2869" fmla="*/ 3450647 w 3862373"/>
                <a:gd name="connsiteY2869" fmla="*/ 729943 h 3682908"/>
                <a:gd name="connsiteX2870" fmla="*/ 3489735 w 3862373"/>
                <a:gd name="connsiteY2870" fmla="*/ 690857 h 3682908"/>
                <a:gd name="connsiteX2871" fmla="*/ 3392730 w 3862373"/>
                <a:gd name="connsiteY2871" fmla="*/ 690857 h 3682908"/>
                <a:gd name="connsiteX2872" fmla="*/ 3431817 w 3862373"/>
                <a:gd name="connsiteY2872" fmla="*/ 729943 h 3682908"/>
                <a:gd name="connsiteX2873" fmla="*/ 3392730 w 3862373"/>
                <a:gd name="connsiteY2873" fmla="*/ 769031 h 3682908"/>
                <a:gd name="connsiteX2874" fmla="*/ 3353643 w 3862373"/>
                <a:gd name="connsiteY2874" fmla="*/ 729943 h 3682908"/>
                <a:gd name="connsiteX2875" fmla="*/ 3392730 w 3862373"/>
                <a:gd name="connsiteY2875" fmla="*/ 690857 h 3682908"/>
                <a:gd name="connsiteX2876" fmla="*/ 3300455 w 3862373"/>
                <a:gd name="connsiteY2876" fmla="*/ 690857 h 3682908"/>
                <a:gd name="connsiteX2877" fmla="*/ 3339542 w 3862373"/>
                <a:gd name="connsiteY2877" fmla="*/ 729944 h 3682908"/>
                <a:gd name="connsiteX2878" fmla="*/ 3300455 w 3862373"/>
                <a:gd name="connsiteY2878" fmla="*/ 769031 h 3682908"/>
                <a:gd name="connsiteX2879" fmla="*/ 3261368 w 3862373"/>
                <a:gd name="connsiteY2879" fmla="*/ 729944 h 3682908"/>
                <a:gd name="connsiteX2880" fmla="*/ 3300455 w 3862373"/>
                <a:gd name="connsiteY2880" fmla="*/ 690857 h 3682908"/>
                <a:gd name="connsiteX2881" fmla="*/ 3205815 w 3862373"/>
                <a:gd name="connsiteY2881" fmla="*/ 690857 h 3682908"/>
                <a:gd name="connsiteX2882" fmla="*/ 3244902 w 3862373"/>
                <a:gd name="connsiteY2882" fmla="*/ 729943 h 3682908"/>
                <a:gd name="connsiteX2883" fmla="*/ 3205815 w 3862373"/>
                <a:gd name="connsiteY2883" fmla="*/ 769031 h 3682908"/>
                <a:gd name="connsiteX2884" fmla="*/ 3166728 w 3862373"/>
                <a:gd name="connsiteY2884" fmla="*/ 729943 h 3682908"/>
                <a:gd name="connsiteX2885" fmla="*/ 3205815 w 3862373"/>
                <a:gd name="connsiteY2885" fmla="*/ 690857 h 3682908"/>
                <a:gd name="connsiteX2886" fmla="*/ 3111175 w 3862373"/>
                <a:gd name="connsiteY2886" fmla="*/ 690857 h 3682908"/>
                <a:gd name="connsiteX2887" fmla="*/ 3150262 w 3862373"/>
                <a:gd name="connsiteY2887" fmla="*/ 729944 h 3682908"/>
                <a:gd name="connsiteX2888" fmla="*/ 3111175 w 3862373"/>
                <a:gd name="connsiteY2888" fmla="*/ 769031 h 3682908"/>
                <a:gd name="connsiteX2889" fmla="*/ 3072088 w 3862373"/>
                <a:gd name="connsiteY2889" fmla="*/ 729944 h 3682908"/>
                <a:gd name="connsiteX2890" fmla="*/ 3111175 w 3862373"/>
                <a:gd name="connsiteY2890" fmla="*/ 690857 h 3682908"/>
                <a:gd name="connsiteX2891" fmla="*/ 3018901 w 3862373"/>
                <a:gd name="connsiteY2891" fmla="*/ 690857 h 3682908"/>
                <a:gd name="connsiteX2892" fmla="*/ 3057988 w 3862373"/>
                <a:gd name="connsiteY2892" fmla="*/ 729944 h 3682908"/>
                <a:gd name="connsiteX2893" fmla="*/ 3018901 w 3862373"/>
                <a:gd name="connsiteY2893" fmla="*/ 769031 h 3682908"/>
                <a:gd name="connsiteX2894" fmla="*/ 2979813 w 3862373"/>
                <a:gd name="connsiteY2894" fmla="*/ 729944 h 3682908"/>
                <a:gd name="connsiteX2895" fmla="*/ 3018901 w 3862373"/>
                <a:gd name="connsiteY2895" fmla="*/ 690857 h 3682908"/>
                <a:gd name="connsiteX2896" fmla="*/ 2924262 w 3862373"/>
                <a:gd name="connsiteY2896" fmla="*/ 690857 h 3682908"/>
                <a:gd name="connsiteX2897" fmla="*/ 2963349 w 3862373"/>
                <a:gd name="connsiteY2897" fmla="*/ 729943 h 3682908"/>
                <a:gd name="connsiteX2898" fmla="*/ 2924262 w 3862373"/>
                <a:gd name="connsiteY2898" fmla="*/ 769031 h 3682908"/>
                <a:gd name="connsiteX2899" fmla="*/ 2885175 w 3862373"/>
                <a:gd name="connsiteY2899" fmla="*/ 729943 h 3682908"/>
                <a:gd name="connsiteX2900" fmla="*/ 2924262 w 3862373"/>
                <a:gd name="connsiteY2900" fmla="*/ 690857 h 3682908"/>
                <a:gd name="connsiteX2901" fmla="*/ 2831986 w 3862373"/>
                <a:gd name="connsiteY2901" fmla="*/ 690857 h 3682908"/>
                <a:gd name="connsiteX2902" fmla="*/ 2871073 w 3862373"/>
                <a:gd name="connsiteY2902" fmla="*/ 729944 h 3682908"/>
                <a:gd name="connsiteX2903" fmla="*/ 2831986 w 3862373"/>
                <a:gd name="connsiteY2903" fmla="*/ 769031 h 3682908"/>
                <a:gd name="connsiteX2904" fmla="*/ 2792899 w 3862373"/>
                <a:gd name="connsiteY2904" fmla="*/ 729944 h 3682908"/>
                <a:gd name="connsiteX2905" fmla="*/ 2831986 w 3862373"/>
                <a:gd name="connsiteY2905" fmla="*/ 690857 h 3682908"/>
                <a:gd name="connsiteX2906" fmla="*/ 2737373 w 3862373"/>
                <a:gd name="connsiteY2906" fmla="*/ 690857 h 3682908"/>
                <a:gd name="connsiteX2907" fmla="*/ 2776434 w 3862373"/>
                <a:gd name="connsiteY2907" fmla="*/ 729944 h 3682908"/>
                <a:gd name="connsiteX2908" fmla="*/ 2737373 w 3862373"/>
                <a:gd name="connsiteY2908" fmla="*/ 769031 h 3682908"/>
                <a:gd name="connsiteX2909" fmla="*/ 2698271 w 3862373"/>
                <a:gd name="connsiteY2909" fmla="*/ 729944 h 3682908"/>
                <a:gd name="connsiteX2910" fmla="*/ 2737373 w 3862373"/>
                <a:gd name="connsiteY2910" fmla="*/ 690857 h 3682908"/>
                <a:gd name="connsiteX2911" fmla="*/ 2266534 w 3862373"/>
                <a:gd name="connsiteY2911" fmla="*/ 690857 h 3682908"/>
                <a:gd name="connsiteX2912" fmla="*/ 2305617 w 3862373"/>
                <a:gd name="connsiteY2912" fmla="*/ 729943 h 3682908"/>
                <a:gd name="connsiteX2913" fmla="*/ 2266534 w 3862373"/>
                <a:gd name="connsiteY2913" fmla="*/ 769031 h 3682908"/>
                <a:gd name="connsiteX2914" fmla="*/ 2227440 w 3862373"/>
                <a:gd name="connsiteY2914" fmla="*/ 729943 h 3682908"/>
                <a:gd name="connsiteX2915" fmla="*/ 2266534 w 3862373"/>
                <a:gd name="connsiteY2915" fmla="*/ 690857 h 3682908"/>
                <a:gd name="connsiteX2916" fmla="*/ 2171886 w 3862373"/>
                <a:gd name="connsiteY2916" fmla="*/ 690857 h 3682908"/>
                <a:gd name="connsiteX2917" fmla="*/ 2210979 w 3862373"/>
                <a:gd name="connsiteY2917" fmla="*/ 729944 h 3682908"/>
                <a:gd name="connsiteX2918" fmla="*/ 2171886 w 3862373"/>
                <a:gd name="connsiteY2918" fmla="*/ 769031 h 3682908"/>
                <a:gd name="connsiteX2919" fmla="*/ 2132800 w 3862373"/>
                <a:gd name="connsiteY2919" fmla="*/ 729944 h 3682908"/>
                <a:gd name="connsiteX2920" fmla="*/ 2171886 w 3862373"/>
                <a:gd name="connsiteY2920" fmla="*/ 690857 h 3682908"/>
                <a:gd name="connsiteX2921" fmla="*/ 2079612 w 3862373"/>
                <a:gd name="connsiteY2921" fmla="*/ 690857 h 3682908"/>
                <a:gd name="connsiteX2922" fmla="*/ 2118698 w 3862373"/>
                <a:gd name="connsiteY2922" fmla="*/ 729944 h 3682908"/>
                <a:gd name="connsiteX2923" fmla="*/ 2079612 w 3862373"/>
                <a:gd name="connsiteY2923" fmla="*/ 769031 h 3682908"/>
                <a:gd name="connsiteX2924" fmla="*/ 2040529 w 3862373"/>
                <a:gd name="connsiteY2924" fmla="*/ 729944 h 3682908"/>
                <a:gd name="connsiteX2925" fmla="*/ 2079612 w 3862373"/>
                <a:gd name="connsiteY2925" fmla="*/ 690857 h 3682908"/>
                <a:gd name="connsiteX2926" fmla="*/ 1703432 w 3862373"/>
                <a:gd name="connsiteY2926" fmla="*/ 690857 h 3682908"/>
                <a:gd name="connsiteX2927" fmla="*/ 1742522 w 3862373"/>
                <a:gd name="connsiteY2927" fmla="*/ 729943 h 3682908"/>
                <a:gd name="connsiteX2928" fmla="*/ 1703432 w 3862373"/>
                <a:gd name="connsiteY2928" fmla="*/ 769031 h 3682908"/>
                <a:gd name="connsiteX2929" fmla="*/ 1664351 w 3862373"/>
                <a:gd name="connsiteY2929" fmla="*/ 729943 h 3682908"/>
                <a:gd name="connsiteX2930" fmla="*/ 1703432 w 3862373"/>
                <a:gd name="connsiteY2930" fmla="*/ 690857 h 3682908"/>
                <a:gd name="connsiteX2931" fmla="*/ 1611147 w 3862373"/>
                <a:gd name="connsiteY2931" fmla="*/ 690857 h 3682908"/>
                <a:gd name="connsiteX2932" fmla="*/ 1650245 w 3862373"/>
                <a:gd name="connsiteY2932" fmla="*/ 729944 h 3682908"/>
                <a:gd name="connsiteX2933" fmla="*/ 1611147 w 3862373"/>
                <a:gd name="connsiteY2933" fmla="*/ 769031 h 3682908"/>
                <a:gd name="connsiteX2934" fmla="*/ 1572133 w 3862373"/>
                <a:gd name="connsiteY2934" fmla="*/ 729944 h 3682908"/>
                <a:gd name="connsiteX2935" fmla="*/ 1611147 w 3862373"/>
                <a:gd name="connsiteY2935" fmla="*/ 690857 h 3682908"/>
                <a:gd name="connsiteX2936" fmla="*/ 1232669 w 3862373"/>
                <a:gd name="connsiteY2936" fmla="*/ 690857 h 3682908"/>
                <a:gd name="connsiteX2937" fmla="*/ 1271741 w 3862373"/>
                <a:gd name="connsiteY2937" fmla="*/ 729943 h 3682908"/>
                <a:gd name="connsiteX2938" fmla="*/ 1232669 w 3862373"/>
                <a:gd name="connsiteY2938" fmla="*/ 769031 h 3682908"/>
                <a:gd name="connsiteX2939" fmla="*/ 1193583 w 3862373"/>
                <a:gd name="connsiteY2939" fmla="*/ 729943 h 3682908"/>
                <a:gd name="connsiteX2940" fmla="*/ 1232669 w 3862373"/>
                <a:gd name="connsiteY2940" fmla="*/ 690857 h 3682908"/>
                <a:gd name="connsiteX2941" fmla="*/ 1142756 w 3862373"/>
                <a:gd name="connsiteY2941" fmla="*/ 690857 h 3682908"/>
                <a:gd name="connsiteX2942" fmla="*/ 1181847 w 3862373"/>
                <a:gd name="connsiteY2942" fmla="*/ 729944 h 3682908"/>
                <a:gd name="connsiteX2943" fmla="*/ 1142756 w 3862373"/>
                <a:gd name="connsiteY2943" fmla="*/ 769031 h 3682908"/>
                <a:gd name="connsiteX2944" fmla="*/ 1103656 w 3862373"/>
                <a:gd name="connsiteY2944" fmla="*/ 729944 h 3682908"/>
                <a:gd name="connsiteX2945" fmla="*/ 1142756 w 3862373"/>
                <a:gd name="connsiteY2945" fmla="*/ 690857 h 3682908"/>
                <a:gd name="connsiteX2946" fmla="*/ 856480 w 3862373"/>
                <a:gd name="connsiteY2946" fmla="*/ 690857 h 3682908"/>
                <a:gd name="connsiteX2947" fmla="*/ 895560 w 3862373"/>
                <a:gd name="connsiteY2947" fmla="*/ 729943 h 3682908"/>
                <a:gd name="connsiteX2948" fmla="*/ 856480 w 3862373"/>
                <a:gd name="connsiteY2948" fmla="*/ 769031 h 3682908"/>
                <a:gd name="connsiteX2949" fmla="*/ 817401 w 3862373"/>
                <a:gd name="connsiteY2949" fmla="*/ 729943 h 3682908"/>
                <a:gd name="connsiteX2950" fmla="*/ 856480 w 3862373"/>
                <a:gd name="connsiteY2950" fmla="*/ 690857 h 3682908"/>
                <a:gd name="connsiteX2951" fmla="*/ 764220 w 3862373"/>
                <a:gd name="connsiteY2951" fmla="*/ 690857 h 3682908"/>
                <a:gd name="connsiteX2952" fmla="*/ 803302 w 3862373"/>
                <a:gd name="connsiteY2952" fmla="*/ 729944 h 3682908"/>
                <a:gd name="connsiteX2953" fmla="*/ 764220 w 3862373"/>
                <a:gd name="connsiteY2953" fmla="*/ 769031 h 3682908"/>
                <a:gd name="connsiteX2954" fmla="*/ 725137 w 3862373"/>
                <a:gd name="connsiteY2954" fmla="*/ 729944 h 3682908"/>
                <a:gd name="connsiteX2955" fmla="*/ 764220 w 3862373"/>
                <a:gd name="connsiteY2955" fmla="*/ 690857 h 3682908"/>
                <a:gd name="connsiteX2956" fmla="*/ 669571 w 3862373"/>
                <a:gd name="connsiteY2956" fmla="*/ 690857 h 3682908"/>
                <a:gd name="connsiteX2957" fmla="*/ 708675 w 3862373"/>
                <a:gd name="connsiteY2957" fmla="*/ 729943 h 3682908"/>
                <a:gd name="connsiteX2958" fmla="*/ 669571 w 3862373"/>
                <a:gd name="connsiteY2958" fmla="*/ 769031 h 3682908"/>
                <a:gd name="connsiteX2959" fmla="*/ 630497 w 3862373"/>
                <a:gd name="connsiteY2959" fmla="*/ 729943 h 3682908"/>
                <a:gd name="connsiteX2960" fmla="*/ 669571 w 3862373"/>
                <a:gd name="connsiteY2960" fmla="*/ 690857 h 3682908"/>
                <a:gd name="connsiteX2961" fmla="*/ 577293 w 3862373"/>
                <a:gd name="connsiteY2961" fmla="*/ 690857 h 3682908"/>
                <a:gd name="connsiteX2962" fmla="*/ 616393 w 3862373"/>
                <a:gd name="connsiteY2962" fmla="*/ 729943 h 3682908"/>
                <a:gd name="connsiteX2963" fmla="*/ 577293 w 3862373"/>
                <a:gd name="connsiteY2963" fmla="*/ 769031 h 3682908"/>
                <a:gd name="connsiteX2964" fmla="*/ 538195 w 3862373"/>
                <a:gd name="connsiteY2964" fmla="*/ 729943 h 3682908"/>
                <a:gd name="connsiteX2965" fmla="*/ 577293 w 3862373"/>
                <a:gd name="connsiteY2965" fmla="*/ 690857 h 3682908"/>
                <a:gd name="connsiteX2966" fmla="*/ 485003 w 3862373"/>
                <a:gd name="connsiteY2966" fmla="*/ 690857 h 3682908"/>
                <a:gd name="connsiteX2967" fmla="*/ 524091 w 3862373"/>
                <a:gd name="connsiteY2967" fmla="*/ 729943 h 3682908"/>
                <a:gd name="connsiteX2968" fmla="*/ 485003 w 3862373"/>
                <a:gd name="connsiteY2968" fmla="*/ 769031 h 3682908"/>
                <a:gd name="connsiteX2969" fmla="*/ 445934 w 3862373"/>
                <a:gd name="connsiteY2969" fmla="*/ 729943 h 3682908"/>
                <a:gd name="connsiteX2970" fmla="*/ 485003 w 3862373"/>
                <a:gd name="connsiteY2970" fmla="*/ 690857 h 3682908"/>
                <a:gd name="connsiteX2971" fmla="*/ 390354 w 3862373"/>
                <a:gd name="connsiteY2971" fmla="*/ 690857 h 3682908"/>
                <a:gd name="connsiteX2972" fmla="*/ 429457 w 3862373"/>
                <a:gd name="connsiteY2972" fmla="*/ 729943 h 3682908"/>
                <a:gd name="connsiteX2973" fmla="*/ 390354 w 3862373"/>
                <a:gd name="connsiteY2973" fmla="*/ 769031 h 3682908"/>
                <a:gd name="connsiteX2974" fmla="*/ 351287 w 3862373"/>
                <a:gd name="connsiteY2974" fmla="*/ 729943 h 3682908"/>
                <a:gd name="connsiteX2975" fmla="*/ 390354 w 3862373"/>
                <a:gd name="connsiteY2975" fmla="*/ 690857 h 3682908"/>
                <a:gd name="connsiteX2976" fmla="*/ 298087 w 3862373"/>
                <a:gd name="connsiteY2976" fmla="*/ 690857 h 3682908"/>
                <a:gd name="connsiteX2977" fmla="*/ 337188 w 3862373"/>
                <a:gd name="connsiteY2977" fmla="*/ 729943 h 3682908"/>
                <a:gd name="connsiteX2978" fmla="*/ 298087 w 3862373"/>
                <a:gd name="connsiteY2978" fmla="*/ 769031 h 3682908"/>
                <a:gd name="connsiteX2979" fmla="*/ 258997 w 3862373"/>
                <a:gd name="connsiteY2979" fmla="*/ 729943 h 3682908"/>
                <a:gd name="connsiteX2980" fmla="*/ 298087 w 3862373"/>
                <a:gd name="connsiteY2980" fmla="*/ 690857 h 3682908"/>
                <a:gd name="connsiteX2981" fmla="*/ 242207 w 3862373"/>
                <a:gd name="connsiteY2981" fmla="*/ 643975 h 3682908"/>
                <a:gd name="connsiteX2982" fmla="*/ 242535 w 3862373"/>
                <a:gd name="connsiteY2982" fmla="*/ 644768 h 3682908"/>
                <a:gd name="connsiteX2983" fmla="*/ 231087 w 3862373"/>
                <a:gd name="connsiteY2983" fmla="*/ 672407 h 3682908"/>
                <a:gd name="connsiteX2984" fmla="*/ 216396 w 3862373"/>
                <a:gd name="connsiteY2984" fmla="*/ 678492 h 3682908"/>
                <a:gd name="connsiteX2985" fmla="*/ 3472229 w 3862373"/>
                <a:gd name="connsiteY2985" fmla="*/ 612933 h 3682908"/>
                <a:gd name="connsiteX2986" fmla="*/ 3516862 w 3862373"/>
                <a:gd name="connsiteY2986" fmla="*/ 672620 h 3682908"/>
                <a:gd name="connsiteX2987" fmla="*/ 3489735 w 3862373"/>
                <a:gd name="connsiteY2987" fmla="*/ 683855 h 3682908"/>
                <a:gd name="connsiteX2988" fmla="*/ 3450649 w 3862373"/>
                <a:gd name="connsiteY2988" fmla="*/ 644768 h 3682908"/>
                <a:gd name="connsiteX2989" fmla="*/ 3462097 w 3862373"/>
                <a:gd name="connsiteY2989" fmla="*/ 617130 h 3682908"/>
                <a:gd name="connsiteX2990" fmla="*/ 3392730 w 3862373"/>
                <a:gd name="connsiteY2990" fmla="*/ 605682 h 3682908"/>
                <a:gd name="connsiteX2991" fmla="*/ 3431817 w 3862373"/>
                <a:gd name="connsiteY2991" fmla="*/ 644768 h 3682908"/>
                <a:gd name="connsiteX2992" fmla="*/ 3392730 w 3862373"/>
                <a:gd name="connsiteY2992" fmla="*/ 683855 h 3682908"/>
                <a:gd name="connsiteX2993" fmla="*/ 3353643 w 3862373"/>
                <a:gd name="connsiteY2993" fmla="*/ 644768 h 3682908"/>
                <a:gd name="connsiteX2994" fmla="*/ 3392730 w 3862373"/>
                <a:gd name="connsiteY2994" fmla="*/ 605682 h 3682908"/>
                <a:gd name="connsiteX2995" fmla="*/ 3300455 w 3862373"/>
                <a:gd name="connsiteY2995" fmla="*/ 605682 h 3682908"/>
                <a:gd name="connsiteX2996" fmla="*/ 3339543 w 3862373"/>
                <a:gd name="connsiteY2996" fmla="*/ 644768 h 3682908"/>
                <a:gd name="connsiteX2997" fmla="*/ 3300455 w 3862373"/>
                <a:gd name="connsiteY2997" fmla="*/ 683855 h 3682908"/>
                <a:gd name="connsiteX2998" fmla="*/ 3261368 w 3862373"/>
                <a:gd name="connsiteY2998" fmla="*/ 644768 h 3682908"/>
                <a:gd name="connsiteX2999" fmla="*/ 3300455 w 3862373"/>
                <a:gd name="connsiteY2999" fmla="*/ 605682 h 3682908"/>
                <a:gd name="connsiteX3000" fmla="*/ 3205815 w 3862373"/>
                <a:gd name="connsiteY3000" fmla="*/ 605682 h 3682908"/>
                <a:gd name="connsiteX3001" fmla="*/ 3244903 w 3862373"/>
                <a:gd name="connsiteY3001" fmla="*/ 644768 h 3682908"/>
                <a:gd name="connsiteX3002" fmla="*/ 3205815 w 3862373"/>
                <a:gd name="connsiteY3002" fmla="*/ 683855 h 3682908"/>
                <a:gd name="connsiteX3003" fmla="*/ 3166728 w 3862373"/>
                <a:gd name="connsiteY3003" fmla="*/ 644768 h 3682908"/>
                <a:gd name="connsiteX3004" fmla="*/ 3205815 w 3862373"/>
                <a:gd name="connsiteY3004" fmla="*/ 605682 h 3682908"/>
                <a:gd name="connsiteX3005" fmla="*/ 3111175 w 3862373"/>
                <a:gd name="connsiteY3005" fmla="*/ 605682 h 3682908"/>
                <a:gd name="connsiteX3006" fmla="*/ 3150263 w 3862373"/>
                <a:gd name="connsiteY3006" fmla="*/ 644768 h 3682908"/>
                <a:gd name="connsiteX3007" fmla="*/ 3111175 w 3862373"/>
                <a:gd name="connsiteY3007" fmla="*/ 683855 h 3682908"/>
                <a:gd name="connsiteX3008" fmla="*/ 3072088 w 3862373"/>
                <a:gd name="connsiteY3008" fmla="*/ 644768 h 3682908"/>
                <a:gd name="connsiteX3009" fmla="*/ 3111175 w 3862373"/>
                <a:gd name="connsiteY3009" fmla="*/ 605682 h 3682908"/>
                <a:gd name="connsiteX3010" fmla="*/ 3018901 w 3862373"/>
                <a:gd name="connsiteY3010" fmla="*/ 605682 h 3682908"/>
                <a:gd name="connsiteX3011" fmla="*/ 3057988 w 3862373"/>
                <a:gd name="connsiteY3011" fmla="*/ 644768 h 3682908"/>
                <a:gd name="connsiteX3012" fmla="*/ 3018901 w 3862373"/>
                <a:gd name="connsiteY3012" fmla="*/ 683855 h 3682908"/>
                <a:gd name="connsiteX3013" fmla="*/ 2979813 w 3862373"/>
                <a:gd name="connsiteY3013" fmla="*/ 644768 h 3682908"/>
                <a:gd name="connsiteX3014" fmla="*/ 3018901 w 3862373"/>
                <a:gd name="connsiteY3014" fmla="*/ 605682 h 3682908"/>
                <a:gd name="connsiteX3015" fmla="*/ 2924262 w 3862373"/>
                <a:gd name="connsiteY3015" fmla="*/ 605682 h 3682908"/>
                <a:gd name="connsiteX3016" fmla="*/ 2963349 w 3862373"/>
                <a:gd name="connsiteY3016" fmla="*/ 644768 h 3682908"/>
                <a:gd name="connsiteX3017" fmla="*/ 2924262 w 3862373"/>
                <a:gd name="connsiteY3017" fmla="*/ 683855 h 3682908"/>
                <a:gd name="connsiteX3018" fmla="*/ 2885175 w 3862373"/>
                <a:gd name="connsiteY3018" fmla="*/ 644768 h 3682908"/>
                <a:gd name="connsiteX3019" fmla="*/ 2924262 w 3862373"/>
                <a:gd name="connsiteY3019" fmla="*/ 605682 h 3682908"/>
                <a:gd name="connsiteX3020" fmla="*/ 2831987 w 3862373"/>
                <a:gd name="connsiteY3020" fmla="*/ 605682 h 3682908"/>
                <a:gd name="connsiteX3021" fmla="*/ 2871074 w 3862373"/>
                <a:gd name="connsiteY3021" fmla="*/ 644768 h 3682908"/>
                <a:gd name="connsiteX3022" fmla="*/ 2831987 w 3862373"/>
                <a:gd name="connsiteY3022" fmla="*/ 683855 h 3682908"/>
                <a:gd name="connsiteX3023" fmla="*/ 2792900 w 3862373"/>
                <a:gd name="connsiteY3023" fmla="*/ 644768 h 3682908"/>
                <a:gd name="connsiteX3024" fmla="*/ 2831987 w 3862373"/>
                <a:gd name="connsiteY3024" fmla="*/ 605682 h 3682908"/>
                <a:gd name="connsiteX3025" fmla="*/ 2171887 w 3862373"/>
                <a:gd name="connsiteY3025" fmla="*/ 605682 h 3682908"/>
                <a:gd name="connsiteX3026" fmla="*/ 2210979 w 3862373"/>
                <a:gd name="connsiteY3026" fmla="*/ 644768 h 3682908"/>
                <a:gd name="connsiteX3027" fmla="*/ 2171887 w 3862373"/>
                <a:gd name="connsiteY3027" fmla="*/ 683855 h 3682908"/>
                <a:gd name="connsiteX3028" fmla="*/ 2132800 w 3862373"/>
                <a:gd name="connsiteY3028" fmla="*/ 644768 h 3682908"/>
                <a:gd name="connsiteX3029" fmla="*/ 2171887 w 3862373"/>
                <a:gd name="connsiteY3029" fmla="*/ 605682 h 3682908"/>
                <a:gd name="connsiteX3030" fmla="*/ 1798073 w 3862373"/>
                <a:gd name="connsiteY3030" fmla="*/ 605682 h 3682908"/>
                <a:gd name="connsiteX3031" fmla="*/ 1837146 w 3862373"/>
                <a:gd name="connsiteY3031" fmla="*/ 644768 h 3682908"/>
                <a:gd name="connsiteX3032" fmla="*/ 1798073 w 3862373"/>
                <a:gd name="connsiteY3032" fmla="*/ 683855 h 3682908"/>
                <a:gd name="connsiteX3033" fmla="*/ 1758966 w 3862373"/>
                <a:gd name="connsiteY3033" fmla="*/ 644768 h 3682908"/>
                <a:gd name="connsiteX3034" fmla="*/ 1798073 w 3862373"/>
                <a:gd name="connsiteY3034" fmla="*/ 605682 h 3682908"/>
                <a:gd name="connsiteX3035" fmla="*/ 1703432 w 3862373"/>
                <a:gd name="connsiteY3035" fmla="*/ 605682 h 3682908"/>
                <a:gd name="connsiteX3036" fmla="*/ 1742522 w 3862373"/>
                <a:gd name="connsiteY3036" fmla="*/ 644768 h 3682908"/>
                <a:gd name="connsiteX3037" fmla="*/ 1703432 w 3862373"/>
                <a:gd name="connsiteY3037" fmla="*/ 683855 h 3682908"/>
                <a:gd name="connsiteX3038" fmla="*/ 1664351 w 3862373"/>
                <a:gd name="connsiteY3038" fmla="*/ 644768 h 3682908"/>
                <a:gd name="connsiteX3039" fmla="*/ 1703432 w 3862373"/>
                <a:gd name="connsiteY3039" fmla="*/ 605682 h 3682908"/>
                <a:gd name="connsiteX3040" fmla="*/ 1611147 w 3862373"/>
                <a:gd name="connsiteY3040" fmla="*/ 605682 h 3682908"/>
                <a:gd name="connsiteX3041" fmla="*/ 1650245 w 3862373"/>
                <a:gd name="connsiteY3041" fmla="*/ 644768 h 3682908"/>
                <a:gd name="connsiteX3042" fmla="*/ 1611147 w 3862373"/>
                <a:gd name="connsiteY3042" fmla="*/ 683855 h 3682908"/>
                <a:gd name="connsiteX3043" fmla="*/ 1572140 w 3862373"/>
                <a:gd name="connsiteY3043" fmla="*/ 644768 h 3682908"/>
                <a:gd name="connsiteX3044" fmla="*/ 1611147 w 3862373"/>
                <a:gd name="connsiteY3044" fmla="*/ 605682 h 3682908"/>
                <a:gd name="connsiteX3045" fmla="*/ 1232676 w 3862373"/>
                <a:gd name="connsiteY3045" fmla="*/ 605682 h 3682908"/>
                <a:gd name="connsiteX3046" fmla="*/ 1271747 w 3862373"/>
                <a:gd name="connsiteY3046" fmla="*/ 644768 h 3682908"/>
                <a:gd name="connsiteX3047" fmla="*/ 1232676 w 3862373"/>
                <a:gd name="connsiteY3047" fmla="*/ 683855 h 3682908"/>
                <a:gd name="connsiteX3048" fmla="*/ 1193590 w 3862373"/>
                <a:gd name="connsiteY3048" fmla="*/ 644768 h 3682908"/>
                <a:gd name="connsiteX3049" fmla="*/ 1232676 w 3862373"/>
                <a:gd name="connsiteY3049" fmla="*/ 605682 h 3682908"/>
                <a:gd name="connsiteX3050" fmla="*/ 1142761 w 3862373"/>
                <a:gd name="connsiteY3050" fmla="*/ 605682 h 3682908"/>
                <a:gd name="connsiteX3051" fmla="*/ 1181853 w 3862373"/>
                <a:gd name="connsiteY3051" fmla="*/ 644768 h 3682908"/>
                <a:gd name="connsiteX3052" fmla="*/ 1142761 w 3862373"/>
                <a:gd name="connsiteY3052" fmla="*/ 683855 h 3682908"/>
                <a:gd name="connsiteX3053" fmla="*/ 1103661 w 3862373"/>
                <a:gd name="connsiteY3053" fmla="*/ 644768 h 3682908"/>
                <a:gd name="connsiteX3054" fmla="*/ 1142761 w 3862373"/>
                <a:gd name="connsiteY3054" fmla="*/ 605682 h 3682908"/>
                <a:gd name="connsiteX3055" fmla="*/ 1045734 w 3862373"/>
                <a:gd name="connsiteY3055" fmla="*/ 605682 h 3682908"/>
                <a:gd name="connsiteX3056" fmla="*/ 1084825 w 3862373"/>
                <a:gd name="connsiteY3056" fmla="*/ 644768 h 3682908"/>
                <a:gd name="connsiteX3057" fmla="*/ 1045734 w 3862373"/>
                <a:gd name="connsiteY3057" fmla="*/ 683855 h 3682908"/>
                <a:gd name="connsiteX3058" fmla="*/ 1006653 w 3862373"/>
                <a:gd name="connsiteY3058" fmla="*/ 644768 h 3682908"/>
                <a:gd name="connsiteX3059" fmla="*/ 1045734 w 3862373"/>
                <a:gd name="connsiteY3059" fmla="*/ 605682 h 3682908"/>
                <a:gd name="connsiteX3060" fmla="*/ 856487 w 3862373"/>
                <a:gd name="connsiteY3060" fmla="*/ 605682 h 3682908"/>
                <a:gd name="connsiteX3061" fmla="*/ 895566 w 3862373"/>
                <a:gd name="connsiteY3061" fmla="*/ 644768 h 3682908"/>
                <a:gd name="connsiteX3062" fmla="*/ 856487 w 3862373"/>
                <a:gd name="connsiteY3062" fmla="*/ 683855 h 3682908"/>
                <a:gd name="connsiteX3063" fmla="*/ 817405 w 3862373"/>
                <a:gd name="connsiteY3063" fmla="*/ 644768 h 3682908"/>
                <a:gd name="connsiteX3064" fmla="*/ 856487 w 3862373"/>
                <a:gd name="connsiteY3064" fmla="*/ 605682 h 3682908"/>
                <a:gd name="connsiteX3065" fmla="*/ 764226 w 3862373"/>
                <a:gd name="connsiteY3065" fmla="*/ 605682 h 3682908"/>
                <a:gd name="connsiteX3066" fmla="*/ 803309 w 3862373"/>
                <a:gd name="connsiteY3066" fmla="*/ 644768 h 3682908"/>
                <a:gd name="connsiteX3067" fmla="*/ 764226 w 3862373"/>
                <a:gd name="connsiteY3067" fmla="*/ 683855 h 3682908"/>
                <a:gd name="connsiteX3068" fmla="*/ 725145 w 3862373"/>
                <a:gd name="connsiteY3068" fmla="*/ 644768 h 3682908"/>
                <a:gd name="connsiteX3069" fmla="*/ 764226 w 3862373"/>
                <a:gd name="connsiteY3069" fmla="*/ 605682 h 3682908"/>
                <a:gd name="connsiteX3070" fmla="*/ 669584 w 3862373"/>
                <a:gd name="connsiteY3070" fmla="*/ 605682 h 3682908"/>
                <a:gd name="connsiteX3071" fmla="*/ 708684 w 3862373"/>
                <a:gd name="connsiteY3071" fmla="*/ 644768 h 3682908"/>
                <a:gd name="connsiteX3072" fmla="*/ 669584 w 3862373"/>
                <a:gd name="connsiteY3072" fmla="*/ 683855 h 3682908"/>
                <a:gd name="connsiteX3073" fmla="*/ 630505 w 3862373"/>
                <a:gd name="connsiteY3073" fmla="*/ 644768 h 3682908"/>
                <a:gd name="connsiteX3074" fmla="*/ 669584 w 3862373"/>
                <a:gd name="connsiteY3074" fmla="*/ 605682 h 3682908"/>
                <a:gd name="connsiteX3075" fmla="*/ 577298 w 3862373"/>
                <a:gd name="connsiteY3075" fmla="*/ 605682 h 3682908"/>
                <a:gd name="connsiteX3076" fmla="*/ 616400 w 3862373"/>
                <a:gd name="connsiteY3076" fmla="*/ 644768 h 3682908"/>
                <a:gd name="connsiteX3077" fmla="*/ 577298 w 3862373"/>
                <a:gd name="connsiteY3077" fmla="*/ 683855 h 3682908"/>
                <a:gd name="connsiteX3078" fmla="*/ 538200 w 3862373"/>
                <a:gd name="connsiteY3078" fmla="*/ 644768 h 3682908"/>
                <a:gd name="connsiteX3079" fmla="*/ 577298 w 3862373"/>
                <a:gd name="connsiteY3079" fmla="*/ 605682 h 3682908"/>
                <a:gd name="connsiteX3080" fmla="*/ 485012 w 3862373"/>
                <a:gd name="connsiteY3080" fmla="*/ 605682 h 3682908"/>
                <a:gd name="connsiteX3081" fmla="*/ 524097 w 3862373"/>
                <a:gd name="connsiteY3081" fmla="*/ 644768 h 3682908"/>
                <a:gd name="connsiteX3082" fmla="*/ 485012 w 3862373"/>
                <a:gd name="connsiteY3082" fmla="*/ 683855 h 3682908"/>
                <a:gd name="connsiteX3083" fmla="*/ 445938 w 3862373"/>
                <a:gd name="connsiteY3083" fmla="*/ 644768 h 3682908"/>
                <a:gd name="connsiteX3084" fmla="*/ 485012 w 3862373"/>
                <a:gd name="connsiteY3084" fmla="*/ 605682 h 3682908"/>
                <a:gd name="connsiteX3085" fmla="*/ 390363 w 3862373"/>
                <a:gd name="connsiteY3085" fmla="*/ 605682 h 3682908"/>
                <a:gd name="connsiteX3086" fmla="*/ 429464 w 3862373"/>
                <a:gd name="connsiteY3086" fmla="*/ 644768 h 3682908"/>
                <a:gd name="connsiteX3087" fmla="*/ 390363 w 3862373"/>
                <a:gd name="connsiteY3087" fmla="*/ 683855 h 3682908"/>
                <a:gd name="connsiteX3088" fmla="*/ 351296 w 3862373"/>
                <a:gd name="connsiteY3088" fmla="*/ 644768 h 3682908"/>
                <a:gd name="connsiteX3089" fmla="*/ 390363 w 3862373"/>
                <a:gd name="connsiteY3089" fmla="*/ 605682 h 3682908"/>
                <a:gd name="connsiteX3090" fmla="*/ 298093 w 3862373"/>
                <a:gd name="connsiteY3090" fmla="*/ 605682 h 3682908"/>
                <a:gd name="connsiteX3091" fmla="*/ 337193 w 3862373"/>
                <a:gd name="connsiteY3091" fmla="*/ 644768 h 3682908"/>
                <a:gd name="connsiteX3092" fmla="*/ 298093 w 3862373"/>
                <a:gd name="connsiteY3092" fmla="*/ 683855 h 3682908"/>
                <a:gd name="connsiteX3093" fmla="*/ 259002 w 3862373"/>
                <a:gd name="connsiteY3093" fmla="*/ 644768 h 3682908"/>
                <a:gd name="connsiteX3094" fmla="*/ 298093 w 3862373"/>
                <a:gd name="connsiteY3094" fmla="*/ 605682 h 3682908"/>
                <a:gd name="connsiteX3095" fmla="*/ 327714 w 3862373"/>
                <a:gd name="connsiteY3095" fmla="*/ 529629 h 3682908"/>
                <a:gd name="connsiteX3096" fmla="*/ 337200 w 3862373"/>
                <a:gd name="connsiteY3096" fmla="*/ 552513 h 3682908"/>
                <a:gd name="connsiteX3097" fmla="*/ 298099 w 3862373"/>
                <a:gd name="connsiteY3097" fmla="*/ 591582 h 3682908"/>
                <a:gd name="connsiteX3098" fmla="*/ 285337 w 3862373"/>
                <a:gd name="connsiteY3098" fmla="*/ 586297 h 3682908"/>
                <a:gd name="connsiteX3099" fmla="*/ 3205817 w 3862373"/>
                <a:gd name="connsiteY3099" fmla="*/ 513426 h 3682908"/>
                <a:gd name="connsiteX3100" fmla="*/ 3244904 w 3862373"/>
                <a:gd name="connsiteY3100" fmla="*/ 552512 h 3682908"/>
                <a:gd name="connsiteX3101" fmla="*/ 3205817 w 3862373"/>
                <a:gd name="connsiteY3101" fmla="*/ 591582 h 3682908"/>
                <a:gd name="connsiteX3102" fmla="*/ 3166729 w 3862373"/>
                <a:gd name="connsiteY3102" fmla="*/ 552512 h 3682908"/>
                <a:gd name="connsiteX3103" fmla="*/ 3205817 w 3862373"/>
                <a:gd name="connsiteY3103" fmla="*/ 513426 h 3682908"/>
                <a:gd name="connsiteX3104" fmla="*/ 3111175 w 3862373"/>
                <a:gd name="connsiteY3104" fmla="*/ 513426 h 3682908"/>
                <a:gd name="connsiteX3105" fmla="*/ 3150263 w 3862373"/>
                <a:gd name="connsiteY3105" fmla="*/ 552512 h 3682908"/>
                <a:gd name="connsiteX3106" fmla="*/ 3111175 w 3862373"/>
                <a:gd name="connsiteY3106" fmla="*/ 591582 h 3682908"/>
                <a:gd name="connsiteX3107" fmla="*/ 3072088 w 3862373"/>
                <a:gd name="connsiteY3107" fmla="*/ 552512 h 3682908"/>
                <a:gd name="connsiteX3108" fmla="*/ 3111175 w 3862373"/>
                <a:gd name="connsiteY3108" fmla="*/ 513426 h 3682908"/>
                <a:gd name="connsiteX3109" fmla="*/ 3018902 w 3862373"/>
                <a:gd name="connsiteY3109" fmla="*/ 513426 h 3682908"/>
                <a:gd name="connsiteX3110" fmla="*/ 3057989 w 3862373"/>
                <a:gd name="connsiteY3110" fmla="*/ 552512 h 3682908"/>
                <a:gd name="connsiteX3111" fmla="*/ 3018902 w 3862373"/>
                <a:gd name="connsiteY3111" fmla="*/ 591582 h 3682908"/>
                <a:gd name="connsiteX3112" fmla="*/ 2979815 w 3862373"/>
                <a:gd name="connsiteY3112" fmla="*/ 552512 h 3682908"/>
                <a:gd name="connsiteX3113" fmla="*/ 3018902 w 3862373"/>
                <a:gd name="connsiteY3113" fmla="*/ 513426 h 3682908"/>
                <a:gd name="connsiteX3114" fmla="*/ 2924263 w 3862373"/>
                <a:gd name="connsiteY3114" fmla="*/ 513426 h 3682908"/>
                <a:gd name="connsiteX3115" fmla="*/ 2963349 w 3862373"/>
                <a:gd name="connsiteY3115" fmla="*/ 552512 h 3682908"/>
                <a:gd name="connsiteX3116" fmla="*/ 2924263 w 3862373"/>
                <a:gd name="connsiteY3116" fmla="*/ 591582 h 3682908"/>
                <a:gd name="connsiteX3117" fmla="*/ 2885175 w 3862373"/>
                <a:gd name="connsiteY3117" fmla="*/ 552512 h 3682908"/>
                <a:gd name="connsiteX3118" fmla="*/ 2924263 w 3862373"/>
                <a:gd name="connsiteY3118" fmla="*/ 513426 h 3682908"/>
                <a:gd name="connsiteX3119" fmla="*/ 2831988 w 3862373"/>
                <a:gd name="connsiteY3119" fmla="*/ 513426 h 3682908"/>
                <a:gd name="connsiteX3120" fmla="*/ 2871075 w 3862373"/>
                <a:gd name="connsiteY3120" fmla="*/ 552512 h 3682908"/>
                <a:gd name="connsiteX3121" fmla="*/ 2831988 w 3862373"/>
                <a:gd name="connsiteY3121" fmla="*/ 591582 h 3682908"/>
                <a:gd name="connsiteX3122" fmla="*/ 2792901 w 3862373"/>
                <a:gd name="connsiteY3122" fmla="*/ 552512 h 3682908"/>
                <a:gd name="connsiteX3123" fmla="*/ 2831988 w 3862373"/>
                <a:gd name="connsiteY3123" fmla="*/ 513426 h 3682908"/>
                <a:gd name="connsiteX3124" fmla="*/ 1984971 w 3862373"/>
                <a:gd name="connsiteY3124" fmla="*/ 513426 h 3682908"/>
                <a:gd name="connsiteX3125" fmla="*/ 2024068 w 3862373"/>
                <a:gd name="connsiteY3125" fmla="*/ 552513 h 3682908"/>
                <a:gd name="connsiteX3126" fmla="*/ 1984971 w 3862373"/>
                <a:gd name="connsiteY3126" fmla="*/ 591582 h 3682908"/>
                <a:gd name="connsiteX3127" fmla="*/ 1945873 w 3862373"/>
                <a:gd name="connsiteY3127" fmla="*/ 552513 h 3682908"/>
                <a:gd name="connsiteX3128" fmla="*/ 1984971 w 3862373"/>
                <a:gd name="connsiteY3128" fmla="*/ 513426 h 3682908"/>
                <a:gd name="connsiteX3129" fmla="*/ 1890340 w 3862373"/>
                <a:gd name="connsiteY3129" fmla="*/ 513426 h 3682908"/>
                <a:gd name="connsiteX3130" fmla="*/ 1929413 w 3862373"/>
                <a:gd name="connsiteY3130" fmla="*/ 552513 h 3682908"/>
                <a:gd name="connsiteX3131" fmla="*/ 1890340 w 3862373"/>
                <a:gd name="connsiteY3131" fmla="*/ 591582 h 3682908"/>
                <a:gd name="connsiteX3132" fmla="*/ 1851255 w 3862373"/>
                <a:gd name="connsiteY3132" fmla="*/ 552513 h 3682908"/>
                <a:gd name="connsiteX3133" fmla="*/ 1890340 w 3862373"/>
                <a:gd name="connsiteY3133" fmla="*/ 513426 h 3682908"/>
                <a:gd name="connsiteX3134" fmla="*/ 1798073 w 3862373"/>
                <a:gd name="connsiteY3134" fmla="*/ 513426 h 3682908"/>
                <a:gd name="connsiteX3135" fmla="*/ 1837149 w 3862373"/>
                <a:gd name="connsiteY3135" fmla="*/ 552513 h 3682908"/>
                <a:gd name="connsiteX3136" fmla="*/ 1798073 w 3862373"/>
                <a:gd name="connsiteY3136" fmla="*/ 591582 h 3682908"/>
                <a:gd name="connsiteX3137" fmla="*/ 1758966 w 3862373"/>
                <a:gd name="connsiteY3137" fmla="*/ 552513 h 3682908"/>
                <a:gd name="connsiteX3138" fmla="*/ 1798073 w 3862373"/>
                <a:gd name="connsiteY3138" fmla="*/ 513426 h 3682908"/>
                <a:gd name="connsiteX3139" fmla="*/ 1703432 w 3862373"/>
                <a:gd name="connsiteY3139" fmla="*/ 513426 h 3682908"/>
                <a:gd name="connsiteX3140" fmla="*/ 1742522 w 3862373"/>
                <a:gd name="connsiteY3140" fmla="*/ 552513 h 3682908"/>
                <a:gd name="connsiteX3141" fmla="*/ 1703432 w 3862373"/>
                <a:gd name="connsiteY3141" fmla="*/ 591582 h 3682908"/>
                <a:gd name="connsiteX3142" fmla="*/ 1664351 w 3862373"/>
                <a:gd name="connsiteY3142" fmla="*/ 552513 h 3682908"/>
                <a:gd name="connsiteX3143" fmla="*/ 1703432 w 3862373"/>
                <a:gd name="connsiteY3143" fmla="*/ 513426 h 3682908"/>
                <a:gd name="connsiteX3144" fmla="*/ 1611151 w 3862373"/>
                <a:gd name="connsiteY3144" fmla="*/ 513426 h 3682908"/>
                <a:gd name="connsiteX3145" fmla="*/ 1650245 w 3862373"/>
                <a:gd name="connsiteY3145" fmla="*/ 552513 h 3682908"/>
                <a:gd name="connsiteX3146" fmla="*/ 1611151 w 3862373"/>
                <a:gd name="connsiteY3146" fmla="*/ 591582 h 3682908"/>
                <a:gd name="connsiteX3147" fmla="*/ 1572147 w 3862373"/>
                <a:gd name="connsiteY3147" fmla="*/ 552513 h 3682908"/>
                <a:gd name="connsiteX3148" fmla="*/ 1611151 w 3862373"/>
                <a:gd name="connsiteY3148" fmla="*/ 513426 h 3682908"/>
                <a:gd name="connsiteX3149" fmla="*/ 1232682 w 3862373"/>
                <a:gd name="connsiteY3149" fmla="*/ 513426 h 3682908"/>
                <a:gd name="connsiteX3150" fmla="*/ 1271755 w 3862373"/>
                <a:gd name="connsiteY3150" fmla="*/ 552513 h 3682908"/>
                <a:gd name="connsiteX3151" fmla="*/ 1232682 w 3862373"/>
                <a:gd name="connsiteY3151" fmla="*/ 591582 h 3682908"/>
                <a:gd name="connsiteX3152" fmla="*/ 1193598 w 3862373"/>
                <a:gd name="connsiteY3152" fmla="*/ 552513 h 3682908"/>
                <a:gd name="connsiteX3153" fmla="*/ 1232682 w 3862373"/>
                <a:gd name="connsiteY3153" fmla="*/ 513426 h 3682908"/>
                <a:gd name="connsiteX3154" fmla="*/ 1142769 w 3862373"/>
                <a:gd name="connsiteY3154" fmla="*/ 513426 h 3682908"/>
                <a:gd name="connsiteX3155" fmla="*/ 1181859 w 3862373"/>
                <a:gd name="connsiteY3155" fmla="*/ 552513 h 3682908"/>
                <a:gd name="connsiteX3156" fmla="*/ 1142769 w 3862373"/>
                <a:gd name="connsiteY3156" fmla="*/ 591582 h 3682908"/>
                <a:gd name="connsiteX3157" fmla="*/ 1103669 w 3862373"/>
                <a:gd name="connsiteY3157" fmla="*/ 552513 h 3682908"/>
                <a:gd name="connsiteX3158" fmla="*/ 1142769 w 3862373"/>
                <a:gd name="connsiteY3158" fmla="*/ 513426 h 3682908"/>
                <a:gd name="connsiteX3159" fmla="*/ 1045741 w 3862373"/>
                <a:gd name="connsiteY3159" fmla="*/ 513426 h 3682908"/>
                <a:gd name="connsiteX3160" fmla="*/ 1084832 w 3862373"/>
                <a:gd name="connsiteY3160" fmla="*/ 552513 h 3682908"/>
                <a:gd name="connsiteX3161" fmla="*/ 1045741 w 3862373"/>
                <a:gd name="connsiteY3161" fmla="*/ 591582 h 3682908"/>
                <a:gd name="connsiteX3162" fmla="*/ 1006661 w 3862373"/>
                <a:gd name="connsiteY3162" fmla="*/ 552513 h 3682908"/>
                <a:gd name="connsiteX3163" fmla="*/ 1045741 w 3862373"/>
                <a:gd name="connsiteY3163" fmla="*/ 513426 h 3682908"/>
                <a:gd name="connsiteX3164" fmla="*/ 951119 w 3862373"/>
                <a:gd name="connsiteY3164" fmla="*/ 513426 h 3682908"/>
                <a:gd name="connsiteX3165" fmla="*/ 990197 w 3862373"/>
                <a:gd name="connsiteY3165" fmla="*/ 552513 h 3682908"/>
                <a:gd name="connsiteX3166" fmla="*/ 951119 w 3862373"/>
                <a:gd name="connsiteY3166" fmla="*/ 591582 h 3682908"/>
                <a:gd name="connsiteX3167" fmla="*/ 912036 w 3862373"/>
                <a:gd name="connsiteY3167" fmla="*/ 552513 h 3682908"/>
                <a:gd name="connsiteX3168" fmla="*/ 951119 w 3862373"/>
                <a:gd name="connsiteY3168" fmla="*/ 513426 h 3682908"/>
                <a:gd name="connsiteX3169" fmla="*/ 856494 w 3862373"/>
                <a:gd name="connsiteY3169" fmla="*/ 513426 h 3682908"/>
                <a:gd name="connsiteX3170" fmla="*/ 895574 w 3862373"/>
                <a:gd name="connsiteY3170" fmla="*/ 552513 h 3682908"/>
                <a:gd name="connsiteX3171" fmla="*/ 856494 w 3862373"/>
                <a:gd name="connsiteY3171" fmla="*/ 591582 h 3682908"/>
                <a:gd name="connsiteX3172" fmla="*/ 817413 w 3862373"/>
                <a:gd name="connsiteY3172" fmla="*/ 552513 h 3682908"/>
                <a:gd name="connsiteX3173" fmla="*/ 856494 w 3862373"/>
                <a:gd name="connsiteY3173" fmla="*/ 513426 h 3682908"/>
                <a:gd name="connsiteX3174" fmla="*/ 764235 w 3862373"/>
                <a:gd name="connsiteY3174" fmla="*/ 513426 h 3682908"/>
                <a:gd name="connsiteX3175" fmla="*/ 803316 w 3862373"/>
                <a:gd name="connsiteY3175" fmla="*/ 552513 h 3682908"/>
                <a:gd name="connsiteX3176" fmla="*/ 764235 w 3862373"/>
                <a:gd name="connsiteY3176" fmla="*/ 591582 h 3682908"/>
                <a:gd name="connsiteX3177" fmla="*/ 725152 w 3862373"/>
                <a:gd name="connsiteY3177" fmla="*/ 552513 h 3682908"/>
                <a:gd name="connsiteX3178" fmla="*/ 764235 w 3862373"/>
                <a:gd name="connsiteY3178" fmla="*/ 513426 h 3682908"/>
                <a:gd name="connsiteX3179" fmla="*/ 669584 w 3862373"/>
                <a:gd name="connsiteY3179" fmla="*/ 513426 h 3682908"/>
                <a:gd name="connsiteX3180" fmla="*/ 708691 w 3862373"/>
                <a:gd name="connsiteY3180" fmla="*/ 552513 h 3682908"/>
                <a:gd name="connsiteX3181" fmla="*/ 669584 w 3862373"/>
                <a:gd name="connsiteY3181" fmla="*/ 591582 h 3682908"/>
                <a:gd name="connsiteX3182" fmla="*/ 630513 w 3862373"/>
                <a:gd name="connsiteY3182" fmla="*/ 552513 h 3682908"/>
                <a:gd name="connsiteX3183" fmla="*/ 669584 w 3862373"/>
                <a:gd name="connsiteY3183" fmla="*/ 513426 h 3682908"/>
                <a:gd name="connsiteX3184" fmla="*/ 577307 w 3862373"/>
                <a:gd name="connsiteY3184" fmla="*/ 513426 h 3682908"/>
                <a:gd name="connsiteX3185" fmla="*/ 616408 w 3862373"/>
                <a:gd name="connsiteY3185" fmla="*/ 552513 h 3682908"/>
                <a:gd name="connsiteX3186" fmla="*/ 577307 w 3862373"/>
                <a:gd name="connsiteY3186" fmla="*/ 591582 h 3682908"/>
                <a:gd name="connsiteX3187" fmla="*/ 538207 w 3862373"/>
                <a:gd name="connsiteY3187" fmla="*/ 552513 h 3682908"/>
                <a:gd name="connsiteX3188" fmla="*/ 577307 w 3862373"/>
                <a:gd name="connsiteY3188" fmla="*/ 513426 h 3682908"/>
                <a:gd name="connsiteX3189" fmla="*/ 485015 w 3862373"/>
                <a:gd name="connsiteY3189" fmla="*/ 513426 h 3682908"/>
                <a:gd name="connsiteX3190" fmla="*/ 524104 w 3862373"/>
                <a:gd name="connsiteY3190" fmla="*/ 552513 h 3682908"/>
                <a:gd name="connsiteX3191" fmla="*/ 485015 w 3862373"/>
                <a:gd name="connsiteY3191" fmla="*/ 591582 h 3682908"/>
                <a:gd name="connsiteX3192" fmla="*/ 445948 w 3862373"/>
                <a:gd name="connsiteY3192" fmla="*/ 552513 h 3682908"/>
                <a:gd name="connsiteX3193" fmla="*/ 485015 w 3862373"/>
                <a:gd name="connsiteY3193" fmla="*/ 513426 h 3682908"/>
                <a:gd name="connsiteX3194" fmla="*/ 390371 w 3862373"/>
                <a:gd name="connsiteY3194" fmla="*/ 513426 h 3682908"/>
                <a:gd name="connsiteX3195" fmla="*/ 429471 w 3862373"/>
                <a:gd name="connsiteY3195" fmla="*/ 552513 h 3682908"/>
                <a:gd name="connsiteX3196" fmla="*/ 390371 w 3862373"/>
                <a:gd name="connsiteY3196" fmla="*/ 591582 h 3682908"/>
                <a:gd name="connsiteX3197" fmla="*/ 351303 w 3862373"/>
                <a:gd name="connsiteY3197" fmla="*/ 552513 h 3682908"/>
                <a:gd name="connsiteX3198" fmla="*/ 390371 w 3862373"/>
                <a:gd name="connsiteY3198" fmla="*/ 513426 h 3682908"/>
                <a:gd name="connsiteX3199" fmla="*/ 409794 w 3862373"/>
                <a:gd name="connsiteY3199" fmla="*/ 438656 h 3682908"/>
                <a:gd name="connsiteX3200" fmla="*/ 418018 w 3862373"/>
                <a:gd name="connsiteY3200" fmla="*/ 442062 h 3682908"/>
                <a:gd name="connsiteX3201" fmla="*/ 429475 w 3862373"/>
                <a:gd name="connsiteY3201" fmla="*/ 469700 h 3682908"/>
                <a:gd name="connsiteX3202" fmla="*/ 390371 w 3862373"/>
                <a:gd name="connsiteY3202" fmla="*/ 508788 h 3682908"/>
                <a:gd name="connsiteX3203" fmla="*/ 362754 w 3862373"/>
                <a:gd name="connsiteY3203" fmla="*/ 497339 h 3682908"/>
                <a:gd name="connsiteX3204" fmla="*/ 360783 w 3862373"/>
                <a:gd name="connsiteY3204" fmla="*/ 492581 h 3682908"/>
                <a:gd name="connsiteX3205" fmla="*/ 3111175 w 3862373"/>
                <a:gd name="connsiteY3205" fmla="*/ 430614 h 3682908"/>
                <a:gd name="connsiteX3206" fmla="*/ 3150263 w 3862373"/>
                <a:gd name="connsiteY3206" fmla="*/ 469701 h 3682908"/>
                <a:gd name="connsiteX3207" fmla="*/ 3111175 w 3862373"/>
                <a:gd name="connsiteY3207" fmla="*/ 508790 h 3682908"/>
                <a:gd name="connsiteX3208" fmla="*/ 3072088 w 3862373"/>
                <a:gd name="connsiteY3208" fmla="*/ 469701 h 3682908"/>
                <a:gd name="connsiteX3209" fmla="*/ 3111175 w 3862373"/>
                <a:gd name="connsiteY3209" fmla="*/ 430614 h 3682908"/>
                <a:gd name="connsiteX3210" fmla="*/ 3018902 w 3862373"/>
                <a:gd name="connsiteY3210" fmla="*/ 430614 h 3682908"/>
                <a:gd name="connsiteX3211" fmla="*/ 3057989 w 3862373"/>
                <a:gd name="connsiteY3211" fmla="*/ 469701 h 3682908"/>
                <a:gd name="connsiteX3212" fmla="*/ 3018902 w 3862373"/>
                <a:gd name="connsiteY3212" fmla="*/ 508790 h 3682908"/>
                <a:gd name="connsiteX3213" fmla="*/ 2979815 w 3862373"/>
                <a:gd name="connsiteY3213" fmla="*/ 469701 h 3682908"/>
                <a:gd name="connsiteX3214" fmla="*/ 3018902 w 3862373"/>
                <a:gd name="connsiteY3214" fmla="*/ 430614 h 3682908"/>
                <a:gd name="connsiteX3215" fmla="*/ 2924263 w 3862373"/>
                <a:gd name="connsiteY3215" fmla="*/ 430613 h 3682908"/>
                <a:gd name="connsiteX3216" fmla="*/ 2963349 w 3862373"/>
                <a:gd name="connsiteY3216" fmla="*/ 469699 h 3682908"/>
                <a:gd name="connsiteX3217" fmla="*/ 2924263 w 3862373"/>
                <a:gd name="connsiteY3217" fmla="*/ 508788 h 3682908"/>
                <a:gd name="connsiteX3218" fmla="*/ 2885175 w 3862373"/>
                <a:gd name="connsiteY3218" fmla="*/ 469699 h 3682908"/>
                <a:gd name="connsiteX3219" fmla="*/ 2924263 w 3862373"/>
                <a:gd name="connsiteY3219" fmla="*/ 430613 h 3682908"/>
                <a:gd name="connsiteX3220" fmla="*/ 2079618 w 3862373"/>
                <a:gd name="connsiteY3220" fmla="*/ 430613 h 3682908"/>
                <a:gd name="connsiteX3221" fmla="*/ 2118703 w 3862373"/>
                <a:gd name="connsiteY3221" fmla="*/ 469699 h 3682908"/>
                <a:gd name="connsiteX3222" fmla="*/ 2079618 w 3862373"/>
                <a:gd name="connsiteY3222" fmla="*/ 508788 h 3682908"/>
                <a:gd name="connsiteX3223" fmla="*/ 2040537 w 3862373"/>
                <a:gd name="connsiteY3223" fmla="*/ 469699 h 3682908"/>
                <a:gd name="connsiteX3224" fmla="*/ 2079618 w 3862373"/>
                <a:gd name="connsiteY3224" fmla="*/ 430613 h 3682908"/>
                <a:gd name="connsiteX3225" fmla="*/ 1984971 w 3862373"/>
                <a:gd name="connsiteY3225" fmla="*/ 430613 h 3682908"/>
                <a:gd name="connsiteX3226" fmla="*/ 2024068 w 3862373"/>
                <a:gd name="connsiteY3226" fmla="*/ 469699 h 3682908"/>
                <a:gd name="connsiteX3227" fmla="*/ 1984971 w 3862373"/>
                <a:gd name="connsiteY3227" fmla="*/ 508788 h 3682908"/>
                <a:gd name="connsiteX3228" fmla="*/ 1945873 w 3862373"/>
                <a:gd name="connsiteY3228" fmla="*/ 469699 h 3682908"/>
                <a:gd name="connsiteX3229" fmla="*/ 1984971 w 3862373"/>
                <a:gd name="connsiteY3229" fmla="*/ 430613 h 3682908"/>
                <a:gd name="connsiteX3230" fmla="*/ 1890340 w 3862373"/>
                <a:gd name="connsiteY3230" fmla="*/ 430613 h 3682908"/>
                <a:gd name="connsiteX3231" fmla="*/ 1929413 w 3862373"/>
                <a:gd name="connsiteY3231" fmla="*/ 469699 h 3682908"/>
                <a:gd name="connsiteX3232" fmla="*/ 1890340 w 3862373"/>
                <a:gd name="connsiteY3232" fmla="*/ 508788 h 3682908"/>
                <a:gd name="connsiteX3233" fmla="*/ 1851255 w 3862373"/>
                <a:gd name="connsiteY3233" fmla="*/ 469699 h 3682908"/>
                <a:gd name="connsiteX3234" fmla="*/ 1890340 w 3862373"/>
                <a:gd name="connsiteY3234" fmla="*/ 430613 h 3682908"/>
                <a:gd name="connsiteX3235" fmla="*/ 1798073 w 3862373"/>
                <a:gd name="connsiteY3235" fmla="*/ 430613 h 3682908"/>
                <a:gd name="connsiteX3236" fmla="*/ 1837149 w 3862373"/>
                <a:gd name="connsiteY3236" fmla="*/ 469699 h 3682908"/>
                <a:gd name="connsiteX3237" fmla="*/ 1798073 w 3862373"/>
                <a:gd name="connsiteY3237" fmla="*/ 508788 h 3682908"/>
                <a:gd name="connsiteX3238" fmla="*/ 1758966 w 3862373"/>
                <a:gd name="connsiteY3238" fmla="*/ 469699 h 3682908"/>
                <a:gd name="connsiteX3239" fmla="*/ 1798073 w 3862373"/>
                <a:gd name="connsiteY3239" fmla="*/ 430613 h 3682908"/>
                <a:gd name="connsiteX3240" fmla="*/ 1703435 w 3862373"/>
                <a:gd name="connsiteY3240" fmla="*/ 430613 h 3682908"/>
                <a:gd name="connsiteX3241" fmla="*/ 1742524 w 3862373"/>
                <a:gd name="connsiteY3241" fmla="*/ 469699 h 3682908"/>
                <a:gd name="connsiteX3242" fmla="*/ 1703435 w 3862373"/>
                <a:gd name="connsiteY3242" fmla="*/ 508788 h 3682908"/>
                <a:gd name="connsiteX3243" fmla="*/ 1664351 w 3862373"/>
                <a:gd name="connsiteY3243" fmla="*/ 469699 h 3682908"/>
                <a:gd name="connsiteX3244" fmla="*/ 1703435 w 3862373"/>
                <a:gd name="connsiteY3244" fmla="*/ 430613 h 3682908"/>
                <a:gd name="connsiteX3245" fmla="*/ 1611151 w 3862373"/>
                <a:gd name="connsiteY3245" fmla="*/ 430613 h 3682908"/>
                <a:gd name="connsiteX3246" fmla="*/ 1650245 w 3862373"/>
                <a:gd name="connsiteY3246" fmla="*/ 469699 h 3682908"/>
                <a:gd name="connsiteX3247" fmla="*/ 1611151 w 3862373"/>
                <a:gd name="connsiteY3247" fmla="*/ 508788 h 3682908"/>
                <a:gd name="connsiteX3248" fmla="*/ 1572151 w 3862373"/>
                <a:gd name="connsiteY3248" fmla="*/ 469699 h 3682908"/>
                <a:gd name="connsiteX3249" fmla="*/ 1611151 w 3862373"/>
                <a:gd name="connsiteY3249" fmla="*/ 430613 h 3682908"/>
                <a:gd name="connsiteX3250" fmla="*/ 1516598 w 3862373"/>
                <a:gd name="connsiteY3250" fmla="*/ 430613 h 3682908"/>
                <a:gd name="connsiteX3251" fmla="*/ 1555687 w 3862373"/>
                <a:gd name="connsiteY3251" fmla="*/ 469699 h 3682908"/>
                <a:gd name="connsiteX3252" fmla="*/ 1516598 w 3862373"/>
                <a:gd name="connsiteY3252" fmla="*/ 508788 h 3682908"/>
                <a:gd name="connsiteX3253" fmla="*/ 1477507 w 3862373"/>
                <a:gd name="connsiteY3253" fmla="*/ 469699 h 3682908"/>
                <a:gd name="connsiteX3254" fmla="*/ 1516598 w 3862373"/>
                <a:gd name="connsiteY3254" fmla="*/ 430613 h 3682908"/>
                <a:gd name="connsiteX3255" fmla="*/ 1045749 w 3862373"/>
                <a:gd name="connsiteY3255" fmla="*/ 430613 h 3682908"/>
                <a:gd name="connsiteX3256" fmla="*/ 1084837 w 3862373"/>
                <a:gd name="connsiteY3256" fmla="*/ 469699 h 3682908"/>
                <a:gd name="connsiteX3257" fmla="*/ 1045749 w 3862373"/>
                <a:gd name="connsiteY3257" fmla="*/ 508788 h 3682908"/>
                <a:gd name="connsiteX3258" fmla="*/ 1006666 w 3862373"/>
                <a:gd name="connsiteY3258" fmla="*/ 469699 h 3682908"/>
                <a:gd name="connsiteX3259" fmla="*/ 1045749 w 3862373"/>
                <a:gd name="connsiteY3259" fmla="*/ 430613 h 3682908"/>
                <a:gd name="connsiteX3260" fmla="*/ 951124 w 3862373"/>
                <a:gd name="connsiteY3260" fmla="*/ 430613 h 3682908"/>
                <a:gd name="connsiteX3261" fmla="*/ 990202 w 3862373"/>
                <a:gd name="connsiteY3261" fmla="*/ 469699 h 3682908"/>
                <a:gd name="connsiteX3262" fmla="*/ 951124 w 3862373"/>
                <a:gd name="connsiteY3262" fmla="*/ 508788 h 3682908"/>
                <a:gd name="connsiteX3263" fmla="*/ 912041 w 3862373"/>
                <a:gd name="connsiteY3263" fmla="*/ 469699 h 3682908"/>
                <a:gd name="connsiteX3264" fmla="*/ 951124 w 3862373"/>
                <a:gd name="connsiteY3264" fmla="*/ 430613 h 3682908"/>
                <a:gd name="connsiteX3265" fmla="*/ 856499 w 3862373"/>
                <a:gd name="connsiteY3265" fmla="*/ 430613 h 3682908"/>
                <a:gd name="connsiteX3266" fmla="*/ 895578 w 3862373"/>
                <a:gd name="connsiteY3266" fmla="*/ 469699 h 3682908"/>
                <a:gd name="connsiteX3267" fmla="*/ 856499 w 3862373"/>
                <a:gd name="connsiteY3267" fmla="*/ 508788 h 3682908"/>
                <a:gd name="connsiteX3268" fmla="*/ 817418 w 3862373"/>
                <a:gd name="connsiteY3268" fmla="*/ 469699 h 3682908"/>
                <a:gd name="connsiteX3269" fmla="*/ 856499 w 3862373"/>
                <a:gd name="connsiteY3269" fmla="*/ 430613 h 3682908"/>
                <a:gd name="connsiteX3270" fmla="*/ 764240 w 3862373"/>
                <a:gd name="connsiteY3270" fmla="*/ 430613 h 3682908"/>
                <a:gd name="connsiteX3271" fmla="*/ 803321 w 3862373"/>
                <a:gd name="connsiteY3271" fmla="*/ 469699 h 3682908"/>
                <a:gd name="connsiteX3272" fmla="*/ 764240 w 3862373"/>
                <a:gd name="connsiteY3272" fmla="*/ 508788 h 3682908"/>
                <a:gd name="connsiteX3273" fmla="*/ 725157 w 3862373"/>
                <a:gd name="connsiteY3273" fmla="*/ 469699 h 3682908"/>
                <a:gd name="connsiteX3274" fmla="*/ 764240 w 3862373"/>
                <a:gd name="connsiteY3274" fmla="*/ 430613 h 3682908"/>
                <a:gd name="connsiteX3275" fmla="*/ 669597 w 3862373"/>
                <a:gd name="connsiteY3275" fmla="*/ 430613 h 3682908"/>
                <a:gd name="connsiteX3276" fmla="*/ 708695 w 3862373"/>
                <a:gd name="connsiteY3276" fmla="*/ 469699 h 3682908"/>
                <a:gd name="connsiteX3277" fmla="*/ 669597 w 3862373"/>
                <a:gd name="connsiteY3277" fmla="*/ 508788 h 3682908"/>
                <a:gd name="connsiteX3278" fmla="*/ 630517 w 3862373"/>
                <a:gd name="connsiteY3278" fmla="*/ 469699 h 3682908"/>
                <a:gd name="connsiteX3279" fmla="*/ 669597 w 3862373"/>
                <a:gd name="connsiteY3279" fmla="*/ 430613 h 3682908"/>
                <a:gd name="connsiteX3280" fmla="*/ 577311 w 3862373"/>
                <a:gd name="connsiteY3280" fmla="*/ 430613 h 3682908"/>
                <a:gd name="connsiteX3281" fmla="*/ 616412 w 3862373"/>
                <a:gd name="connsiteY3281" fmla="*/ 469700 h 3682908"/>
                <a:gd name="connsiteX3282" fmla="*/ 577311 w 3862373"/>
                <a:gd name="connsiteY3282" fmla="*/ 508788 h 3682908"/>
                <a:gd name="connsiteX3283" fmla="*/ 538213 w 3862373"/>
                <a:gd name="connsiteY3283" fmla="*/ 469700 h 3682908"/>
                <a:gd name="connsiteX3284" fmla="*/ 577311 w 3862373"/>
                <a:gd name="connsiteY3284" fmla="*/ 430613 h 3682908"/>
                <a:gd name="connsiteX3285" fmla="*/ 485025 w 3862373"/>
                <a:gd name="connsiteY3285" fmla="*/ 430613 h 3682908"/>
                <a:gd name="connsiteX3286" fmla="*/ 524109 w 3862373"/>
                <a:gd name="connsiteY3286" fmla="*/ 469700 h 3682908"/>
                <a:gd name="connsiteX3287" fmla="*/ 485025 w 3862373"/>
                <a:gd name="connsiteY3287" fmla="*/ 508788 h 3682908"/>
                <a:gd name="connsiteX3288" fmla="*/ 445951 w 3862373"/>
                <a:gd name="connsiteY3288" fmla="*/ 469700 h 3682908"/>
                <a:gd name="connsiteX3289" fmla="*/ 485025 w 3862373"/>
                <a:gd name="connsiteY3289" fmla="*/ 430613 h 3682908"/>
                <a:gd name="connsiteX3290" fmla="*/ 493081 w 3862373"/>
                <a:gd name="connsiteY3290" fmla="*/ 353508 h 3682908"/>
                <a:gd name="connsiteX3291" fmla="*/ 512664 w 3862373"/>
                <a:gd name="connsiteY3291" fmla="*/ 361620 h 3682908"/>
                <a:gd name="connsiteX3292" fmla="*/ 524111 w 3862373"/>
                <a:gd name="connsiteY3292" fmla="*/ 389259 h 3682908"/>
                <a:gd name="connsiteX3293" fmla="*/ 485026 w 3862373"/>
                <a:gd name="connsiteY3293" fmla="*/ 428346 h 3682908"/>
                <a:gd name="connsiteX3294" fmla="*/ 457392 w 3862373"/>
                <a:gd name="connsiteY3294" fmla="*/ 416897 h 3682908"/>
                <a:gd name="connsiteX3295" fmla="*/ 448688 w 3862373"/>
                <a:gd name="connsiteY3295" fmla="*/ 395861 h 3682908"/>
                <a:gd name="connsiteX3296" fmla="*/ 459172 w 3862373"/>
                <a:gd name="connsiteY3296" fmla="*/ 384326 h 3682908"/>
                <a:gd name="connsiteX3297" fmla="*/ 2079618 w 3862373"/>
                <a:gd name="connsiteY3297" fmla="*/ 350171 h 3682908"/>
                <a:gd name="connsiteX3298" fmla="*/ 2118703 w 3862373"/>
                <a:gd name="connsiteY3298" fmla="*/ 389259 h 3682908"/>
                <a:gd name="connsiteX3299" fmla="*/ 2079618 w 3862373"/>
                <a:gd name="connsiteY3299" fmla="*/ 428346 h 3682908"/>
                <a:gd name="connsiteX3300" fmla="*/ 2040537 w 3862373"/>
                <a:gd name="connsiteY3300" fmla="*/ 389259 h 3682908"/>
                <a:gd name="connsiteX3301" fmla="*/ 2079618 w 3862373"/>
                <a:gd name="connsiteY3301" fmla="*/ 350171 h 3682908"/>
                <a:gd name="connsiteX3302" fmla="*/ 1984971 w 3862373"/>
                <a:gd name="connsiteY3302" fmla="*/ 350171 h 3682908"/>
                <a:gd name="connsiteX3303" fmla="*/ 2024068 w 3862373"/>
                <a:gd name="connsiteY3303" fmla="*/ 389259 h 3682908"/>
                <a:gd name="connsiteX3304" fmla="*/ 1984971 w 3862373"/>
                <a:gd name="connsiteY3304" fmla="*/ 428346 h 3682908"/>
                <a:gd name="connsiteX3305" fmla="*/ 1945873 w 3862373"/>
                <a:gd name="connsiteY3305" fmla="*/ 389259 h 3682908"/>
                <a:gd name="connsiteX3306" fmla="*/ 1984971 w 3862373"/>
                <a:gd name="connsiteY3306" fmla="*/ 350171 h 3682908"/>
                <a:gd name="connsiteX3307" fmla="*/ 1890340 w 3862373"/>
                <a:gd name="connsiteY3307" fmla="*/ 350171 h 3682908"/>
                <a:gd name="connsiteX3308" fmla="*/ 1929413 w 3862373"/>
                <a:gd name="connsiteY3308" fmla="*/ 389259 h 3682908"/>
                <a:gd name="connsiteX3309" fmla="*/ 1890340 w 3862373"/>
                <a:gd name="connsiteY3309" fmla="*/ 428346 h 3682908"/>
                <a:gd name="connsiteX3310" fmla="*/ 1851255 w 3862373"/>
                <a:gd name="connsiteY3310" fmla="*/ 389259 h 3682908"/>
                <a:gd name="connsiteX3311" fmla="*/ 1890340 w 3862373"/>
                <a:gd name="connsiteY3311" fmla="*/ 350171 h 3682908"/>
                <a:gd name="connsiteX3312" fmla="*/ 1798073 w 3862373"/>
                <a:gd name="connsiteY3312" fmla="*/ 350171 h 3682908"/>
                <a:gd name="connsiteX3313" fmla="*/ 1837149 w 3862373"/>
                <a:gd name="connsiteY3313" fmla="*/ 389259 h 3682908"/>
                <a:gd name="connsiteX3314" fmla="*/ 1798073 w 3862373"/>
                <a:gd name="connsiteY3314" fmla="*/ 428346 h 3682908"/>
                <a:gd name="connsiteX3315" fmla="*/ 1758966 w 3862373"/>
                <a:gd name="connsiteY3315" fmla="*/ 389259 h 3682908"/>
                <a:gd name="connsiteX3316" fmla="*/ 1798073 w 3862373"/>
                <a:gd name="connsiteY3316" fmla="*/ 350171 h 3682908"/>
                <a:gd name="connsiteX3317" fmla="*/ 1703435 w 3862373"/>
                <a:gd name="connsiteY3317" fmla="*/ 350171 h 3682908"/>
                <a:gd name="connsiteX3318" fmla="*/ 1742524 w 3862373"/>
                <a:gd name="connsiteY3318" fmla="*/ 389259 h 3682908"/>
                <a:gd name="connsiteX3319" fmla="*/ 1703435 w 3862373"/>
                <a:gd name="connsiteY3319" fmla="*/ 428346 h 3682908"/>
                <a:gd name="connsiteX3320" fmla="*/ 1664351 w 3862373"/>
                <a:gd name="connsiteY3320" fmla="*/ 389259 h 3682908"/>
                <a:gd name="connsiteX3321" fmla="*/ 1703435 w 3862373"/>
                <a:gd name="connsiteY3321" fmla="*/ 350171 h 3682908"/>
                <a:gd name="connsiteX3322" fmla="*/ 1611151 w 3862373"/>
                <a:gd name="connsiteY3322" fmla="*/ 350171 h 3682908"/>
                <a:gd name="connsiteX3323" fmla="*/ 1650245 w 3862373"/>
                <a:gd name="connsiteY3323" fmla="*/ 389259 h 3682908"/>
                <a:gd name="connsiteX3324" fmla="*/ 1611151 w 3862373"/>
                <a:gd name="connsiteY3324" fmla="*/ 428346 h 3682908"/>
                <a:gd name="connsiteX3325" fmla="*/ 1572155 w 3862373"/>
                <a:gd name="connsiteY3325" fmla="*/ 389259 h 3682908"/>
                <a:gd name="connsiteX3326" fmla="*/ 1611151 w 3862373"/>
                <a:gd name="connsiteY3326" fmla="*/ 350171 h 3682908"/>
                <a:gd name="connsiteX3327" fmla="*/ 1516602 w 3862373"/>
                <a:gd name="connsiteY3327" fmla="*/ 350171 h 3682908"/>
                <a:gd name="connsiteX3328" fmla="*/ 1555690 w 3862373"/>
                <a:gd name="connsiteY3328" fmla="*/ 389259 h 3682908"/>
                <a:gd name="connsiteX3329" fmla="*/ 1516602 w 3862373"/>
                <a:gd name="connsiteY3329" fmla="*/ 428346 h 3682908"/>
                <a:gd name="connsiteX3330" fmla="*/ 1477510 w 3862373"/>
                <a:gd name="connsiteY3330" fmla="*/ 389259 h 3682908"/>
                <a:gd name="connsiteX3331" fmla="*/ 1516602 w 3862373"/>
                <a:gd name="connsiteY3331" fmla="*/ 350171 h 3682908"/>
                <a:gd name="connsiteX3332" fmla="*/ 951124 w 3862373"/>
                <a:gd name="connsiteY3332" fmla="*/ 350171 h 3682908"/>
                <a:gd name="connsiteX3333" fmla="*/ 990204 w 3862373"/>
                <a:gd name="connsiteY3333" fmla="*/ 389259 h 3682908"/>
                <a:gd name="connsiteX3334" fmla="*/ 951124 w 3862373"/>
                <a:gd name="connsiteY3334" fmla="*/ 428346 h 3682908"/>
                <a:gd name="connsiteX3335" fmla="*/ 912042 w 3862373"/>
                <a:gd name="connsiteY3335" fmla="*/ 389259 h 3682908"/>
                <a:gd name="connsiteX3336" fmla="*/ 951124 w 3862373"/>
                <a:gd name="connsiteY3336" fmla="*/ 350171 h 3682908"/>
                <a:gd name="connsiteX3337" fmla="*/ 856501 w 3862373"/>
                <a:gd name="connsiteY3337" fmla="*/ 350171 h 3682908"/>
                <a:gd name="connsiteX3338" fmla="*/ 895581 w 3862373"/>
                <a:gd name="connsiteY3338" fmla="*/ 389259 h 3682908"/>
                <a:gd name="connsiteX3339" fmla="*/ 856501 w 3862373"/>
                <a:gd name="connsiteY3339" fmla="*/ 428346 h 3682908"/>
                <a:gd name="connsiteX3340" fmla="*/ 817421 w 3862373"/>
                <a:gd name="connsiteY3340" fmla="*/ 389259 h 3682908"/>
                <a:gd name="connsiteX3341" fmla="*/ 856501 w 3862373"/>
                <a:gd name="connsiteY3341" fmla="*/ 350171 h 3682908"/>
                <a:gd name="connsiteX3342" fmla="*/ 764243 w 3862373"/>
                <a:gd name="connsiteY3342" fmla="*/ 350171 h 3682908"/>
                <a:gd name="connsiteX3343" fmla="*/ 803324 w 3862373"/>
                <a:gd name="connsiteY3343" fmla="*/ 389259 h 3682908"/>
                <a:gd name="connsiteX3344" fmla="*/ 764243 w 3862373"/>
                <a:gd name="connsiteY3344" fmla="*/ 428346 h 3682908"/>
                <a:gd name="connsiteX3345" fmla="*/ 725160 w 3862373"/>
                <a:gd name="connsiteY3345" fmla="*/ 389259 h 3682908"/>
                <a:gd name="connsiteX3346" fmla="*/ 764243 w 3862373"/>
                <a:gd name="connsiteY3346" fmla="*/ 350171 h 3682908"/>
                <a:gd name="connsiteX3347" fmla="*/ 669597 w 3862373"/>
                <a:gd name="connsiteY3347" fmla="*/ 350171 h 3682908"/>
                <a:gd name="connsiteX3348" fmla="*/ 708698 w 3862373"/>
                <a:gd name="connsiteY3348" fmla="*/ 389259 h 3682908"/>
                <a:gd name="connsiteX3349" fmla="*/ 669597 w 3862373"/>
                <a:gd name="connsiteY3349" fmla="*/ 428346 h 3682908"/>
                <a:gd name="connsiteX3350" fmla="*/ 630519 w 3862373"/>
                <a:gd name="connsiteY3350" fmla="*/ 389259 h 3682908"/>
                <a:gd name="connsiteX3351" fmla="*/ 669597 w 3862373"/>
                <a:gd name="connsiteY3351" fmla="*/ 350171 h 3682908"/>
                <a:gd name="connsiteX3352" fmla="*/ 577316 w 3862373"/>
                <a:gd name="connsiteY3352" fmla="*/ 350171 h 3682908"/>
                <a:gd name="connsiteX3353" fmla="*/ 616414 w 3862373"/>
                <a:gd name="connsiteY3353" fmla="*/ 389259 h 3682908"/>
                <a:gd name="connsiteX3354" fmla="*/ 577316 w 3862373"/>
                <a:gd name="connsiteY3354" fmla="*/ 428346 h 3682908"/>
                <a:gd name="connsiteX3355" fmla="*/ 538216 w 3862373"/>
                <a:gd name="connsiteY3355" fmla="*/ 389259 h 3682908"/>
                <a:gd name="connsiteX3356" fmla="*/ 577316 w 3862373"/>
                <a:gd name="connsiteY3356" fmla="*/ 350171 h 3682908"/>
                <a:gd name="connsiteX3357" fmla="*/ 591716 w 3862373"/>
                <a:gd name="connsiteY3357" fmla="*/ 263862 h 3682908"/>
                <a:gd name="connsiteX3358" fmla="*/ 604964 w 3862373"/>
                <a:gd name="connsiteY3358" fmla="*/ 269347 h 3682908"/>
                <a:gd name="connsiteX3359" fmla="*/ 616416 w 3862373"/>
                <a:gd name="connsiteY3359" fmla="*/ 296985 h 3682908"/>
                <a:gd name="connsiteX3360" fmla="*/ 577316 w 3862373"/>
                <a:gd name="connsiteY3360" fmla="*/ 336071 h 3682908"/>
                <a:gd name="connsiteX3361" fmla="*/ 549670 w 3862373"/>
                <a:gd name="connsiteY3361" fmla="*/ 324623 h 3682908"/>
                <a:gd name="connsiteX3362" fmla="*/ 542883 w 3862373"/>
                <a:gd name="connsiteY3362" fmla="*/ 308244 h 3682908"/>
                <a:gd name="connsiteX3363" fmla="*/ 951129 w 3862373"/>
                <a:gd name="connsiteY3363" fmla="*/ 257899 h 3682908"/>
                <a:gd name="connsiteX3364" fmla="*/ 990205 w 3862373"/>
                <a:gd name="connsiteY3364" fmla="*/ 296985 h 3682908"/>
                <a:gd name="connsiteX3365" fmla="*/ 951129 w 3862373"/>
                <a:gd name="connsiteY3365" fmla="*/ 336070 h 3682908"/>
                <a:gd name="connsiteX3366" fmla="*/ 912045 w 3862373"/>
                <a:gd name="connsiteY3366" fmla="*/ 296985 h 3682908"/>
                <a:gd name="connsiteX3367" fmla="*/ 951129 w 3862373"/>
                <a:gd name="connsiteY3367" fmla="*/ 257899 h 3682908"/>
                <a:gd name="connsiteX3368" fmla="*/ 856503 w 3862373"/>
                <a:gd name="connsiteY3368" fmla="*/ 257899 h 3682908"/>
                <a:gd name="connsiteX3369" fmla="*/ 895582 w 3862373"/>
                <a:gd name="connsiteY3369" fmla="*/ 296985 h 3682908"/>
                <a:gd name="connsiteX3370" fmla="*/ 856503 w 3862373"/>
                <a:gd name="connsiteY3370" fmla="*/ 336070 h 3682908"/>
                <a:gd name="connsiteX3371" fmla="*/ 817422 w 3862373"/>
                <a:gd name="connsiteY3371" fmla="*/ 296985 h 3682908"/>
                <a:gd name="connsiteX3372" fmla="*/ 856503 w 3862373"/>
                <a:gd name="connsiteY3372" fmla="*/ 257899 h 3682908"/>
                <a:gd name="connsiteX3373" fmla="*/ 764243 w 3862373"/>
                <a:gd name="connsiteY3373" fmla="*/ 257899 h 3682908"/>
                <a:gd name="connsiteX3374" fmla="*/ 803326 w 3862373"/>
                <a:gd name="connsiteY3374" fmla="*/ 296985 h 3682908"/>
                <a:gd name="connsiteX3375" fmla="*/ 764243 w 3862373"/>
                <a:gd name="connsiteY3375" fmla="*/ 336070 h 3682908"/>
                <a:gd name="connsiteX3376" fmla="*/ 725161 w 3862373"/>
                <a:gd name="connsiteY3376" fmla="*/ 296985 h 3682908"/>
                <a:gd name="connsiteX3377" fmla="*/ 764243 w 3862373"/>
                <a:gd name="connsiteY3377" fmla="*/ 257899 h 3682908"/>
                <a:gd name="connsiteX3378" fmla="*/ 669597 w 3862373"/>
                <a:gd name="connsiteY3378" fmla="*/ 257899 h 3682908"/>
                <a:gd name="connsiteX3379" fmla="*/ 708698 w 3862373"/>
                <a:gd name="connsiteY3379" fmla="*/ 296985 h 3682908"/>
                <a:gd name="connsiteX3380" fmla="*/ 669597 w 3862373"/>
                <a:gd name="connsiteY3380" fmla="*/ 336070 h 3682908"/>
                <a:gd name="connsiteX3381" fmla="*/ 630520 w 3862373"/>
                <a:gd name="connsiteY3381" fmla="*/ 296985 h 3682908"/>
                <a:gd name="connsiteX3382" fmla="*/ 669597 w 3862373"/>
                <a:gd name="connsiteY3382" fmla="*/ 257899 h 3682908"/>
                <a:gd name="connsiteX3383" fmla="*/ 2079618 w 3862373"/>
                <a:gd name="connsiteY3383" fmla="*/ 257899 h 3682908"/>
                <a:gd name="connsiteX3384" fmla="*/ 2118703 w 3862373"/>
                <a:gd name="connsiteY3384" fmla="*/ 296984 h 3682908"/>
                <a:gd name="connsiteX3385" fmla="*/ 2079618 w 3862373"/>
                <a:gd name="connsiteY3385" fmla="*/ 336070 h 3682908"/>
                <a:gd name="connsiteX3386" fmla="*/ 2040537 w 3862373"/>
                <a:gd name="connsiteY3386" fmla="*/ 296984 h 3682908"/>
                <a:gd name="connsiteX3387" fmla="*/ 2079618 w 3862373"/>
                <a:gd name="connsiteY3387" fmla="*/ 257899 h 3682908"/>
                <a:gd name="connsiteX3388" fmla="*/ 1984971 w 3862373"/>
                <a:gd name="connsiteY3388" fmla="*/ 257899 h 3682908"/>
                <a:gd name="connsiteX3389" fmla="*/ 2024068 w 3862373"/>
                <a:gd name="connsiteY3389" fmla="*/ 296984 h 3682908"/>
                <a:gd name="connsiteX3390" fmla="*/ 1984971 w 3862373"/>
                <a:gd name="connsiteY3390" fmla="*/ 336070 h 3682908"/>
                <a:gd name="connsiteX3391" fmla="*/ 1945873 w 3862373"/>
                <a:gd name="connsiteY3391" fmla="*/ 296984 h 3682908"/>
                <a:gd name="connsiteX3392" fmla="*/ 1984971 w 3862373"/>
                <a:gd name="connsiteY3392" fmla="*/ 257899 h 3682908"/>
                <a:gd name="connsiteX3393" fmla="*/ 1890340 w 3862373"/>
                <a:gd name="connsiteY3393" fmla="*/ 257899 h 3682908"/>
                <a:gd name="connsiteX3394" fmla="*/ 1929413 w 3862373"/>
                <a:gd name="connsiteY3394" fmla="*/ 296984 h 3682908"/>
                <a:gd name="connsiteX3395" fmla="*/ 1890340 w 3862373"/>
                <a:gd name="connsiteY3395" fmla="*/ 336070 h 3682908"/>
                <a:gd name="connsiteX3396" fmla="*/ 1851255 w 3862373"/>
                <a:gd name="connsiteY3396" fmla="*/ 296984 h 3682908"/>
                <a:gd name="connsiteX3397" fmla="*/ 1890340 w 3862373"/>
                <a:gd name="connsiteY3397" fmla="*/ 257899 h 3682908"/>
                <a:gd name="connsiteX3398" fmla="*/ 1798073 w 3862373"/>
                <a:gd name="connsiteY3398" fmla="*/ 257899 h 3682908"/>
                <a:gd name="connsiteX3399" fmla="*/ 1837149 w 3862373"/>
                <a:gd name="connsiteY3399" fmla="*/ 296984 h 3682908"/>
                <a:gd name="connsiteX3400" fmla="*/ 1798073 w 3862373"/>
                <a:gd name="connsiteY3400" fmla="*/ 336070 h 3682908"/>
                <a:gd name="connsiteX3401" fmla="*/ 1758966 w 3862373"/>
                <a:gd name="connsiteY3401" fmla="*/ 296984 h 3682908"/>
                <a:gd name="connsiteX3402" fmla="*/ 1798073 w 3862373"/>
                <a:gd name="connsiteY3402" fmla="*/ 257899 h 3682908"/>
                <a:gd name="connsiteX3403" fmla="*/ 1703435 w 3862373"/>
                <a:gd name="connsiteY3403" fmla="*/ 257899 h 3682908"/>
                <a:gd name="connsiteX3404" fmla="*/ 1742524 w 3862373"/>
                <a:gd name="connsiteY3404" fmla="*/ 296984 h 3682908"/>
                <a:gd name="connsiteX3405" fmla="*/ 1703435 w 3862373"/>
                <a:gd name="connsiteY3405" fmla="*/ 336070 h 3682908"/>
                <a:gd name="connsiteX3406" fmla="*/ 1664351 w 3862373"/>
                <a:gd name="connsiteY3406" fmla="*/ 296984 h 3682908"/>
                <a:gd name="connsiteX3407" fmla="*/ 1703435 w 3862373"/>
                <a:gd name="connsiteY3407" fmla="*/ 257899 h 3682908"/>
                <a:gd name="connsiteX3408" fmla="*/ 1611151 w 3862373"/>
                <a:gd name="connsiteY3408" fmla="*/ 257899 h 3682908"/>
                <a:gd name="connsiteX3409" fmla="*/ 1650245 w 3862373"/>
                <a:gd name="connsiteY3409" fmla="*/ 296984 h 3682908"/>
                <a:gd name="connsiteX3410" fmla="*/ 1611151 w 3862373"/>
                <a:gd name="connsiteY3410" fmla="*/ 336070 h 3682908"/>
                <a:gd name="connsiteX3411" fmla="*/ 1572155 w 3862373"/>
                <a:gd name="connsiteY3411" fmla="*/ 296984 h 3682908"/>
                <a:gd name="connsiteX3412" fmla="*/ 1611151 w 3862373"/>
                <a:gd name="connsiteY3412" fmla="*/ 257899 h 3682908"/>
                <a:gd name="connsiteX3413" fmla="*/ 1516605 w 3862373"/>
                <a:gd name="connsiteY3413" fmla="*/ 257899 h 3682908"/>
                <a:gd name="connsiteX3414" fmla="*/ 1555690 w 3862373"/>
                <a:gd name="connsiteY3414" fmla="*/ 296984 h 3682908"/>
                <a:gd name="connsiteX3415" fmla="*/ 1516605 w 3862373"/>
                <a:gd name="connsiteY3415" fmla="*/ 336070 h 3682908"/>
                <a:gd name="connsiteX3416" fmla="*/ 1477512 w 3862373"/>
                <a:gd name="connsiteY3416" fmla="*/ 296984 h 3682908"/>
                <a:gd name="connsiteX3417" fmla="*/ 1516605 w 3862373"/>
                <a:gd name="connsiteY3417" fmla="*/ 257899 h 3682908"/>
                <a:gd name="connsiteX3418" fmla="*/ 1419597 w 3862373"/>
                <a:gd name="connsiteY3418" fmla="*/ 257899 h 3682908"/>
                <a:gd name="connsiteX3419" fmla="*/ 1458689 w 3862373"/>
                <a:gd name="connsiteY3419" fmla="*/ 296984 h 3682908"/>
                <a:gd name="connsiteX3420" fmla="*/ 1419597 w 3862373"/>
                <a:gd name="connsiteY3420" fmla="*/ 336070 h 3682908"/>
                <a:gd name="connsiteX3421" fmla="*/ 1380501 w 3862373"/>
                <a:gd name="connsiteY3421" fmla="*/ 296984 h 3682908"/>
                <a:gd name="connsiteX3422" fmla="*/ 1419597 w 3862373"/>
                <a:gd name="connsiteY3422" fmla="*/ 257899 h 3682908"/>
                <a:gd name="connsiteX3423" fmla="*/ 1329683 w 3862373"/>
                <a:gd name="connsiteY3423" fmla="*/ 257899 h 3682908"/>
                <a:gd name="connsiteX3424" fmla="*/ 1368775 w 3862373"/>
                <a:gd name="connsiteY3424" fmla="*/ 296984 h 3682908"/>
                <a:gd name="connsiteX3425" fmla="*/ 1329683 w 3862373"/>
                <a:gd name="connsiteY3425" fmla="*/ 336070 h 3682908"/>
                <a:gd name="connsiteX3426" fmla="*/ 1290601 w 3862373"/>
                <a:gd name="connsiteY3426" fmla="*/ 296984 h 3682908"/>
                <a:gd name="connsiteX3427" fmla="*/ 1329683 w 3862373"/>
                <a:gd name="connsiteY3427" fmla="*/ 257899 h 3682908"/>
                <a:gd name="connsiteX3428" fmla="*/ 1232690 w 3862373"/>
                <a:gd name="connsiteY3428" fmla="*/ 257899 h 3682908"/>
                <a:gd name="connsiteX3429" fmla="*/ 1271764 w 3862373"/>
                <a:gd name="connsiteY3429" fmla="*/ 296985 h 3682908"/>
                <a:gd name="connsiteX3430" fmla="*/ 1232690 w 3862373"/>
                <a:gd name="connsiteY3430" fmla="*/ 336070 h 3682908"/>
                <a:gd name="connsiteX3431" fmla="*/ 1193607 w 3862373"/>
                <a:gd name="connsiteY3431" fmla="*/ 296985 h 3682908"/>
                <a:gd name="connsiteX3432" fmla="*/ 1232690 w 3862373"/>
                <a:gd name="connsiteY3432" fmla="*/ 257899 h 3682908"/>
                <a:gd name="connsiteX3433" fmla="*/ 1516605 w 3862373"/>
                <a:gd name="connsiteY3433" fmla="*/ 175085 h 3682908"/>
                <a:gd name="connsiteX3434" fmla="*/ 1555690 w 3862373"/>
                <a:gd name="connsiteY3434" fmla="*/ 214170 h 3682908"/>
                <a:gd name="connsiteX3435" fmla="*/ 1516605 w 3862373"/>
                <a:gd name="connsiteY3435" fmla="*/ 253265 h 3682908"/>
                <a:gd name="connsiteX3436" fmla="*/ 1477512 w 3862373"/>
                <a:gd name="connsiteY3436" fmla="*/ 214170 h 3682908"/>
                <a:gd name="connsiteX3437" fmla="*/ 1516605 w 3862373"/>
                <a:gd name="connsiteY3437" fmla="*/ 175085 h 3682908"/>
                <a:gd name="connsiteX3438" fmla="*/ 1419600 w 3862373"/>
                <a:gd name="connsiteY3438" fmla="*/ 175085 h 3682908"/>
                <a:gd name="connsiteX3439" fmla="*/ 1458689 w 3862373"/>
                <a:gd name="connsiteY3439" fmla="*/ 214170 h 3682908"/>
                <a:gd name="connsiteX3440" fmla="*/ 1419600 w 3862373"/>
                <a:gd name="connsiteY3440" fmla="*/ 253265 h 3682908"/>
                <a:gd name="connsiteX3441" fmla="*/ 1380502 w 3862373"/>
                <a:gd name="connsiteY3441" fmla="*/ 214170 h 3682908"/>
                <a:gd name="connsiteX3442" fmla="*/ 1419600 w 3862373"/>
                <a:gd name="connsiteY3442" fmla="*/ 175085 h 3682908"/>
                <a:gd name="connsiteX3443" fmla="*/ 1329683 w 3862373"/>
                <a:gd name="connsiteY3443" fmla="*/ 175085 h 3682908"/>
                <a:gd name="connsiteX3444" fmla="*/ 1368775 w 3862373"/>
                <a:gd name="connsiteY3444" fmla="*/ 214170 h 3682908"/>
                <a:gd name="connsiteX3445" fmla="*/ 1329683 w 3862373"/>
                <a:gd name="connsiteY3445" fmla="*/ 253265 h 3682908"/>
                <a:gd name="connsiteX3446" fmla="*/ 1290601 w 3862373"/>
                <a:gd name="connsiteY3446" fmla="*/ 214170 h 3682908"/>
                <a:gd name="connsiteX3447" fmla="*/ 1329683 w 3862373"/>
                <a:gd name="connsiteY3447" fmla="*/ 175085 h 3682908"/>
                <a:gd name="connsiteX3448" fmla="*/ 1232690 w 3862373"/>
                <a:gd name="connsiteY3448" fmla="*/ 175085 h 3682908"/>
                <a:gd name="connsiteX3449" fmla="*/ 1271764 w 3862373"/>
                <a:gd name="connsiteY3449" fmla="*/ 214170 h 3682908"/>
                <a:gd name="connsiteX3450" fmla="*/ 1232690 w 3862373"/>
                <a:gd name="connsiteY3450" fmla="*/ 253265 h 3682908"/>
                <a:gd name="connsiteX3451" fmla="*/ 1193607 w 3862373"/>
                <a:gd name="connsiteY3451" fmla="*/ 214170 h 3682908"/>
                <a:gd name="connsiteX3452" fmla="*/ 1232690 w 3862373"/>
                <a:gd name="connsiteY3452" fmla="*/ 175085 h 3682908"/>
                <a:gd name="connsiteX3453" fmla="*/ 1045751 w 3862373"/>
                <a:gd name="connsiteY3453" fmla="*/ 175085 h 3682908"/>
                <a:gd name="connsiteX3454" fmla="*/ 1084842 w 3862373"/>
                <a:gd name="connsiteY3454" fmla="*/ 214172 h 3682908"/>
                <a:gd name="connsiteX3455" fmla="*/ 1045751 w 3862373"/>
                <a:gd name="connsiteY3455" fmla="*/ 253265 h 3682908"/>
                <a:gd name="connsiteX3456" fmla="*/ 1006670 w 3862373"/>
                <a:gd name="connsiteY3456" fmla="*/ 214172 h 3682908"/>
                <a:gd name="connsiteX3457" fmla="*/ 1045751 w 3862373"/>
                <a:gd name="connsiteY3457" fmla="*/ 175085 h 3682908"/>
                <a:gd name="connsiteX3458" fmla="*/ 951129 w 3862373"/>
                <a:gd name="connsiteY3458" fmla="*/ 175085 h 3682908"/>
                <a:gd name="connsiteX3459" fmla="*/ 990205 w 3862373"/>
                <a:gd name="connsiteY3459" fmla="*/ 214172 h 3682908"/>
                <a:gd name="connsiteX3460" fmla="*/ 951129 w 3862373"/>
                <a:gd name="connsiteY3460" fmla="*/ 253265 h 3682908"/>
                <a:gd name="connsiteX3461" fmla="*/ 912045 w 3862373"/>
                <a:gd name="connsiteY3461" fmla="*/ 214172 h 3682908"/>
                <a:gd name="connsiteX3462" fmla="*/ 951129 w 3862373"/>
                <a:gd name="connsiteY3462" fmla="*/ 175085 h 3682908"/>
                <a:gd name="connsiteX3463" fmla="*/ 856503 w 3862373"/>
                <a:gd name="connsiteY3463" fmla="*/ 175085 h 3682908"/>
                <a:gd name="connsiteX3464" fmla="*/ 895582 w 3862373"/>
                <a:gd name="connsiteY3464" fmla="*/ 214172 h 3682908"/>
                <a:gd name="connsiteX3465" fmla="*/ 856503 w 3862373"/>
                <a:gd name="connsiteY3465" fmla="*/ 253265 h 3682908"/>
                <a:gd name="connsiteX3466" fmla="*/ 817422 w 3862373"/>
                <a:gd name="connsiteY3466" fmla="*/ 214172 h 3682908"/>
                <a:gd name="connsiteX3467" fmla="*/ 856503 w 3862373"/>
                <a:gd name="connsiteY3467" fmla="*/ 175085 h 3682908"/>
                <a:gd name="connsiteX3468" fmla="*/ 764243 w 3862373"/>
                <a:gd name="connsiteY3468" fmla="*/ 175085 h 3682908"/>
                <a:gd name="connsiteX3469" fmla="*/ 803326 w 3862373"/>
                <a:gd name="connsiteY3469" fmla="*/ 214172 h 3682908"/>
                <a:gd name="connsiteX3470" fmla="*/ 764243 w 3862373"/>
                <a:gd name="connsiteY3470" fmla="*/ 253265 h 3682908"/>
                <a:gd name="connsiteX3471" fmla="*/ 725161 w 3862373"/>
                <a:gd name="connsiteY3471" fmla="*/ 214172 h 3682908"/>
                <a:gd name="connsiteX3472" fmla="*/ 764243 w 3862373"/>
                <a:gd name="connsiteY3472" fmla="*/ 175085 h 3682908"/>
                <a:gd name="connsiteX3473" fmla="*/ 2831988 w 3862373"/>
                <a:gd name="connsiteY3473" fmla="*/ 175085 h 3682908"/>
                <a:gd name="connsiteX3474" fmla="*/ 2871075 w 3862373"/>
                <a:gd name="connsiteY3474" fmla="*/ 214170 h 3682908"/>
                <a:gd name="connsiteX3475" fmla="*/ 2831988 w 3862373"/>
                <a:gd name="connsiteY3475" fmla="*/ 253265 h 3682908"/>
                <a:gd name="connsiteX3476" fmla="*/ 2792901 w 3862373"/>
                <a:gd name="connsiteY3476" fmla="*/ 214170 h 3682908"/>
                <a:gd name="connsiteX3477" fmla="*/ 2831988 w 3862373"/>
                <a:gd name="connsiteY3477" fmla="*/ 175085 h 3682908"/>
                <a:gd name="connsiteX3478" fmla="*/ 2079618 w 3862373"/>
                <a:gd name="connsiteY3478" fmla="*/ 175085 h 3682908"/>
                <a:gd name="connsiteX3479" fmla="*/ 2118703 w 3862373"/>
                <a:gd name="connsiteY3479" fmla="*/ 214170 h 3682908"/>
                <a:gd name="connsiteX3480" fmla="*/ 2079618 w 3862373"/>
                <a:gd name="connsiteY3480" fmla="*/ 253265 h 3682908"/>
                <a:gd name="connsiteX3481" fmla="*/ 2040537 w 3862373"/>
                <a:gd name="connsiteY3481" fmla="*/ 214170 h 3682908"/>
                <a:gd name="connsiteX3482" fmla="*/ 2079618 w 3862373"/>
                <a:gd name="connsiteY3482" fmla="*/ 175085 h 3682908"/>
                <a:gd name="connsiteX3483" fmla="*/ 1984973 w 3862373"/>
                <a:gd name="connsiteY3483" fmla="*/ 175085 h 3682908"/>
                <a:gd name="connsiteX3484" fmla="*/ 2024073 w 3862373"/>
                <a:gd name="connsiteY3484" fmla="*/ 214170 h 3682908"/>
                <a:gd name="connsiteX3485" fmla="*/ 1984973 w 3862373"/>
                <a:gd name="connsiteY3485" fmla="*/ 253265 h 3682908"/>
                <a:gd name="connsiteX3486" fmla="*/ 1945875 w 3862373"/>
                <a:gd name="connsiteY3486" fmla="*/ 214170 h 3682908"/>
                <a:gd name="connsiteX3487" fmla="*/ 1984973 w 3862373"/>
                <a:gd name="connsiteY3487" fmla="*/ 175085 h 3682908"/>
                <a:gd name="connsiteX3488" fmla="*/ 1890340 w 3862373"/>
                <a:gd name="connsiteY3488" fmla="*/ 175085 h 3682908"/>
                <a:gd name="connsiteX3489" fmla="*/ 1929413 w 3862373"/>
                <a:gd name="connsiteY3489" fmla="*/ 214170 h 3682908"/>
                <a:gd name="connsiteX3490" fmla="*/ 1890340 w 3862373"/>
                <a:gd name="connsiteY3490" fmla="*/ 253265 h 3682908"/>
                <a:gd name="connsiteX3491" fmla="*/ 1851255 w 3862373"/>
                <a:gd name="connsiteY3491" fmla="*/ 214170 h 3682908"/>
                <a:gd name="connsiteX3492" fmla="*/ 1890340 w 3862373"/>
                <a:gd name="connsiteY3492" fmla="*/ 175085 h 3682908"/>
                <a:gd name="connsiteX3493" fmla="*/ 1798073 w 3862373"/>
                <a:gd name="connsiteY3493" fmla="*/ 175085 h 3682908"/>
                <a:gd name="connsiteX3494" fmla="*/ 1837149 w 3862373"/>
                <a:gd name="connsiteY3494" fmla="*/ 214170 h 3682908"/>
                <a:gd name="connsiteX3495" fmla="*/ 1798073 w 3862373"/>
                <a:gd name="connsiteY3495" fmla="*/ 253265 h 3682908"/>
                <a:gd name="connsiteX3496" fmla="*/ 1758966 w 3862373"/>
                <a:gd name="connsiteY3496" fmla="*/ 214170 h 3682908"/>
                <a:gd name="connsiteX3497" fmla="*/ 1798073 w 3862373"/>
                <a:gd name="connsiteY3497" fmla="*/ 175085 h 3682908"/>
                <a:gd name="connsiteX3498" fmla="*/ 1703435 w 3862373"/>
                <a:gd name="connsiteY3498" fmla="*/ 175085 h 3682908"/>
                <a:gd name="connsiteX3499" fmla="*/ 1742524 w 3862373"/>
                <a:gd name="connsiteY3499" fmla="*/ 214170 h 3682908"/>
                <a:gd name="connsiteX3500" fmla="*/ 1703435 w 3862373"/>
                <a:gd name="connsiteY3500" fmla="*/ 253265 h 3682908"/>
                <a:gd name="connsiteX3501" fmla="*/ 1664351 w 3862373"/>
                <a:gd name="connsiteY3501" fmla="*/ 214170 h 3682908"/>
                <a:gd name="connsiteX3502" fmla="*/ 1703435 w 3862373"/>
                <a:gd name="connsiteY3502" fmla="*/ 175085 h 3682908"/>
                <a:gd name="connsiteX3503" fmla="*/ 1611151 w 3862373"/>
                <a:gd name="connsiteY3503" fmla="*/ 175085 h 3682908"/>
                <a:gd name="connsiteX3504" fmla="*/ 1650245 w 3862373"/>
                <a:gd name="connsiteY3504" fmla="*/ 214170 h 3682908"/>
                <a:gd name="connsiteX3505" fmla="*/ 1611151 w 3862373"/>
                <a:gd name="connsiteY3505" fmla="*/ 253265 h 3682908"/>
                <a:gd name="connsiteX3506" fmla="*/ 1572158 w 3862373"/>
                <a:gd name="connsiteY3506" fmla="*/ 214170 h 3682908"/>
                <a:gd name="connsiteX3507" fmla="*/ 1611151 w 3862373"/>
                <a:gd name="connsiteY3507" fmla="*/ 175085 h 3682908"/>
                <a:gd name="connsiteX3508" fmla="*/ 798955 w 3862373"/>
                <a:gd name="connsiteY3508" fmla="*/ 113714 h 3682908"/>
                <a:gd name="connsiteX3509" fmla="*/ 803326 w 3862373"/>
                <a:gd name="connsiteY3509" fmla="*/ 124268 h 3682908"/>
                <a:gd name="connsiteX3510" fmla="*/ 764243 w 3862373"/>
                <a:gd name="connsiteY3510" fmla="*/ 163353 h 3682908"/>
                <a:gd name="connsiteX3511" fmla="*/ 738461 w 3862373"/>
                <a:gd name="connsiteY3511" fmla="*/ 152674 h 3682908"/>
                <a:gd name="connsiteX3512" fmla="*/ 754212 w 3862373"/>
                <a:gd name="connsiteY3512" fmla="*/ 140896 h 3682908"/>
                <a:gd name="connsiteX3513" fmla="*/ 2904918 w 3862373"/>
                <a:gd name="connsiteY3513" fmla="*/ 93195 h 3682908"/>
                <a:gd name="connsiteX3514" fmla="*/ 2961886 w 3862373"/>
                <a:gd name="connsiteY3514" fmla="*/ 127804 h 3682908"/>
                <a:gd name="connsiteX3515" fmla="*/ 2951903 w 3862373"/>
                <a:gd name="connsiteY3515" fmla="*/ 151905 h 3682908"/>
                <a:gd name="connsiteX3516" fmla="*/ 2924264 w 3862373"/>
                <a:gd name="connsiteY3516" fmla="*/ 163353 h 3682908"/>
                <a:gd name="connsiteX3517" fmla="*/ 2885177 w 3862373"/>
                <a:gd name="connsiteY3517" fmla="*/ 124267 h 3682908"/>
                <a:gd name="connsiteX3518" fmla="*/ 2896625 w 3862373"/>
                <a:gd name="connsiteY3518" fmla="*/ 96630 h 3682908"/>
                <a:gd name="connsiteX3519" fmla="*/ 2831988 w 3862373"/>
                <a:gd name="connsiteY3519" fmla="*/ 85181 h 3682908"/>
                <a:gd name="connsiteX3520" fmla="*/ 2871075 w 3862373"/>
                <a:gd name="connsiteY3520" fmla="*/ 124267 h 3682908"/>
                <a:gd name="connsiteX3521" fmla="*/ 2831988 w 3862373"/>
                <a:gd name="connsiteY3521" fmla="*/ 163353 h 3682908"/>
                <a:gd name="connsiteX3522" fmla="*/ 2792901 w 3862373"/>
                <a:gd name="connsiteY3522" fmla="*/ 124267 h 3682908"/>
                <a:gd name="connsiteX3523" fmla="*/ 2831988 w 3862373"/>
                <a:gd name="connsiteY3523" fmla="*/ 85181 h 3682908"/>
                <a:gd name="connsiteX3524" fmla="*/ 2171887 w 3862373"/>
                <a:gd name="connsiteY3524" fmla="*/ 85181 h 3682908"/>
                <a:gd name="connsiteX3525" fmla="*/ 2210981 w 3862373"/>
                <a:gd name="connsiteY3525" fmla="*/ 124267 h 3682908"/>
                <a:gd name="connsiteX3526" fmla="*/ 2171887 w 3862373"/>
                <a:gd name="connsiteY3526" fmla="*/ 163353 h 3682908"/>
                <a:gd name="connsiteX3527" fmla="*/ 2132800 w 3862373"/>
                <a:gd name="connsiteY3527" fmla="*/ 124267 h 3682908"/>
                <a:gd name="connsiteX3528" fmla="*/ 2171887 w 3862373"/>
                <a:gd name="connsiteY3528" fmla="*/ 85181 h 3682908"/>
                <a:gd name="connsiteX3529" fmla="*/ 2079618 w 3862373"/>
                <a:gd name="connsiteY3529" fmla="*/ 85181 h 3682908"/>
                <a:gd name="connsiteX3530" fmla="*/ 2118703 w 3862373"/>
                <a:gd name="connsiteY3530" fmla="*/ 124267 h 3682908"/>
                <a:gd name="connsiteX3531" fmla="*/ 2079618 w 3862373"/>
                <a:gd name="connsiteY3531" fmla="*/ 163353 h 3682908"/>
                <a:gd name="connsiteX3532" fmla="*/ 2040537 w 3862373"/>
                <a:gd name="connsiteY3532" fmla="*/ 124267 h 3682908"/>
                <a:gd name="connsiteX3533" fmla="*/ 2079618 w 3862373"/>
                <a:gd name="connsiteY3533" fmla="*/ 85181 h 3682908"/>
                <a:gd name="connsiteX3534" fmla="*/ 1984973 w 3862373"/>
                <a:gd name="connsiteY3534" fmla="*/ 85181 h 3682908"/>
                <a:gd name="connsiteX3535" fmla="*/ 2024073 w 3862373"/>
                <a:gd name="connsiteY3535" fmla="*/ 124268 h 3682908"/>
                <a:gd name="connsiteX3536" fmla="*/ 1984973 w 3862373"/>
                <a:gd name="connsiteY3536" fmla="*/ 163353 h 3682908"/>
                <a:gd name="connsiteX3537" fmla="*/ 1945875 w 3862373"/>
                <a:gd name="connsiteY3537" fmla="*/ 124268 h 3682908"/>
                <a:gd name="connsiteX3538" fmla="*/ 1984973 w 3862373"/>
                <a:gd name="connsiteY3538" fmla="*/ 85181 h 3682908"/>
                <a:gd name="connsiteX3539" fmla="*/ 1890340 w 3862373"/>
                <a:gd name="connsiteY3539" fmla="*/ 85181 h 3682908"/>
                <a:gd name="connsiteX3540" fmla="*/ 1929413 w 3862373"/>
                <a:gd name="connsiteY3540" fmla="*/ 124268 h 3682908"/>
                <a:gd name="connsiteX3541" fmla="*/ 1890340 w 3862373"/>
                <a:gd name="connsiteY3541" fmla="*/ 163353 h 3682908"/>
                <a:gd name="connsiteX3542" fmla="*/ 1851255 w 3862373"/>
                <a:gd name="connsiteY3542" fmla="*/ 124268 h 3682908"/>
                <a:gd name="connsiteX3543" fmla="*/ 1890340 w 3862373"/>
                <a:gd name="connsiteY3543" fmla="*/ 85181 h 3682908"/>
                <a:gd name="connsiteX3544" fmla="*/ 1798073 w 3862373"/>
                <a:gd name="connsiteY3544" fmla="*/ 85181 h 3682908"/>
                <a:gd name="connsiteX3545" fmla="*/ 1837149 w 3862373"/>
                <a:gd name="connsiteY3545" fmla="*/ 124268 h 3682908"/>
                <a:gd name="connsiteX3546" fmla="*/ 1798073 w 3862373"/>
                <a:gd name="connsiteY3546" fmla="*/ 163353 h 3682908"/>
                <a:gd name="connsiteX3547" fmla="*/ 1758966 w 3862373"/>
                <a:gd name="connsiteY3547" fmla="*/ 124268 h 3682908"/>
                <a:gd name="connsiteX3548" fmla="*/ 1798073 w 3862373"/>
                <a:gd name="connsiteY3548" fmla="*/ 85181 h 3682908"/>
                <a:gd name="connsiteX3549" fmla="*/ 1703435 w 3862373"/>
                <a:gd name="connsiteY3549" fmla="*/ 85181 h 3682908"/>
                <a:gd name="connsiteX3550" fmla="*/ 1742524 w 3862373"/>
                <a:gd name="connsiteY3550" fmla="*/ 124268 h 3682908"/>
                <a:gd name="connsiteX3551" fmla="*/ 1703435 w 3862373"/>
                <a:gd name="connsiteY3551" fmla="*/ 163353 h 3682908"/>
                <a:gd name="connsiteX3552" fmla="*/ 1664351 w 3862373"/>
                <a:gd name="connsiteY3552" fmla="*/ 124268 h 3682908"/>
                <a:gd name="connsiteX3553" fmla="*/ 1703435 w 3862373"/>
                <a:gd name="connsiteY3553" fmla="*/ 85181 h 3682908"/>
                <a:gd name="connsiteX3554" fmla="*/ 1611151 w 3862373"/>
                <a:gd name="connsiteY3554" fmla="*/ 85181 h 3682908"/>
                <a:gd name="connsiteX3555" fmla="*/ 1650245 w 3862373"/>
                <a:gd name="connsiteY3555" fmla="*/ 124268 h 3682908"/>
                <a:gd name="connsiteX3556" fmla="*/ 1611151 w 3862373"/>
                <a:gd name="connsiteY3556" fmla="*/ 163353 h 3682908"/>
                <a:gd name="connsiteX3557" fmla="*/ 1572160 w 3862373"/>
                <a:gd name="connsiteY3557" fmla="*/ 124268 h 3682908"/>
                <a:gd name="connsiteX3558" fmla="*/ 1611151 w 3862373"/>
                <a:gd name="connsiteY3558" fmla="*/ 85181 h 3682908"/>
                <a:gd name="connsiteX3559" fmla="*/ 1516607 w 3862373"/>
                <a:gd name="connsiteY3559" fmla="*/ 85181 h 3682908"/>
                <a:gd name="connsiteX3560" fmla="*/ 1555693 w 3862373"/>
                <a:gd name="connsiteY3560" fmla="*/ 124268 h 3682908"/>
                <a:gd name="connsiteX3561" fmla="*/ 1516607 w 3862373"/>
                <a:gd name="connsiteY3561" fmla="*/ 163353 h 3682908"/>
                <a:gd name="connsiteX3562" fmla="*/ 1477512 w 3862373"/>
                <a:gd name="connsiteY3562" fmla="*/ 124268 h 3682908"/>
                <a:gd name="connsiteX3563" fmla="*/ 1516607 w 3862373"/>
                <a:gd name="connsiteY3563" fmla="*/ 85181 h 3682908"/>
                <a:gd name="connsiteX3564" fmla="*/ 1419600 w 3862373"/>
                <a:gd name="connsiteY3564" fmla="*/ 85181 h 3682908"/>
                <a:gd name="connsiteX3565" fmla="*/ 1458689 w 3862373"/>
                <a:gd name="connsiteY3565" fmla="*/ 124268 h 3682908"/>
                <a:gd name="connsiteX3566" fmla="*/ 1419600 w 3862373"/>
                <a:gd name="connsiteY3566" fmla="*/ 163353 h 3682908"/>
                <a:gd name="connsiteX3567" fmla="*/ 1380504 w 3862373"/>
                <a:gd name="connsiteY3567" fmla="*/ 124268 h 3682908"/>
                <a:gd name="connsiteX3568" fmla="*/ 1419600 w 3862373"/>
                <a:gd name="connsiteY3568" fmla="*/ 85181 h 3682908"/>
                <a:gd name="connsiteX3569" fmla="*/ 1329684 w 3862373"/>
                <a:gd name="connsiteY3569" fmla="*/ 85181 h 3682908"/>
                <a:gd name="connsiteX3570" fmla="*/ 1368775 w 3862373"/>
                <a:gd name="connsiteY3570" fmla="*/ 124268 h 3682908"/>
                <a:gd name="connsiteX3571" fmla="*/ 1329684 w 3862373"/>
                <a:gd name="connsiteY3571" fmla="*/ 163353 h 3682908"/>
                <a:gd name="connsiteX3572" fmla="*/ 1290604 w 3862373"/>
                <a:gd name="connsiteY3572" fmla="*/ 124268 h 3682908"/>
                <a:gd name="connsiteX3573" fmla="*/ 1329684 w 3862373"/>
                <a:gd name="connsiteY3573" fmla="*/ 85181 h 3682908"/>
                <a:gd name="connsiteX3574" fmla="*/ 1142780 w 3862373"/>
                <a:gd name="connsiteY3574" fmla="*/ 85181 h 3682908"/>
                <a:gd name="connsiteX3575" fmla="*/ 1181872 w 3862373"/>
                <a:gd name="connsiteY3575" fmla="*/ 124268 h 3682908"/>
                <a:gd name="connsiteX3576" fmla="*/ 1142780 w 3862373"/>
                <a:gd name="connsiteY3576" fmla="*/ 163353 h 3682908"/>
                <a:gd name="connsiteX3577" fmla="*/ 1103680 w 3862373"/>
                <a:gd name="connsiteY3577" fmla="*/ 124268 h 3682908"/>
                <a:gd name="connsiteX3578" fmla="*/ 1142780 w 3862373"/>
                <a:gd name="connsiteY3578" fmla="*/ 85181 h 3682908"/>
                <a:gd name="connsiteX3579" fmla="*/ 1045753 w 3862373"/>
                <a:gd name="connsiteY3579" fmla="*/ 85181 h 3682908"/>
                <a:gd name="connsiteX3580" fmla="*/ 1084842 w 3862373"/>
                <a:gd name="connsiteY3580" fmla="*/ 124268 h 3682908"/>
                <a:gd name="connsiteX3581" fmla="*/ 1045753 w 3862373"/>
                <a:gd name="connsiteY3581" fmla="*/ 163353 h 3682908"/>
                <a:gd name="connsiteX3582" fmla="*/ 1006670 w 3862373"/>
                <a:gd name="connsiteY3582" fmla="*/ 124268 h 3682908"/>
                <a:gd name="connsiteX3583" fmla="*/ 1045753 w 3862373"/>
                <a:gd name="connsiteY3583" fmla="*/ 85181 h 3682908"/>
                <a:gd name="connsiteX3584" fmla="*/ 951129 w 3862373"/>
                <a:gd name="connsiteY3584" fmla="*/ 85181 h 3682908"/>
                <a:gd name="connsiteX3585" fmla="*/ 990205 w 3862373"/>
                <a:gd name="connsiteY3585" fmla="*/ 124268 h 3682908"/>
                <a:gd name="connsiteX3586" fmla="*/ 951129 w 3862373"/>
                <a:gd name="connsiteY3586" fmla="*/ 163353 h 3682908"/>
                <a:gd name="connsiteX3587" fmla="*/ 912045 w 3862373"/>
                <a:gd name="connsiteY3587" fmla="*/ 124268 h 3682908"/>
                <a:gd name="connsiteX3588" fmla="*/ 951129 w 3862373"/>
                <a:gd name="connsiteY3588" fmla="*/ 85181 h 3682908"/>
                <a:gd name="connsiteX3589" fmla="*/ 856503 w 3862373"/>
                <a:gd name="connsiteY3589" fmla="*/ 85181 h 3682908"/>
                <a:gd name="connsiteX3590" fmla="*/ 895582 w 3862373"/>
                <a:gd name="connsiteY3590" fmla="*/ 124268 h 3682908"/>
                <a:gd name="connsiteX3591" fmla="*/ 856503 w 3862373"/>
                <a:gd name="connsiteY3591" fmla="*/ 163353 h 3682908"/>
                <a:gd name="connsiteX3592" fmla="*/ 817424 w 3862373"/>
                <a:gd name="connsiteY3592" fmla="*/ 124268 h 3682908"/>
                <a:gd name="connsiteX3593" fmla="*/ 856503 w 3862373"/>
                <a:gd name="connsiteY3593" fmla="*/ 85181 h 3682908"/>
                <a:gd name="connsiteX3594" fmla="*/ 978967 w 3862373"/>
                <a:gd name="connsiteY3594" fmla="*/ 11950 h 3682908"/>
                <a:gd name="connsiteX3595" fmla="*/ 990205 w 3862373"/>
                <a:gd name="connsiteY3595" fmla="*/ 39087 h 3682908"/>
                <a:gd name="connsiteX3596" fmla="*/ 951129 w 3862373"/>
                <a:gd name="connsiteY3596" fmla="*/ 78173 h 3682908"/>
                <a:gd name="connsiteX3597" fmla="*/ 923492 w 3862373"/>
                <a:gd name="connsiteY3597" fmla="*/ 66725 h 3682908"/>
                <a:gd name="connsiteX3598" fmla="*/ 914005 w 3862373"/>
                <a:gd name="connsiteY3598" fmla="*/ 43819 h 3682908"/>
                <a:gd name="connsiteX3599" fmla="*/ 918580 w 3862373"/>
                <a:gd name="connsiteY3599" fmla="*/ 41040 h 3682908"/>
                <a:gd name="connsiteX3600" fmla="*/ 2266537 w 3862373"/>
                <a:gd name="connsiteY3600" fmla="*/ 0 h 3682908"/>
                <a:gd name="connsiteX3601" fmla="*/ 2305619 w 3862373"/>
                <a:gd name="connsiteY3601" fmla="*/ 39087 h 3682908"/>
                <a:gd name="connsiteX3602" fmla="*/ 2266537 w 3862373"/>
                <a:gd name="connsiteY3602" fmla="*/ 78173 h 3682908"/>
                <a:gd name="connsiteX3603" fmla="*/ 2227443 w 3862373"/>
                <a:gd name="connsiteY3603" fmla="*/ 39087 h 3682908"/>
                <a:gd name="connsiteX3604" fmla="*/ 2266537 w 3862373"/>
                <a:gd name="connsiteY3604" fmla="*/ 0 h 3682908"/>
                <a:gd name="connsiteX3605" fmla="*/ 2171887 w 3862373"/>
                <a:gd name="connsiteY3605" fmla="*/ 0 h 3682908"/>
                <a:gd name="connsiteX3606" fmla="*/ 2210981 w 3862373"/>
                <a:gd name="connsiteY3606" fmla="*/ 39087 h 3682908"/>
                <a:gd name="connsiteX3607" fmla="*/ 2171887 w 3862373"/>
                <a:gd name="connsiteY3607" fmla="*/ 78173 h 3682908"/>
                <a:gd name="connsiteX3608" fmla="*/ 2132800 w 3862373"/>
                <a:gd name="connsiteY3608" fmla="*/ 39087 h 3682908"/>
                <a:gd name="connsiteX3609" fmla="*/ 2171887 w 3862373"/>
                <a:gd name="connsiteY3609" fmla="*/ 0 h 3682908"/>
                <a:gd name="connsiteX3610" fmla="*/ 2079618 w 3862373"/>
                <a:gd name="connsiteY3610" fmla="*/ 0 h 3682908"/>
                <a:gd name="connsiteX3611" fmla="*/ 2118703 w 3862373"/>
                <a:gd name="connsiteY3611" fmla="*/ 39087 h 3682908"/>
                <a:gd name="connsiteX3612" fmla="*/ 2079618 w 3862373"/>
                <a:gd name="connsiteY3612" fmla="*/ 78173 h 3682908"/>
                <a:gd name="connsiteX3613" fmla="*/ 2040537 w 3862373"/>
                <a:gd name="connsiteY3613" fmla="*/ 39087 h 3682908"/>
                <a:gd name="connsiteX3614" fmla="*/ 2079618 w 3862373"/>
                <a:gd name="connsiteY3614" fmla="*/ 0 h 3682908"/>
                <a:gd name="connsiteX3615" fmla="*/ 1984973 w 3862373"/>
                <a:gd name="connsiteY3615" fmla="*/ 0 h 3682908"/>
                <a:gd name="connsiteX3616" fmla="*/ 2024073 w 3862373"/>
                <a:gd name="connsiteY3616" fmla="*/ 39087 h 3682908"/>
                <a:gd name="connsiteX3617" fmla="*/ 1984973 w 3862373"/>
                <a:gd name="connsiteY3617" fmla="*/ 78173 h 3682908"/>
                <a:gd name="connsiteX3618" fmla="*/ 1945875 w 3862373"/>
                <a:gd name="connsiteY3618" fmla="*/ 39087 h 3682908"/>
                <a:gd name="connsiteX3619" fmla="*/ 1984973 w 3862373"/>
                <a:gd name="connsiteY3619" fmla="*/ 0 h 3682908"/>
                <a:gd name="connsiteX3620" fmla="*/ 1890340 w 3862373"/>
                <a:gd name="connsiteY3620" fmla="*/ 0 h 3682908"/>
                <a:gd name="connsiteX3621" fmla="*/ 1929413 w 3862373"/>
                <a:gd name="connsiteY3621" fmla="*/ 39087 h 3682908"/>
                <a:gd name="connsiteX3622" fmla="*/ 1890340 w 3862373"/>
                <a:gd name="connsiteY3622" fmla="*/ 78173 h 3682908"/>
                <a:gd name="connsiteX3623" fmla="*/ 1851255 w 3862373"/>
                <a:gd name="connsiteY3623" fmla="*/ 39087 h 3682908"/>
                <a:gd name="connsiteX3624" fmla="*/ 1890340 w 3862373"/>
                <a:gd name="connsiteY3624" fmla="*/ 0 h 3682908"/>
                <a:gd name="connsiteX3625" fmla="*/ 1798073 w 3862373"/>
                <a:gd name="connsiteY3625" fmla="*/ 0 h 3682908"/>
                <a:gd name="connsiteX3626" fmla="*/ 1837149 w 3862373"/>
                <a:gd name="connsiteY3626" fmla="*/ 39087 h 3682908"/>
                <a:gd name="connsiteX3627" fmla="*/ 1798073 w 3862373"/>
                <a:gd name="connsiteY3627" fmla="*/ 78173 h 3682908"/>
                <a:gd name="connsiteX3628" fmla="*/ 1758966 w 3862373"/>
                <a:gd name="connsiteY3628" fmla="*/ 39087 h 3682908"/>
                <a:gd name="connsiteX3629" fmla="*/ 1798073 w 3862373"/>
                <a:gd name="connsiteY3629" fmla="*/ 0 h 3682908"/>
                <a:gd name="connsiteX3630" fmla="*/ 1703435 w 3862373"/>
                <a:gd name="connsiteY3630" fmla="*/ 0 h 3682908"/>
                <a:gd name="connsiteX3631" fmla="*/ 1742524 w 3862373"/>
                <a:gd name="connsiteY3631" fmla="*/ 39087 h 3682908"/>
                <a:gd name="connsiteX3632" fmla="*/ 1703435 w 3862373"/>
                <a:gd name="connsiteY3632" fmla="*/ 78173 h 3682908"/>
                <a:gd name="connsiteX3633" fmla="*/ 1664351 w 3862373"/>
                <a:gd name="connsiteY3633" fmla="*/ 39087 h 3682908"/>
                <a:gd name="connsiteX3634" fmla="*/ 1703435 w 3862373"/>
                <a:gd name="connsiteY3634" fmla="*/ 0 h 3682908"/>
                <a:gd name="connsiteX3635" fmla="*/ 1611151 w 3862373"/>
                <a:gd name="connsiteY3635" fmla="*/ 0 h 3682908"/>
                <a:gd name="connsiteX3636" fmla="*/ 1650245 w 3862373"/>
                <a:gd name="connsiteY3636" fmla="*/ 39087 h 3682908"/>
                <a:gd name="connsiteX3637" fmla="*/ 1611151 w 3862373"/>
                <a:gd name="connsiteY3637" fmla="*/ 78173 h 3682908"/>
                <a:gd name="connsiteX3638" fmla="*/ 1572160 w 3862373"/>
                <a:gd name="connsiteY3638" fmla="*/ 39087 h 3682908"/>
                <a:gd name="connsiteX3639" fmla="*/ 1611151 w 3862373"/>
                <a:gd name="connsiteY3639" fmla="*/ 0 h 3682908"/>
                <a:gd name="connsiteX3640" fmla="*/ 1516607 w 3862373"/>
                <a:gd name="connsiteY3640" fmla="*/ 0 h 3682908"/>
                <a:gd name="connsiteX3641" fmla="*/ 1555693 w 3862373"/>
                <a:gd name="connsiteY3641" fmla="*/ 39087 h 3682908"/>
                <a:gd name="connsiteX3642" fmla="*/ 1516607 w 3862373"/>
                <a:gd name="connsiteY3642" fmla="*/ 78173 h 3682908"/>
                <a:gd name="connsiteX3643" fmla="*/ 1477512 w 3862373"/>
                <a:gd name="connsiteY3643" fmla="*/ 39087 h 3682908"/>
                <a:gd name="connsiteX3644" fmla="*/ 1516607 w 3862373"/>
                <a:gd name="connsiteY3644" fmla="*/ 0 h 3682908"/>
                <a:gd name="connsiteX3645" fmla="*/ 1232692 w 3862373"/>
                <a:gd name="connsiteY3645" fmla="*/ 0 h 3682908"/>
                <a:gd name="connsiteX3646" fmla="*/ 1271765 w 3862373"/>
                <a:gd name="connsiteY3646" fmla="*/ 39087 h 3682908"/>
                <a:gd name="connsiteX3647" fmla="*/ 1232692 w 3862373"/>
                <a:gd name="connsiteY3647" fmla="*/ 78173 h 3682908"/>
                <a:gd name="connsiteX3648" fmla="*/ 1193607 w 3862373"/>
                <a:gd name="connsiteY3648" fmla="*/ 39087 h 3682908"/>
                <a:gd name="connsiteX3649" fmla="*/ 1232692 w 3862373"/>
                <a:gd name="connsiteY3649" fmla="*/ 0 h 3682908"/>
                <a:gd name="connsiteX3650" fmla="*/ 1142780 w 3862373"/>
                <a:gd name="connsiteY3650" fmla="*/ 0 h 3682908"/>
                <a:gd name="connsiteX3651" fmla="*/ 1181872 w 3862373"/>
                <a:gd name="connsiteY3651" fmla="*/ 39087 h 3682908"/>
                <a:gd name="connsiteX3652" fmla="*/ 1142780 w 3862373"/>
                <a:gd name="connsiteY3652" fmla="*/ 78173 h 3682908"/>
                <a:gd name="connsiteX3653" fmla="*/ 1103680 w 3862373"/>
                <a:gd name="connsiteY3653" fmla="*/ 39087 h 3682908"/>
                <a:gd name="connsiteX3654" fmla="*/ 1142780 w 3862373"/>
                <a:gd name="connsiteY3654" fmla="*/ 0 h 3682908"/>
                <a:gd name="connsiteX3655" fmla="*/ 1045753 w 3862373"/>
                <a:gd name="connsiteY3655" fmla="*/ 0 h 3682908"/>
                <a:gd name="connsiteX3656" fmla="*/ 1084842 w 3862373"/>
                <a:gd name="connsiteY3656" fmla="*/ 39087 h 3682908"/>
                <a:gd name="connsiteX3657" fmla="*/ 1045753 w 3862373"/>
                <a:gd name="connsiteY3657" fmla="*/ 78173 h 3682908"/>
                <a:gd name="connsiteX3658" fmla="*/ 1006670 w 3862373"/>
                <a:gd name="connsiteY3658" fmla="*/ 39087 h 3682908"/>
                <a:gd name="connsiteX3659" fmla="*/ 1045753 w 3862373"/>
                <a:gd name="connsiteY3659" fmla="*/ 0 h 368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  <a:cxn ang="0">
                  <a:pos x="connsiteX2796" y="connsiteY2796"/>
                </a:cxn>
                <a:cxn ang="0">
                  <a:pos x="connsiteX2797" y="connsiteY2797"/>
                </a:cxn>
                <a:cxn ang="0">
                  <a:pos x="connsiteX2798" y="connsiteY2798"/>
                </a:cxn>
                <a:cxn ang="0">
                  <a:pos x="connsiteX2799" y="connsiteY2799"/>
                </a:cxn>
                <a:cxn ang="0">
                  <a:pos x="connsiteX2800" y="connsiteY2800"/>
                </a:cxn>
                <a:cxn ang="0">
                  <a:pos x="connsiteX2801" y="connsiteY2801"/>
                </a:cxn>
                <a:cxn ang="0">
                  <a:pos x="connsiteX2802" y="connsiteY2802"/>
                </a:cxn>
                <a:cxn ang="0">
                  <a:pos x="connsiteX2803" y="connsiteY2803"/>
                </a:cxn>
                <a:cxn ang="0">
                  <a:pos x="connsiteX2804" y="connsiteY2804"/>
                </a:cxn>
                <a:cxn ang="0">
                  <a:pos x="connsiteX2805" y="connsiteY2805"/>
                </a:cxn>
                <a:cxn ang="0">
                  <a:pos x="connsiteX2806" y="connsiteY2806"/>
                </a:cxn>
                <a:cxn ang="0">
                  <a:pos x="connsiteX2807" y="connsiteY2807"/>
                </a:cxn>
                <a:cxn ang="0">
                  <a:pos x="connsiteX2808" y="connsiteY2808"/>
                </a:cxn>
                <a:cxn ang="0">
                  <a:pos x="connsiteX2809" y="connsiteY2809"/>
                </a:cxn>
                <a:cxn ang="0">
                  <a:pos x="connsiteX2810" y="connsiteY2810"/>
                </a:cxn>
                <a:cxn ang="0">
                  <a:pos x="connsiteX2811" y="connsiteY2811"/>
                </a:cxn>
                <a:cxn ang="0">
                  <a:pos x="connsiteX2812" y="connsiteY2812"/>
                </a:cxn>
                <a:cxn ang="0">
                  <a:pos x="connsiteX2813" y="connsiteY2813"/>
                </a:cxn>
                <a:cxn ang="0">
                  <a:pos x="connsiteX2814" y="connsiteY2814"/>
                </a:cxn>
                <a:cxn ang="0">
                  <a:pos x="connsiteX2815" y="connsiteY2815"/>
                </a:cxn>
                <a:cxn ang="0">
                  <a:pos x="connsiteX2816" y="connsiteY2816"/>
                </a:cxn>
                <a:cxn ang="0">
                  <a:pos x="connsiteX2817" y="connsiteY2817"/>
                </a:cxn>
                <a:cxn ang="0">
                  <a:pos x="connsiteX2818" y="connsiteY2818"/>
                </a:cxn>
                <a:cxn ang="0">
                  <a:pos x="connsiteX2819" y="connsiteY2819"/>
                </a:cxn>
                <a:cxn ang="0">
                  <a:pos x="connsiteX2820" y="connsiteY2820"/>
                </a:cxn>
                <a:cxn ang="0">
                  <a:pos x="connsiteX2821" y="connsiteY2821"/>
                </a:cxn>
                <a:cxn ang="0">
                  <a:pos x="connsiteX2822" y="connsiteY2822"/>
                </a:cxn>
                <a:cxn ang="0">
                  <a:pos x="connsiteX2823" y="connsiteY2823"/>
                </a:cxn>
                <a:cxn ang="0">
                  <a:pos x="connsiteX2824" y="connsiteY2824"/>
                </a:cxn>
                <a:cxn ang="0">
                  <a:pos x="connsiteX2825" y="connsiteY2825"/>
                </a:cxn>
                <a:cxn ang="0">
                  <a:pos x="connsiteX2826" y="connsiteY2826"/>
                </a:cxn>
                <a:cxn ang="0">
                  <a:pos x="connsiteX2827" y="connsiteY2827"/>
                </a:cxn>
                <a:cxn ang="0">
                  <a:pos x="connsiteX2828" y="connsiteY2828"/>
                </a:cxn>
                <a:cxn ang="0">
                  <a:pos x="connsiteX2829" y="connsiteY2829"/>
                </a:cxn>
                <a:cxn ang="0">
                  <a:pos x="connsiteX2830" y="connsiteY2830"/>
                </a:cxn>
                <a:cxn ang="0">
                  <a:pos x="connsiteX2831" y="connsiteY2831"/>
                </a:cxn>
                <a:cxn ang="0">
                  <a:pos x="connsiteX2832" y="connsiteY2832"/>
                </a:cxn>
                <a:cxn ang="0">
                  <a:pos x="connsiteX2833" y="connsiteY2833"/>
                </a:cxn>
                <a:cxn ang="0">
                  <a:pos x="connsiteX2834" y="connsiteY2834"/>
                </a:cxn>
                <a:cxn ang="0">
                  <a:pos x="connsiteX2835" y="connsiteY2835"/>
                </a:cxn>
                <a:cxn ang="0">
                  <a:pos x="connsiteX2836" y="connsiteY2836"/>
                </a:cxn>
                <a:cxn ang="0">
                  <a:pos x="connsiteX2837" y="connsiteY2837"/>
                </a:cxn>
                <a:cxn ang="0">
                  <a:pos x="connsiteX2838" y="connsiteY2838"/>
                </a:cxn>
                <a:cxn ang="0">
                  <a:pos x="connsiteX2839" y="connsiteY2839"/>
                </a:cxn>
                <a:cxn ang="0">
                  <a:pos x="connsiteX2840" y="connsiteY2840"/>
                </a:cxn>
                <a:cxn ang="0">
                  <a:pos x="connsiteX2841" y="connsiteY2841"/>
                </a:cxn>
                <a:cxn ang="0">
                  <a:pos x="connsiteX2842" y="connsiteY2842"/>
                </a:cxn>
                <a:cxn ang="0">
                  <a:pos x="connsiteX2843" y="connsiteY2843"/>
                </a:cxn>
                <a:cxn ang="0">
                  <a:pos x="connsiteX2844" y="connsiteY2844"/>
                </a:cxn>
                <a:cxn ang="0">
                  <a:pos x="connsiteX2845" y="connsiteY2845"/>
                </a:cxn>
                <a:cxn ang="0">
                  <a:pos x="connsiteX2846" y="connsiteY2846"/>
                </a:cxn>
                <a:cxn ang="0">
                  <a:pos x="connsiteX2847" y="connsiteY2847"/>
                </a:cxn>
                <a:cxn ang="0">
                  <a:pos x="connsiteX2848" y="connsiteY2848"/>
                </a:cxn>
                <a:cxn ang="0">
                  <a:pos x="connsiteX2849" y="connsiteY2849"/>
                </a:cxn>
                <a:cxn ang="0">
                  <a:pos x="connsiteX2850" y="connsiteY2850"/>
                </a:cxn>
                <a:cxn ang="0">
                  <a:pos x="connsiteX2851" y="connsiteY2851"/>
                </a:cxn>
                <a:cxn ang="0">
                  <a:pos x="connsiteX2852" y="connsiteY2852"/>
                </a:cxn>
                <a:cxn ang="0">
                  <a:pos x="connsiteX2853" y="connsiteY2853"/>
                </a:cxn>
                <a:cxn ang="0">
                  <a:pos x="connsiteX2854" y="connsiteY2854"/>
                </a:cxn>
                <a:cxn ang="0">
                  <a:pos x="connsiteX2855" y="connsiteY2855"/>
                </a:cxn>
                <a:cxn ang="0">
                  <a:pos x="connsiteX2856" y="connsiteY2856"/>
                </a:cxn>
                <a:cxn ang="0">
                  <a:pos x="connsiteX2857" y="connsiteY2857"/>
                </a:cxn>
                <a:cxn ang="0">
                  <a:pos x="connsiteX2858" y="connsiteY2858"/>
                </a:cxn>
                <a:cxn ang="0">
                  <a:pos x="connsiteX2859" y="connsiteY2859"/>
                </a:cxn>
                <a:cxn ang="0">
                  <a:pos x="connsiteX2860" y="connsiteY2860"/>
                </a:cxn>
                <a:cxn ang="0">
                  <a:pos x="connsiteX2861" y="connsiteY2861"/>
                </a:cxn>
                <a:cxn ang="0">
                  <a:pos x="connsiteX2862" y="connsiteY2862"/>
                </a:cxn>
                <a:cxn ang="0">
                  <a:pos x="connsiteX2863" y="connsiteY2863"/>
                </a:cxn>
                <a:cxn ang="0">
                  <a:pos x="connsiteX2864" y="connsiteY2864"/>
                </a:cxn>
                <a:cxn ang="0">
                  <a:pos x="connsiteX2865" y="connsiteY2865"/>
                </a:cxn>
                <a:cxn ang="0">
                  <a:pos x="connsiteX2866" y="connsiteY2866"/>
                </a:cxn>
                <a:cxn ang="0">
                  <a:pos x="connsiteX2867" y="connsiteY2867"/>
                </a:cxn>
                <a:cxn ang="0">
                  <a:pos x="connsiteX2868" y="connsiteY2868"/>
                </a:cxn>
                <a:cxn ang="0">
                  <a:pos x="connsiteX2869" y="connsiteY2869"/>
                </a:cxn>
                <a:cxn ang="0">
                  <a:pos x="connsiteX2870" y="connsiteY2870"/>
                </a:cxn>
                <a:cxn ang="0">
                  <a:pos x="connsiteX2871" y="connsiteY2871"/>
                </a:cxn>
                <a:cxn ang="0">
                  <a:pos x="connsiteX2872" y="connsiteY2872"/>
                </a:cxn>
                <a:cxn ang="0">
                  <a:pos x="connsiteX2873" y="connsiteY2873"/>
                </a:cxn>
                <a:cxn ang="0">
                  <a:pos x="connsiteX2874" y="connsiteY2874"/>
                </a:cxn>
                <a:cxn ang="0">
                  <a:pos x="connsiteX2875" y="connsiteY2875"/>
                </a:cxn>
                <a:cxn ang="0">
                  <a:pos x="connsiteX2876" y="connsiteY2876"/>
                </a:cxn>
                <a:cxn ang="0">
                  <a:pos x="connsiteX2877" y="connsiteY2877"/>
                </a:cxn>
                <a:cxn ang="0">
                  <a:pos x="connsiteX2878" y="connsiteY2878"/>
                </a:cxn>
                <a:cxn ang="0">
                  <a:pos x="connsiteX2879" y="connsiteY2879"/>
                </a:cxn>
                <a:cxn ang="0">
                  <a:pos x="connsiteX2880" y="connsiteY2880"/>
                </a:cxn>
                <a:cxn ang="0">
                  <a:pos x="connsiteX2881" y="connsiteY2881"/>
                </a:cxn>
                <a:cxn ang="0">
                  <a:pos x="connsiteX2882" y="connsiteY2882"/>
                </a:cxn>
                <a:cxn ang="0">
                  <a:pos x="connsiteX2883" y="connsiteY2883"/>
                </a:cxn>
                <a:cxn ang="0">
                  <a:pos x="connsiteX2884" y="connsiteY2884"/>
                </a:cxn>
                <a:cxn ang="0">
                  <a:pos x="connsiteX2885" y="connsiteY2885"/>
                </a:cxn>
                <a:cxn ang="0">
                  <a:pos x="connsiteX2886" y="connsiteY2886"/>
                </a:cxn>
                <a:cxn ang="0">
                  <a:pos x="connsiteX2887" y="connsiteY2887"/>
                </a:cxn>
                <a:cxn ang="0">
                  <a:pos x="connsiteX2888" y="connsiteY2888"/>
                </a:cxn>
                <a:cxn ang="0">
                  <a:pos x="connsiteX2889" y="connsiteY2889"/>
                </a:cxn>
                <a:cxn ang="0">
                  <a:pos x="connsiteX2890" y="connsiteY2890"/>
                </a:cxn>
                <a:cxn ang="0">
                  <a:pos x="connsiteX2891" y="connsiteY2891"/>
                </a:cxn>
                <a:cxn ang="0">
                  <a:pos x="connsiteX2892" y="connsiteY2892"/>
                </a:cxn>
                <a:cxn ang="0">
                  <a:pos x="connsiteX2893" y="connsiteY2893"/>
                </a:cxn>
                <a:cxn ang="0">
                  <a:pos x="connsiteX2894" y="connsiteY2894"/>
                </a:cxn>
                <a:cxn ang="0">
                  <a:pos x="connsiteX2895" y="connsiteY2895"/>
                </a:cxn>
                <a:cxn ang="0">
                  <a:pos x="connsiteX2896" y="connsiteY2896"/>
                </a:cxn>
                <a:cxn ang="0">
                  <a:pos x="connsiteX2897" y="connsiteY2897"/>
                </a:cxn>
                <a:cxn ang="0">
                  <a:pos x="connsiteX2898" y="connsiteY2898"/>
                </a:cxn>
                <a:cxn ang="0">
                  <a:pos x="connsiteX2899" y="connsiteY2899"/>
                </a:cxn>
                <a:cxn ang="0">
                  <a:pos x="connsiteX2900" y="connsiteY2900"/>
                </a:cxn>
                <a:cxn ang="0">
                  <a:pos x="connsiteX2901" y="connsiteY2901"/>
                </a:cxn>
                <a:cxn ang="0">
                  <a:pos x="connsiteX2902" y="connsiteY2902"/>
                </a:cxn>
                <a:cxn ang="0">
                  <a:pos x="connsiteX2903" y="connsiteY2903"/>
                </a:cxn>
                <a:cxn ang="0">
                  <a:pos x="connsiteX2904" y="connsiteY2904"/>
                </a:cxn>
                <a:cxn ang="0">
                  <a:pos x="connsiteX2905" y="connsiteY2905"/>
                </a:cxn>
                <a:cxn ang="0">
                  <a:pos x="connsiteX2906" y="connsiteY2906"/>
                </a:cxn>
                <a:cxn ang="0">
                  <a:pos x="connsiteX2907" y="connsiteY2907"/>
                </a:cxn>
                <a:cxn ang="0">
                  <a:pos x="connsiteX2908" y="connsiteY2908"/>
                </a:cxn>
                <a:cxn ang="0">
                  <a:pos x="connsiteX2909" y="connsiteY2909"/>
                </a:cxn>
                <a:cxn ang="0">
                  <a:pos x="connsiteX2910" y="connsiteY2910"/>
                </a:cxn>
                <a:cxn ang="0">
                  <a:pos x="connsiteX2911" y="connsiteY2911"/>
                </a:cxn>
                <a:cxn ang="0">
                  <a:pos x="connsiteX2912" y="connsiteY2912"/>
                </a:cxn>
                <a:cxn ang="0">
                  <a:pos x="connsiteX2913" y="connsiteY2913"/>
                </a:cxn>
                <a:cxn ang="0">
                  <a:pos x="connsiteX2914" y="connsiteY2914"/>
                </a:cxn>
                <a:cxn ang="0">
                  <a:pos x="connsiteX2915" y="connsiteY2915"/>
                </a:cxn>
                <a:cxn ang="0">
                  <a:pos x="connsiteX2916" y="connsiteY2916"/>
                </a:cxn>
                <a:cxn ang="0">
                  <a:pos x="connsiteX2917" y="connsiteY2917"/>
                </a:cxn>
                <a:cxn ang="0">
                  <a:pos x="connsiteX2918" y="connsiteY2918"/>
                </a:cxn>
                <a:cxn ang="0">
                  <a:pos x="connsiteX2919" y="connsiteY2919"/>
                </a:cxn>
                <a:cxn ang="0">
                  <a:pos x="connsiteX2920" y="connsiteY2920"/>
                </a:cxn>
                <a:cxn ang="0">
                  <a:pos x="connsiteX2921" y="connsiteY2921"/>
                </a:cxn>
                <a:cxn ang="0">
                  <a:pos x="connsiteX2922" y="connsiteY2922"/>
                </a:cxn>
                <a:cxn ang="0">
                  <a:pos x="connsiteX2923" y="connsiteY2923"/>
                </a:cxn>
                <a:cxn ang="0">
                  <a:pos x="connsiteX2924" y="connsiteY2924"/>
                </a:cxn>
                <a:cxn ang="0">
                  <a:pos x="connsiteX2925" y="connsiteY2925"/>
                </a:cxn>
                <a:cxn ang="0">
                  <a:pos x="connsiteX2926" y="connsiteY2926"/>
                </a:cxn>
                <a:cxn ang="0">
                  <a:pos x="connsiteX2927" y="connsiteY2927"/>
                </a:cxn>
                <a:cxn ang="0">
                  <a:pos x="connsiteX2928" y="connsiteY2928"/>
                </a:cxn>
                <a:cxn ang="0">
                  <a:pos x="connsiteX2929" y="connsiteY2929"/>
                </a:cxn>
                <a:cxn ang="0">
                  <a:pos x="connsiteX2930" y="connsiteY2930"/>
                </a:cxn>
                <a:cxn ang="0">
                  <a:pos x="connsiteX2931" y="connsiteY2931"/>
                </a:cxn>
                <a:cxn ang="0">
                  <a:pos x="connsiteX2932" y="connsiteY2932"/>
                </a:cxn>
                <a:cxn ang="0">
                  <a:pos x="connsiteX2933" y="connsiteY2933"/>
                </a:cxn>
                <a:cxn ang="0">
                  <a:pos x="connsiteX2934" y="connsiteY2934"/>
                </a:cxn>
                <a:cxn ang="0">
                  <a:pos x="connsiteX2935" y="connsiteY2935"/>
                </a:cxn>
                <a:cxn ang="0">
                  <a:pos x="connsiteX2936" y="connsiteY2936"/>
                </a:cxn>
                <a:cxn ang="0">
                  <a:pos x="connsiteX2937" y="connsiteY2937"/>
                </a:cxn>
                <a:cxn ang="0">
                  <a:pos x="connsiteX2938" y="connsiteY2938"/>
                </a:cxn>
                <a:cxn ang="0">
                  <a:pos x="connsiteX2939" y="connsiteY2939"/>
                </a:cxn>
                <a:cxn ang="0">
                  <a:pos x="connsiteX2940" y="connsiteY2940"/>
                </a:cxn>
                <a:cxn ang="0">
                  <a:pos x="connsiteX2941" y="connsiteY2941"/>
                </a:cxn>
                <a:cxn ang="0">
                  <a:pos x="connsiteX2942" y="connsiteY2942"/>
                </a:cxn>
                <a:cxn ang="0">
                  <a:pos x="connsiteX2943" y="connsiteY2943"/>
                </a:cxn>
                <a:cxn ang="0">
                  <a:pos x="connsiteX2944" y="connsiteY2944"/>
                </a:cxn>
                <a:cxn ang="0">
                  <a:pos x="connsiteX2945" y="connsiteY2945"/>
                </a:cxn>
                <a:cxn ang="0">
                  <a:pos x="connsiteX2946" y="connsiteY2946"/>
                </a:cxn>
                <a:cxn ang="0">
                  <a:pos x="connsiteX2947" y="connsiteY2947"/>
                </a:cxn>
                <a:cxn ang="0">
                  <a:pos x="connsiteX2948" y="connsiteY2948"/>
                </a:cxn>
                <a:cxn ang="0">
                  <a:pos x="connsiteX2949" y="connsiteY2949"/>
                </a:cxn>
                <a:cxn ang="0">
                  <a:pos x="connsiteX2950" y="connsiteY2950"/>
                </a:cxn>
                <a:cxn ang="0">
                  <a:pos x="connsiteX2951" y="connsiteY2951"/>
                </a:cxn>
                <a:cxn ang="0">
                  <a:pos x="connsiteX2952" y="connsiteY2952"/>
                </a:cxn>
                <a:cxn ang="0">
                  <a:pos x="connsiteX2953" y="connsiteY2953"/>
                </a:cxn>
                <a:cxn ang="0">
                  <a:pos x="connsiteX2954" y="connsiteY2954"/>
                </a:cxn>
                <a:cxn ang="0">
                  <a:pos x="connsiteX2955" y="connsiteY2955"/>
                </a:cxn>
                <a:cxn ang="0">
                  <a:pos x="connsiteX2956" y="connsiteY2956"/>
                </a:cxn>
                <a:cxn ang="0">
                  <a:pos x="connsiteX2957" y="connsiteY2957"/>
                </a:cxn>
                <a:cxn ang="0">
                  <a:pos x="connsiteX2958" y="connsiteY2958"/>
                </a:cxn>
                <a:cxn ang="0">
                  <a:pos x="connsiteX2959" y="connsiteY2959"/>
                </a:cxn>
                <a:cxn ang="0">
                  <a:pos x="connsiteX2960" y="connsiteY2960"/>
                </a:cxn>
                <a:cxn ang="0">
                  <a:pos x="connsiteX2961" y="connsiteY2961"/>
                </a:cxn>
                <a:cxn ang="0">
                  <a:pos x="connsiteX2962" y="connsiteY2962"/>
                </a:cxn>
                <a:cxn ang="0">
                  <a:pos x="connsiteX2963" y="connsiteY2963"/>
                </a:cxn>
                <a:cxn ang="0">
                  <a:pos x="connsiteX2964" y="connsiteY2964"/>
                </a:cxn>
                <a:cxn ang="0">
                  <a:pos x="connsiteX2965" y="connsiteY2965"/>
                </a:cxn>
                <a:cxn ang="0">
                  <a:pos x="connsiteX2966" y="connsiteY2966"/>
                </a:cxn>
                <a:cxn ang="0">
                  <a:pos x="connsiteX2967" y="connsiteY2967"/>
                </a:cxn>
                <a:cxn ang="0">
                  <a:pos x="connsiteX2968" y="connsiteY2968"/>
                </a:cxn>
                <a:cxn ang="0">
                  <a:pos x="connsiteX2969" y="connsiteY2969"/>
                </a:cxn>
                <a:cxn ang="0">
                  <a:pos x="connsiteX2970" y="connsiteY2970"/>
                </a:cxn>
                <a:cxn ang="0">
                  <a:pos x="connsiteX2971" y="connsiteY2971"/>
                </a:cxn>
                <a:cxn ang="0">
                  <a:pos x="connsiteX2972" y="connsiteY2972"/>
                </a:cxn>
                <a:cxn ang="0">
                  <a:pos x="connsiteX2973" y="connsiteY2973"/>
                </a:cxn>
                <a:cxn ang="0">
                  <a:pos x="connsiteX2974" y="connsiteY2974"/>
                </a:cxn>
                <a:cxn ang="0">
                  <a:pos x="connsiteX2975" y="connsiteY2975"/>
                </a:cxn>
                <a:cxn ang="0">
                  <a:pos x="connsiteX2976" y="connsiteY2976"/>
                </a:cxn>
                <a:cxn ang="0">
                  <a:pos x="connsiteX2977" y="connsiteY2977"/>
                </a:cxn>
                <a:cxn ang="0">
                  <a:pos x="connsiteX2978" y="connsiteY2978"/>
                </a:cxn>
                <a:cxn ang="0">
                  <a:pos x="connsiteX2979" y="connsiteY2979"/>
                </a:cxn>
                <a:cxn ang="0">
                  <a:pos x="connsiteX2980" y="connsiteY2980"/>
                </a:cxn>
                <a:cxn ang="0">
                  <a:pos x="connsiteX2981" y="connsiteY2981"/>
                </a:cxn>
                <a:cxn ang="0">
                  <a:pos x="connsiteX2982" y="connsiteY2982"/>
                </a:cxn>
                <a:cxn ang="0">
                  <a:pos x="connsiteX2983" y="connsiteY2983"/>
                </a:cxn>
                <a:cxn ang="0">
                  <a:pos x="connsiteX2984" y="connsiteY2984"/>
                </a:cxn>
                <a:cxn ang="0">
                  <a:pos x="connsiteX2985" y="connsiteY2985"/>
                </a:cxn>
                <a:cxn ang="0">
                  <a:pos x="connsiteX2986" y="connsiteY2986"/>
                </a:cxn>
                <a:cxn ang="0">
                  <a:pos x="connsiteX2987" y="connsiteY2987"/>
                </a:cxn>
                <a:cxn ang="0">
                  <a:pos x="connsiteX2988" y="connsiteY2988"/>
                </a:cxn>
                <a:cxn ang="0">
                  <a:pos x="connsiteX2989" y="connsiteY2989"/>
                </a:cxn>
                <a:cxn ang="0">
                  <a:pos x="connsiteX2990" y="connsiteY2990"/>
                </a:cxn>
                <a:cxn ang="0">
                  <a:pos x="connsiteX2991" y="connsiteY2991"/>
                </a:cxn>
                <a:cxn ang="0">
                  <a:pos x="connsiteX2992" y="connsiteY2992"/>
                </a:cxn>
                <a:cxn ang="0">
                  <a:pos x="connsiteX2993" y="connsiteY2993"/>
                </a:cxn>
                <a:cxn ang="0">
                  <a:pos x="connsiteX2994" y="connsiteY2994"/>
                </a:cxn>
                <a:cxn ang="0">
                  <a:pos x="connsiteX2995" y="connsiteY2995"/>
                </a:cxn>
                <a:cxn ang="0">
                  <a:pos x="connsiteX2996" y="connsiteY2996"/>
                </a:cxn>
                <a:cxn ang="0">
                  <a:pos x="connsiteX2997" y="connsiteY2997"/>
                </a:cxn>
                <a:cxn ang="0">
                  <a:pos x="connsiteX2998" y="connsiteY2998"/>
                </a:cxn>
                <a:cxn ang="0">
                  <a:pos x="connsiteX2999" y="connsiteY2999"/>
                </a:cxn>
                <a:cxn ang="0">
                  <a:pos x="connsiteX3000" y="connsiteY3000"/>
                </a:cxn>
                <a:cxn ang="0">
                  <a:pos x="connsiteX3001" y="connsiteY3001"/>
                </a:cxn>
                <a:cxn ang="0">
                  <a:pos x="connsiteX3002" y="connsiteY3002"/>
                </a:cxn>
                <a:cxn ang="0">
                  <a:pos x="connsiteX3003" y="connsiteY3003"/>
                </a:cxn>
                <a:cxn ang="0">
                  <a:pos x="connsiteX3004" y="connsiteY3004"/>
                </a:cxn>
                <a:cxn ang="0">
                  <a:pos x="connsiteX3005" y="connsiteY3005"/>
                </a:cxn>
                <a:cxn ang="0">
                  <a:pos x="connsiteX3006" y="connsiteY3006"/>
                </a:cxn>
                <a:cxn ang="0">
                  <a:pos x="connsiteX3007" y="connsiteY3007"/>
                </a:cxn>
                <a:cxn ang="0">
                  <a:pos x="connsiteX3008" y="connsiteY3008"/>
                </a:cxn>
                <a:cxn ang="0">
                  <a:pos x="connsiteX3009" y="connsiteY3009"/>
                </a:cxn>
                <a:cxn ang="0">
                  <a:pos x="connsiteX3010" y="connsiteY3010"/>
                </a:cxn>
                <a:cxn ang="0">
                  <a:pos x="connsiteX3011" y="connsiteY3011"/>
                </a:cxn>
                <a:cxn ang="0">
                  <a:pos x="connsiteX3012" y="connsiteY3012"/>
                </a:cxn>
                <a:cxn ang="0">
                  <a:pos x="connsiteX3013" y="connsiteY3013"/>
                </a:cxn>
                <a:cxn ang="0">
                  <a:pos x="connsiteX3014" y="connsiteY3014"/>
                </a:cxn>
                <a:cxn ang="0">
                  <a:pos x="connsiteX3015" y="connsiteY3015"/>
                </a:cxn>
                <a:cxn ang="0">
                  <a:pos x="connsiteX3016" y="connsiteY3016"/>
                </a:cxn>
                <a:cxn ang="0">
                  <a:pos x="connsiteX3017" y="connsiteY3017"/>
                </a:cxn>
                <a:cxn ang="0">
                  <a:pos x="connsiteX3018" y="connsiteY3018"/>
                </a:cxn>
                <a:cxn ang="0">
                  <a:pos x="connsiteX3019" y="connsiteY3019"/>
                </a:cxn>
                <a:cxn ang="0">
                  <a:pos x="connsiteX3020" y="connsiteY3020"/>
                </a:cxn>
                <a:cxn ang="0">
                  <a:pos x="connsiteX3021" y="connsiteY3021"/>
                </a:cxn>
                <a:cxn ang="0">
                  <a:pos x="connsiteX3022" y="connsiteY3022"/>
                </a:cxn>
                <a:cxn ang="0">
                  <a:pos x="connsiteX3023" y="connsiteY3023"/>
                </a:cxn>
                <a:cxn ang="0">
                  <a:pos x="connsiteX3024" y="connsiteY3024"/>
                </a:cxn>
                <a:cxn ang="0">
                  <a:pos x="connsiteX3025" y="connsiteY3025"/>
                </a:cxn>
                <a:cxn ang="0">
                  <a:pos x="connsiteX3026" y="connsiteY3026"/>
                </a:cxn>
                <a:cxn ang="0">
                  <a:pos x="connsiteX3027" y="connsiteY3027"/>
                </a:cxn>
                <a:cxn ang="0">
                  <a:pos x="connsiteX3028" y="connsiteY3028"/>
                </a:cxn>
                <a:cxn ang="0">
                  <a:pos x="connsiteX3029" y="connsiteY3029"/>
                </a:cxn>
                <a:cxn ang="0">
                  <a:pos x="connsiteX3030" y="connsiteY3030"/>
                </a:cxn>
                <a:cxn ang="0">
                  <a:pos x="connsiteX3031" y="connsiteY3031"/>
                </a:cxn>
                <a:cxn ang="0">
                  <a:pos x="connsiteX3032" y="connsiteY3032"/>
                </a:cxn>
                <a:cxn ang="0">
                  <a:pos x="connsiteX3033" y="connsiteY3033"/>
                </a:cxn>
                <a:cxn ang="0">
                  <a:pos x="connsiteX3034" y="connsiteY3034"/>
                </a:cxn>
                <a:cxn ang="0">
                  <a:pos x="connsiteX3035" y="connsiteY3035"/>
                </a:cxn>
                <a:cxn ang="0">
                  <a:pos x="connsiteX3036" y="connsiteY3036"/>
                </a:cxn>
                <a:cxn ang="0">
                  <a:pos x="connsiteX3037" y="connsiteY3037"/>
                </a:cxn>
                <a:cxn ang="0">
                  <a:pos x="connsiteX3038" y="connsiteY3038"/>
                </a:cxn>
                <a:cxn ang="0">
                  <a:pos x="connsiteX3039" y="connsiteY3039"/>
                </a:cxn>
                <a:cxn ang="0">
                  <a:pos x="connsiteX3040" y="connsiteY3040"/>
                </a:cxn>
                <a:cxn ang="0">
                  <a:pos x="connsiteX3041" y="connsiteY3041"/>
                </a:cxn>
                <a:cxn ang="0">
                  <a:pos x="connsiteX3042" y="connsiteY3042"/>
                </a:cxn>
                <a:cxn ang="0">
                  <a:pos x="connsiteX3043" y="connsiteY3043"/>
                </a:cxn>
                <a:cxn ang="0">
                  <a:pos x="connsiteX3044" y="connsiteY3044"/>
                </a:cxn>
                <a:cxn ang="0">
                  <a:pos x="connsiteX3045" y="connsiteY3045"/>
                </a:cxn>
                <a:cxn ang="0">
                  <a:pos x="connsiteX3046" y="connsiteY3046"/>
                </a:cxn>
                <a:cxn ang="0">
                  <a:pos x="connsiteX3047" y="connsiteY3047"/>
                </a:cxn>
                <a:cxn ang="0">
                  <a:pos x="connsiteX3048" y="connsiteY3048"/>
                </a:cxn>
                <a:cxn ang="0">
                  <a:pos x="connsiteX3049" y="connsiteY3049"/>
                </a:cxn>
                <a:cxn ang="0">
                  <a:pos x="connsiteX3050" y="connsiteY3050"/>
                </a:cxn>
                <a:cxn ang="0">
                  <a:pos x="connsiteX3051" y="connsiteY3051"/>
                </a:cxn>
                <a:cxn ang="0">
                  <a:pos x="connsiteX3052" y="connsiteY3052"/>
                </a:cxn>
                <a:cxn ang="0">
                  <a:pos x="connsiteX3053" y="connsiteY3053"/>
                </a:cxn>
                <a:cxn ang="0">
                  <a:pos x="connsiteX3054" y="connsiteY3054"/>
                </a:cxn>
                <a:cxn ang="0">
                  <a:pos x="connsiteX3055" y="connsiteY3055"/>
                </a:cxn>
                <a:cxn ang="0">
                  <a:pos x="connsiteX3056" y="connsiteY3056"/>
                </a:cxn>
                <a:cxn ang="0">
                  <a:pos x="connsiteX3057" y="connsiteY3057"/>
                </a:cxn>
                <a:cxn ang="0">
                  <a:pos x="connsiteX3058" y="connsiteY3058"/>
                </a:cxn>
                <a:cxn ang="0">
                  <a:pos x="connsiteX3059" y="connsiteY3059"/>
                </a:cxn>
                <a:cxn ang="0">
                  <a:pos x="connsiteX3060" y="connsiteY3060"/>
                </a:cxn>
                <a:cxn ang="0">
                  <a:pos x="connsiteX3061" y="connsiteY3061"/>
                </a:cxn>
                <a:cxn ang="0">
                  <a:pos x="connsiteX3062" y="connsiteY3062"/>
                </a:cxn>
                <a:cxn ang="0">
                  <a:pos x="connsiteX3063" y="connsiteY3063"/>
                </a:cxn>
                <a:cxn ang="0">
                  <a:pos x="connsiteX3064" y="connsiteY3064"/>
                </a:cxn>
                <a:cxn ang="0">
                  <a:pos x="connsiteX3065" y="connsiteY3065"/>
                </a:cxn>
                <a:cxn ang="0">
                  <a:pos x="connsiteX3066" y="connsiteY3066"/>
                </a:cxn>
                <a:cxn ang="0">
                  <a:pos x="connsiteX3067" y="connsiteY3067"/>
                </a:cxn>
                <a:cxn ang="0">
                  <a:pos x="connsiteX3068" y="connsiteY3068"/>
                </a:cxn>
                <a:cxn ang="0">
                  <a:pos x="connsiteX3069" y="connsiteY3069"/>
                </a:cxn>
                <a:cxn ang="0">
                  <a:pos x="connsiteX3070" y="connsiteY3070"/>
                </a:cxn>
                <a:cxn ang="0">
                  <a:pos x="connsiteX3071" y="connsiteY3071"/>
                </a:cxn>
                <a:cxn ang="0">
                  <a:pos x="connsiteX3072" y="connsiteY3072"/>
                </a:cxn>
                <a:cxn ang="0">
                  <a:pos x="connsiteX3073" y="connsiteY3073"/>
                </a:cxn>
                <a:cxn ang="0">
                  <a:pos x="connsiteX3074" y="connsiteY3074"/>
                </a:cxn>
                <a:cxn ang="0">
                  <a:pos x="connsiteX3075" y="connsiteY3075"/>
                </a:cxn>
                <a:cxn ang="0">
                  <a:pos x="connsiteX3076" y="connsiteY3076"/>
                </a:cxn>
                <a:cxn ang="0">
                  <a:pos x="connsiteX3077" y="connsiteY3077"/>
                </a:cxn>
                <a:cxn ang="0">
                  <a:pos x="connsiteX3078" y="connsiteY3078"/>
                </a:cxn>
                <a:cxn ang="0">
                  <a:pos x="connsiteX3079" y="connsiteY3079"/>
                </a:cxn>
                <a:cxn ang="0">
                  <a:pos x="connsiteX3080" y="connsiteY3080"/>
                </a:cxn>
                <a:cxn ang="0">
                  <a:pos x="connsiteX3081" y="connsiteY3081"/>
                </a:cxn>
                <a:cxn ang="0">
                  <a:pos x="connsiteX3082" y="connsiteY3082"/>
                </a:cxn>
                <a:cxn ang="0">
                  <a:pos x="connsiteX3083" y="connsiteY3083"/>
                </a:cxn>
                <a:cxn ang="0">
                  <a:pos x="connsiteX3084" y="connsiteY3084"/>
                </a:cxn>
                <a:cxn ang="0">
                  <a:pos x="connsiteX3085" y="connsiteY3085"/>
                </a:cxn>
                <a:cxn ang="0">
                  <a:pos x="connsiteX3086" y="connsiteY3086"/>
                </a:cxn>
                <a:cxn ang="0">
                  <a:pos x="connsiteX3087" y="connsiteY3087"/>
                </a:cxn>
                <a:cxn ang="0">
                  <a:pos x="connsiteX3088" y="connsiteY3088"/>
                </a:cxn>
                <a:cxn ang="0">
                  <a:pos x="connsiteX3089" y="connsiteY3089"/>
                </a:cxn>
                <a:cxn ang="0">
                  <a:pos x="connsiteX3090" y="connsiteY3090"/>
                </a:cxn>
                <a:cxn ang="0">
                  <a:pos x="connsiteX3091" y="connsiteY3091"/>
                </a:cxn>
                <a:cxn ang="0">
                  <a:pos x="connsiteX3092" y="connsiteY3092"/>
                </a:cxn>
                <a:cxn ang="0">
                  <a:pos x="connsiteX3093" y="connsiteY3093"/>
                </a:cxn>
                <a:cxn ang="0">
                  <a:pos x="connsiteX3094" y="connsiteY3094"/>
                </a:cxn>
                <a:cxn ang="0">
                  <a:pos x="connsiteX3095" y="connsiteY3095"/>
                </a:cxn>
                <a:cxn ang="0">
                  <a:pos x="connsiteX3096" y="connsiteY3096"/>
                </a:cxn>
                <a:cxn ang="0">
                  <a:pos x="connsiteX3097" y="connsiteY3097"/>
                </a:cxn>
                <a:cxn ang="0">
                  <a:pos x="connsiteX3098" y="connsiteY3098"/>
                </a:cxn>
                <a:cxn ang="0">
                  <a:pos x="connsiteX3099" y="connsiteY3099"/>
                </a:cxn>
                <a:cxn ang="0">
                  <a:pos x="connsiteX3100" y="connsiteY3100"/>
                </a:cxn>
                <a:cxn ang="0">
                  <a:pos x="connsiteX3101" y="connsiteY3101"/>
                </a:cxn>
                <a:cxn ang="0">
                  <a:pos x="connsiteX3102" y="connsiteY3102"/>
                </a:cxn>
                <a:cxn ang="0">
                  <a:pos x="connsiteX3103" y="connsiteY3103"/>
                </a:cxn>
                <a:cxn ang="0">
                  <a:pos x="connsiteX3104" y="connsiteY3104"/>
                </a:cxn>
                <a:cxn ang="0">
                  <a:pos x="connsiteX3105" y="connsiteY3105"/>
                </a:cxn>
                <a:cxn ang="0">
                  <a:pos x="connsiteX3106" y="connsiteY3106"/>
                </a:cxn>
                <a:cxn ang="0">
                  <a:pos x="connsiteX3107" y="connsiteY3107"/>
                </a:cxn>
                <a:cxn ang="0">
                  <a:pos x="connsiteX3108" y="connsiteY3108"/>
                </a:cxn>
                <a:cxn ang="0">
                  <a:pos x="connsiteX3109" y="connsiteY3109"/>
                </a:cxn>
                <a:cxn ang="0">
                  <a:pos x="connsiteX3110" y="connsiteY3110"/>
                </a:cxn>
                <a:cxn ang="0">
                  <a:pos x="connsiteX3111" y="connsiteY3111"/>
                </a:cxn>
                <a:cxn ang="0">
                  <a:pos x="connsiteX3112" y="connsiteY3112"/>
                </a:cxn>
                <a:cxn ang="0">
                  <a:pos x="connsiteX3113" y="connsiteY3113"/>
                </a:cxn>
                <a:cxn ang="0">
                  <a:pos x="connsiteX3114" y="connsiteY3114"/>
                </a:cxn>
                <a:cxn ang="0">
                  <a:pos x="connsiteX3115" y="connsiteY3115"/>
                </a:cxn>
                <a:cxn ang="0">
                  <a:pos x="connsiteX3116" y="connsiteY3116"/>
                </a:cxn>
                <a:cxn ang="0">
                  <a:pos x="connsiteX3117" y="connsiteY3117"/>
                </a:cxn>
                <a:cxn ang="0">
                  <a:pos x="connsiteX3118" y="connsiteY3118"/>
                </a:cxn>
                <a:cxn ang="0">
                  <a:pos x="connsiteX3119" y="connsiteY3119"/>
                </a:cxn>
                <a:cxn ang="0">
                  <a:pos x="connsiteX3120" y="connsiteY3120"/>
                </a:cxn>
                <a:cxn ang="0">
                  <a:pos x="connsiteX3121" y="connsiteY3121"/>
                </a:cxn>
                <a:cxn ang="0">
                  <a:pos x="connsiteX3122" y="connsiteY3122"/>
                </a:cxn>
                <a:cxn ang="0">
                  <a:pos x="connsiteX3123" y="connsiteY3123"/>
                </a:cxn>
                <a:cxn ang="0">
                  <a:pos x="connsiteX3124" y="connsiteY3124"/>
                </a:cxn>
                <a:cxn ang="0">
                  <a:pos x="connsiteX3125" y="connsiteY3125"/>
                </a:cxn>
                <a:cxn ang="0">
                  <a:pos x="connsiteX3126" y="connsiteY3126"/>
                </a:cxn>
                <a:cxn ang="0">
                  <a:pos x="connsiteX3127" y="connsiteY3127"/>
                </a:cxn>
                <a:cxn ang="0">
                  <a:pos x="connsiteX3128" y="connsiteY3128"/>
                </a:cxn>
                <a:cxn ang="0">
                  <a:pos x="connsiteX3129" y="connsiteY3129"/>
                </a:cxn>
                <a:cxn ang="0">
                  <a:pos x="connsiteX3130" y="connsiteY3130"/>
                </a:cxn>
                <a:cxn ang="0">
                  <a:pos x="connsiteX3131" y="connsiteY3131"/>
                </a:cxn>
                <a:cxn ang="0">
                  <a:pos x="connsiteX3132" y="connsiteY3132"/>
                </a:cxn>
                <a:cxn ang="0">
                  <a:pos x="connsiteX3133" y="connsiteY3133"/>
                </a:cxn>
                <a:cxn ang="0">
                  <a:pos x="connsiteX3134" y="connsiteY3134"/>
                </a:cxn>
                <a:cxn ang="0">
                  <a:pos x="connsiteX3135" y="connsiteY3135"/>
                </a:cxn>
                <a:cxn ang="0">
                  <a:pos x="connsiteX3136" y="connsiteY3136"/>
                </a:cxn>
                <a:cxn ang="0">
                  <a:pos x="connsiteX3137" y="connsiteY3137"/>
                </a:cxn>
                <a:cxn ang="0">
                  <a:pos x="connsiteX3138" y="connsiteY3138"/>
                </a:cxn>
                <a:cxn ang="0">
                  <a:pos x="connsiteX3139" y="connsiteY3139"/>
                </a:cxn>
                <a:cxn ang="0">
                  <a:pos x="connsiteX3140" y="connsiteY3140"/>
                </a:cxn>
                <a:cxn ang="0">
                  <a:pos x="connsiteX3141" y="connsiteY3141"/>
                </a:cxn>
                <a:cxn ang="0">
                  <a:pos x="connsiteX3142" y="connsiteY3142"/>
                </a:cxn>
                <a:cxn ang="0">
                  <a:pos x="connsiteX3143" y="connsiteY3143"/>
                </a:cxn>
                <a:cxn ang="0">
                  <a:pos x="connsiteX3144" y="connsiteY3144"/>
                </a:cxn>
                <a:cxn ang="0">
                  <a:pos x="connsiteX3145" y="connsiteY3145"/>
                </a:cxn>
                <a:cxn ang="0">
                  <a:pos x="connsiteX3146" y="connsiteY3146"/>
                </a:cxn>
                <a:cxn ang="0">
                  <a:pos x="connsiteX3147" y="connsiteY3147"/>
                </a:cxn>
                <a:cxn ang="0">
                  <a:pos x="connsiteX3148" y="connsiteY3148"/>
                </a:cxn>
                <a:cxn ang="0">
                  <a:pos x="connsiteX3149" y="connsiteY3149"/>
                </a:cxn>
                <a:cxn ang="0">
                  <a:pos x="connsiteX3150" y="connsiteY3150"/>
                </a:cxn>
                <a:cxn ang="0">
                  <a:pos x="connsiteX3151" y="connsiteY3151"/>
                </a:cxn>
                <a:cxn ang="0">
                  <a:pos x="connsiteX3152" y="connsiteY3152"/>
                </a:cxn>
                <a:cxn ang="0">
                  <a:pos x="connsiteX3153" y="connsiteY3153"/>
                </a:cxn>
                <a:cxn ang="0">
                  <a:pos x="connsiteX3154" y="connsiteY3154"/>
                </a:cxn>
                <a:cxn ang="0">
                  <a:pos x="connsiteX3155" y="connsiteY3155"/>
                </a:cxn>
                <a:cxn ang="0">
                  <a:pos x="connsiteX3156" y="connsiteY3156"/>
                </a:cxn>
                <a:cxn ang="0">
                  <a:pos x="connsiteX3157" y="connsiteY3157"/>
                </a:cxn>
                <a:cxn ang="0">
                  <a:pos x="connsiteX3158" y="connsiteY3158"/>
                </a:cxn>
                <a:cxn ang="0">
                  <a:pos x="connsiteX3159" y="connsiteY3159"/>
                </a:cxn>
                <a:cxn ang="0">
                  <a:pos x="connsiteX3160" y="connsiteY3160"/>
                </a:cxn>
                <a:cxn ang="0">
                  <a:pos x="connsiteX3161" y="connsiteY3161"/>
                </a:cxn>
                <a:cxn ang="0">
                  <a:pos x="connsiteX3162" y="connsiteY3162"/>
                </a:cxn>
                <a:cxn ang="0">
                  <a:pos x="connsiteX3163" y="connsiteY3163"/>
                </a:cxn>
                <a:cxn ang="0">
                  <a:pos x="connsiteX3164" y="connsiteY3164"/>
                </a:cxn>
                <a:cxn ang="0">
                  <a:pos x="connsiteX3165" y="connsiteY3165"/>
                </a:cxn>
                <a:cxn ang="0">
                  <a:pos x="connsiteX3166" y="connsiteY3166"/>
                </a:cxn>
                <a:cxn ang="0">
                  <a:pos x="connsiteX3167" y="connsiteY3167"/>
                </a:cxn>
                <a:cxn ang="0">
                  <a:pos x="connsiteX3168" y="connsiteY3168"/>
                </a:cxn>
                <a:cxn ang="0">
                  <a:pos x="connsiteX3169" y="connsiteY3169"/>
                </a:cxn>
                <a:cxn ang="0">
                  <a:pos x="connsiteX3170" y="connsiteY3170"/>
                </a:cxn>
                <a:cxn ang="0">
                  <a:pos x="connsiteX3171" y="connsiteY3171"/>
                </a:cxn>
                <a:cxn ang="0">
                  <a:pos x="connsiteX3172" y="connsiteY3172"/>
                </a:cxn>
                <a:cxn ang="0">
                  <a:pos x="connsiteX3173" y="connsiteY3173"/>
                </a:cxn>
                <a:cxn ang="0">
                  <a:pos x="connsiteX3174" y="connsiteY3174"/>
                </a:cxn>
                <a:cxn ang="0">
                  <a:pos x="connsiteX3175" y="connsiteY3175"/>
                </a:cxn>
                <a:cxn ang="0">
                  <a:pos x="connsiteX3176" y="connsiteY3176"/>
                </a:cxn>
                <a:cxn ang="0">
                  <a:pos x="connsiteX3177" y="connsiteY3177"/>
                </a:cxn>
                <a:cxn ang="0">
                  <a:pos x="connsiteX3178" y="connsiteY3178"/>
                </a:cxn>
                <a:cxn ang="0">
                  <a:pos x="connsiteX3179" y="connsiteY3179"/>
                </a:cxn>
                <a:cxn ang="0">
                  <a:pos x="connsiteX3180" y="connsiteY3180"/>
                </a:cxn>
                <a:cxn ang="0">
                  <a:pos x="connsiteX3181" y="connsiteY3181"/>
                </a:cxn>
                <a:cxn ang="0">
                  <a:pos x="connsiteX3182" y="connsiteY3182"/>
                </a:cxn>
                <a:cxn ang="0">
                  <a:pos x="connsiteX3183" y="connsiteY3183"/>
                </a:cxn>
                <a:cxn ang="0">
                  <a:pos x="connsiteX3184" y="connsiteY3184"/>
                </a:cxn>
                <a:cxn ang="0">
                  <a:pos x="connsiteX3185" y="connsiteY3185"/>
                </a:cxn>
                <a:cxn ang="0">
                  <a:pos x="connsiteX3186" y="connsiteY3186"/>
                </a:cxn>
                <a:cxn ang="0">
                  <a:pos x="connsiteX3187" y="connsiteY3187"/>
                </a:cxn>
                <a:cxn ang="0">
                  <a:pos x="connsiteX3188" y="connsiteY3188"/>
                </a:cxn>
                <a:cxn ang="0">
                  <a:pos x="connsiteX3189" y="connsiteY3189"/>
                </a:cxn>
                <a:cxn ang="0">
                  <a:pos x="connsiteX3190" y="connsiteY3190"/>
                </a:cxn>
                <a:cxn ang="0">
                  <a:pos x="connsiteX3191" y="connsiteY3191"/>
                </a:cxn>
                <a:cxn ang="0">
                  <a:pos x="connsiteX3192" y="connsiteY3192"/>
                </a:cxn>
                <a:cxn ang="0">
                  <a:pos x="connsiteX3193" y="connsiteY3193"/>
                </a:cxn>
                <a:cxn ang="0">
                  <a:pos x="connsiteX3194" y="connsiteY3194"/>
                </a:cxn>
                <a:cxn ang="0">
                  <a:pos x="connsiteX3195" y="connsiteY3195"/>
                </a:cxn>
                <a:cxn ang="0">
                  <a:pos x="connsiteX3196" y="connsiteY3196"/>
                </a:cxn>
                <a:cxn ang="0">
                  <a:pos x="connsiteX3197" y="connsiteY3197"/>
                </a:cxn>
                <a:cxn ang="0">
                  <a:pos x="connsiteX3198" y="connsiteY3198"/>
                </a:cxn>
                <a:cxn ang="0">
                  <a:pos x="connsiteX3199" y="connsiteY3199"/>
                </a:cxn>
                <a:cxn ang="0">
                  <a:pos x="connsiteX3200" y="connsiteY3200"/>
                </a:cxn>
                <a:cxn ang="0">
                  <a:pos x="connsiteX3201" y="connsiteY3201"/>
                </a:cxn>
                <a:cxn ang="0">
                  <a:pos x="connsiteX3202" y="connsiteY3202"/>
                </a:cxn>
                <a:cxn ang="0">
                  <a:pos x="connsiteX3203" y="connsiteY3203"/>
                </a:cxn>
                <a:cxn ang="0">
                  <a:pos x="connsiteX3204" y="connsiteY3204"/>
                </a:cxn>
                <a:cxn ang="0">
                  <a:pos x="connsiteX3205" y="connsiteY3205"/>
                </a:cxn>
                <a:cxn ang="0">
                  <a:pos x="connsiteX3206" y="connsiteY3206"/>
                </a:cxn>
                <a:cxn ang="0">
                  <a:pos x="connsiteX3207" y="connsiteY3207"/>
                </a:cxn>
                <a:cxn ang="0">
                  <a:pos x="connsiteX3208" y="connsiteY3208"/>
                </a:cxn>
                <a:cxn ang="0">
                  <a:pos x="connsiteX3209" y="connsiteY3209"/>
                </a:cxn>
                <a:cxn ang="0">
                  <a:pos x="connsiteX3210" y="connsiteY3210"/>
                </a:cxn>
                <a:cxn ang="0">
                  <a:pos x="connsiteX3211" y="connsiteY3211"/>
                </a:cxn>
                <a:cxn ang="0">
                  <a:pos x="connsiteX3212" y="connsiteY3212"/>
                </a:cxn>
                <a:cxn ang="0">
                  <a:pos x="connsiteX3213" y="connsiteY3213"/>
                </a:cxn>
                <a:cxn ang="0">
                  <a:pos x="connsiteX3214" y="connsiteY3214"/>
                </a:cxn>
                <a:cxn ang="0">
                  <a:pos x="connsiteX3215" y="connsiteY3215"/>
                </a:cxn>
                <a:cxn ang="0">
                  <a:pos x="connsiteX3216" y="connsiteY3216"/>
                </a:cxn>
                <a:cxn ang="0">
                  <a:pos x="connsiteX3217" y="connsiteY3217"/>
                </a:cxn>
                <a:cxn ang="0">
                  <a:pos x="connsiteX3218" y="connsiteY3218"/>
                </a:cxn>
                <a:cxn ang="0">
                  <a:pos x="connsiteX3219" y="connsiteY3219"/>
                </a:cxn>
                <a:cxn ang="0">
                  <a:pos x="connsiteX3220" y="connsiteY3220"/>
                </a:cxn>
                <a:cxn ang="0">
                  <a:pos x="connsiteX3221" y="connsiteY3221"/>
                </a:cxn>
                <a:cxn ang="0">
                  <a:pos x="connsiteX3222" y="connsiteY3222"/>
                </a:cxn>
                <a:cxn ang="0">
                  <a:pos x="connsiteX3223" y="connsiteY3223"/>
                </a:cxn>
                <a:cxn ang="0">
                  <a:pos x="connsiteX3224" y="connsiteY3224"/>
                </a:cxn>
                <a:cxn ang="0">
                  <a:pos x="connsiteX3225" y="connsiteY3225"/>
                </a:cxn>
                <a:cxn ang="0">
                  <a:pos x="connsiteX3226" y="connsiteY3226"/>
                </a:cxn>
                <a:cxn ang="0">
                  <a:pos x="connsiteX3227" y="connsiteY3227"/>
                </a:cxn>
                <a:cxn ang="0">
                  <a:pos x="connsiteX3228" y="connsiteY3228"/>
                </a:cxn>
                <a:cxn ang="0">
                  <a:pos x="connsiteX3229" y="connsiteY3229"/>
                </a:cxn>
                <a:cxn ang="0">
                  <a:pos x="connsiteX3230" y="connsiteY3230"/>
                </a:cxn>
                <a:cxn ang="0">
                  <a:pos x="connsiteX3231" y="connsiteY3231"/>
                </a:cxn>
                <a:cxn ang="0">
                  <a:pos x="connsiteX3232" y="connsiteY3232"/>
                </a:cxn>
                <a:cxn ang="0">
                  <a:pos x="connsiteX3233" y="connsiteY3233"/>
                </a:cxn>
                <a:cxn ang="0">
                  <a:pos x="connsiteX3234" y="connsiteY3234"/>
                </a:cxn>
                <a:cxn ang="0">
                  <a:pos x="connsiteX3235" y="connsiteY3235"/>
                </a:cxn>
                <a:cxn ang="0">
                  <a:pos x="connsiteX3236" y="connsiteY3236"/>
                </a:cxn>
                <a:cxn ang="0">
                  <a:pos x="connsiteX3237" y="connsiteY3237"/>
                </a:cxn>
                <a:cxn ang="0">
                  <a:pos x="connsiteX3238" y="connsiteY3238"/>
                </a:cxn>
                <a:cxn ang="0">
                  <a:pos x="connsiteX3239" y="connsiteY3239"/>
                </a:cxn>
                <a:cxn ang="0">
                  <a:pos x="connsiteX3240" y="connsiteY3240"/>
                </a:cxn>
                <a:cxn ang="0">
                  <a:pos x="connsiteX3241" y="connsiteY3241"/>
                </a:cxn>
                <a:cxn ang="0">
                  <a:pos x="connsiteX3242" y="connsiteY3242"/>
                </a:cxn>
                <a:cxn ang="0">
                  <a:pos x="connsiteX3243" y="connsiteY3243"/>
                </a:cxn>
                <a:cxn ang="0">
                  <a:pos x="connsiteX3244" y="connsiteY3244"/>
                </a:cxn>
                <a:cxn ang="0">
                  <a:pos x="connsiteX3245" y="connsiteY3245"/>
                </a:cxn>
                <a:cxn ang="0">
                  <a:pos x="connsiteX3246" y="connsiteY3246"/>
                </a:cxn>
                <a:cxn ang="0">
                  <a:pos x="connsiteX3247" y="connsiteY3247"/>
                </a:cxn>
                <a:cxn ang="0">
                  <a:pos x="connsiteX3248" y="connsiteY3248"/>
                </a:cxn>
                <a:cxn ang="0">
                  <a:pos x="connsiteX3249" y="connsiteY3249"/>
                </a:cxn>
                <a:cxn ang="0">
                  <a:pos x="connsiteX3250" y="connsiteY3250"/>
                </a:cxn>
                <a:cxn ang="0">
                  <a:pos x="connsiteX3251" y="connsiteY3251"/>
                </a:cxn>
                <a:cxn ang="0">
                  <a:pos x="connsiteX3252" y="connsiteY3252"/>
                </a:cxn>
                <a:cxn ang="0">
                  <a:pos x="connsiteX3253" y="connsiteY3253"/>
                </a:cxn>
                <a:cxn ang="0">
                  <a:pos x="connsiteX3254" y="connsiteY3254"/>
                </a:cxn>
                <a:cxn ang="0">
                  <a:pos x="connsiteX3255" y="connsiteY3255"/>
                </a:cxn>
                <a:cxn ang="0">
                  <a:pos x="connsiteX3256" y="connsiteY3256"/>
                </a:cxn>
                <a:cxn ang="0">
                  <a:pos x="connsiteX3257" y="connsiteY3257"/>
                </a:cxn>
                <a:cxn ang="0">
                  <a:pos x="connsiteX3258" y="connsiteY3258"/>
                </a:cxn>
                <a:cxn ang="0">
                  <a:pos x="connsiteX3259" y="connsiteY3259"/>
                </a:cxn>
                <a:cxn ang="0">
                  <a:pos x="connsiteX3260" y="connsiteY3260"/>
                </a:cxn>
                <a:cxn ang="0">
                  <a:pos x="connsiteX3261" y="connsiteY3261"/>
                </a:cxn>
                <a:cxn ang="0">
                  <a:pos x="connsiteX3262" y="connsiteY3262"/>
                </a:cxn>
                <a:cxn ang="0">
                  <a:pos x="connsiteX3263" y="connsiteY3263"/>
                </a:cxn>
                <a:cxn ang="0">
                  <a:pos x="connsiteX3264" y="connsiteY3264"/>
                </a:cxn>
                <a:cxn ang="0">
                  <a:pos x="connsiteX3265" y="connsiteY3265"/>
                </a:cxn>
                <a:cxn ang="0">
                  <a:pos x="connsiteX3266" y="connsiteY3266"/>
                </a:cxn>
                <a:cxn ang="0">
                  <a:pos x="connsiteX3267" y="connsiteY3267"/>
                </a:cxn>
                <a:cxn ang="0">
                  <a:pos x="connsiteX3268" y="connsiteY3268"/>
                </a:cxn>
                <a:cxn ang="0">
                  <a:pos x="connsiteX3269" y="connsiteY3269"/>
                </a:cxn>
                <a:cxn ang="0">
                  <a:pos x="connsiteX3270" y="connsiteY3270"/>
                </a:cxn>
                <a:cxn ang="0">
                  <a:pos x="connsiteX3271" y="connsiteY3271"/>
                </a:cxn>
                <a:cxn ang="0">
                  <a:pos x="connsiteX3272" y="connsiteY3272"/>
                </a:cxn>
                <a:cxn ang="0">
                  <a:pos x="connsiteX3273" y="connsiteY3273"/>
                </a:cxn>
                <a:cxn ang="0">
                  <a:pos x="connsiteX3274" y="connsiteY3274"/>
                </a:cxn>
                <a:cxn ang="0">
                  <a:pos x="connsiteX3275" y="connsiteY3275"/>
                </a:cxn>
                <a:cxn ang="0">
                  <a:pos x="connsiteX3276" y="connsiteY3276"/>
                </a:cxn>
                <a:cxn ang="0">
                  <a:pos x="connsiteX3277" y="connsiteY3277"/>
                </a:cxn>
                <a:cxn ang="0">
                  <a:pos x="connsiteX3278" y="connsiteY3278"/>
                </a:cxn>
                <a:cxn ang="0">
                  <a:pos x="connsiteX3279" y="connsiteY3279"/>
                </a:cxn>
                <a:cxn ang="0">
                  <a:pos x="connsiteX3280" y="connsiteY3280"/>
                </a:cxn>
                <a:cxn ang="0">
                  <a:pos x="connsiteX3281" y="connsiteY3281"/>
                </a:cxn>
                <a:cxn ang="0">
                  <a:pos x="connsiteX3282" y="connsiteY3282"/>
                </a:cxn>
                <a:cxn ang="0">
                  <a:pos x="connsiteX3283" y="connsiteY3283"/>
                </a:cxn>
                <a:cxn ang="0">
                  <a:pos x="connsiteX3284" y="connsiteY3284"/>
                </a:cxn>
                <a:cxn ang="0">
                  <a:pos x="connsiteX3285" y="connsiteY3285"/>
                </a:cxn>
                <a:cxn ang="0">
                  <a:pos x="connsiteX3286" y="connsiteY3286"/>
                </a:cxn>
                <a:cxn ang="0">
                  <a:pos x="connsiteX3287" y="connsiteY3287"/>
                </a:cxn>
                <a:cxn ang="0">
                  <a:pos x="connsiteX3288" y="connsiteY3288"/>
                </a:cxn>
                <a:cxn ang="0">
                  <a:pos x="connsiteX3289" y="connsiteY3289"/>
                </a:cxn>
                <a:cxn ang="0">
                  <a:pos x="connsiteX3290" y="connsiteY3290"/>
                </a:cxn>
                <a:cxn ang="0">
                  <a:pos x="connsiteX3291" y="connsiteY3291"/>
                </a:cxn>
                <a:cxn ang="0">
                  <a:pos x="connsiteX3292" y="connsiteY3292"/>
                </a:cxn>
                <a:cxn ang="0">
                  <a:pos x="connsiteX3293" y="connsiteY3293"/>
                </a:cxn>
                <a:cxn ang="0">
                  <a:pos x="connsiteX3294" y="connsiteY3294"/>
                </a:cxn>
                <a:cxn ang="0">
                  <a:pos x="connsiteX3295" y="connsiteY3295"/>
                </a:cxn>
                <a:cxn ang="0">
                  <a:pos x="connsiteX3296" y="connsiteY3296"/>
                </a:cxn>
                <a:cxn ang="0">
                  <a:pos x="connsiteX3297" y="connsiteY3297"/>
                </a:cxn>
                <a:cxn ang="0">
                  <a:pos x="connsiteX3298" y="connsiteY3298"/>
                </a:cxn>
                <a:cxn ang="0">
                  <a:pos x="connsiteX3299" y="connsiteY3299"/>
                </a:cxn>
                <a:cxn ang="0">
                  <a:pos x="connsiteX3300" y="connsiteY3300"/>
                </a:cxn>
                <a:cxn ang="0">
                  <a:pos x="connsiteX3301" y="connsiteY3301"/>
                </a:cxn>
                <a:cxn ang="0">
                  <a:pos x="connsiteX3302" y="connsiteY3302"/>
                </a:cxn>
                <a:cxn ang="0">
                  <a:pos x="connsiteX3303" y="connsiteY3303"/>
                </a:cxn>
                <a:cxn ang="0">
                  <a:pos x="connsiteX3304" y="connsiteY3304"/>
                </a:cxn>
                <a:cxn ang="0">
                  <a:pos x="connsiteX3305" y="connsiteY3305"/>
                </a:cxn>
                <a:cxn ang="0">
                  <a:pos x="connsiteX3306" y="connsiteY3306"/>
                </a:cxn>
                <a:cxn ang="0">
                  <a:pos x="connsiteX3307" y="connsiteY3307"/>
                </a:cxn>
                <a:cxn ang="0">
                  <a:pos x="connsiteX3308" y="connsiteY3308"/>
                </a:cxn>
                <a:cxn ang="0">
                  <a:pos x="connsiteX3309" y="connsiteY3309"/>
                </a:cxn>
                <a:cxn ang="0">
                  <a:pos x="connsiteX3310" y="connsiteY3310"/>
                </a:cxn>
                <a:cxn ang="0">
                  <a:pos x="connsiteX3311" y="connsiteY3311"/>
                </a:cxn>
                <a:cxn ang="0">
                  <a:pos x="connsiteX3312" y="connsiteY3312"/>
                </a:cxn>
                <a:cxn ang="0">
                  <a:pos x="connsiteX3313" y="connsiteY3313"/>
                </a:cxn>
                <a:cxn ang="0">
                  <a:pos x="connsiteX3314" y="connsiteY3314"/>
                </a:cxn>
                <a:cxn ang="0">
                  <a:pos x="connsiteX3315" y="connsiteY3315"/>
                </a:cxn>
                <a:cxn ang="0">
                  <a:pos x="connsiteX3316" y="connsiteY3316"/>
                </a:cxn>
                <a:cxn ang="0">
                  <a:pos x="connsiteX3317" y="connsiteY3317"/>
                </a:cxn>
                <a:cxn ang="0">
                  <a:pos x="connsiteX3318" y="connsiteY3318"/>
                </a:cxn>
                <a:cxn ang="0">
                  <a:pos x="connsiteX3319" y="connsiteY3319"/>
                </a:cxn>
                <a:cxn ang="0">
                  <a:pos x="connsiteX3320" y="connsiteY3320"/>
                </a:cxn>
                <a:cxn ang="0">
                  <a:pos x="connsiteX3321" y="connsiteY3321"/>
                </a:cxn>
                <a:cxn ang="0">
                  <a:pos x="connsiteX3322" y="connsiteY3322"/>
                </a:cxn>
                <a:cxn ang="0">
                  <a:pos x="connsiteX3323" y="connsiteY3323"/>
                </a:cxn>
                <a:cxn ang="0">
                  <a:pos x="connsiteX3324" y="connsiteY3324"/>
                </a:cxn>
                <a:cxn ang="0">
                  <a:pos x="connsiteX3325" y="connsiteY3325"/>
                </a:cxn>
                <a:cxn ang="0">
                  <a:pos x="connsiteX3326" y="connsiteY3326"/>
                </a:cxn>
                <a:cxn ang="0">
                  <a:pos x="connsiteX3327" y="connsiteY3327"/>
                </a:cxn>
                <a:cxn ang="0">
                  <a:pos x="connsiteX3328" y="connsiteY3328"/>
                </a:cxn>
                <a:cxn ang="0">
                  <a:pos x="connsiteX3329" y="connsiteY3329"/>
                </a:cxn>
                <a:cxn ang="0">
                  <a:pos x="connsiteX3330" y="connsiteY3330"/>
                </a:cxn>
                <a:cxn ang="0">
                  <a:pos x="connsiteX3331" y="connsiteY3331"/>
                </a:cxn>
                <a:cxn ang="0">
                  <a:pos x="connsiteX3332" y="connsiteY3332"/>
                </a:cxn>
                <a:cxn ang="0">
                  <a:pos x="connsiteX3333" y="connsiteY3333"/>
                </a:cxn>
                <a:cxn ang="0">
                  <a:pos x="connsiteX3334" y="connsiteY3334"/>
                </a:cxn>
                <a:cxn ang="0">
                  <a:pos x="connsiteX3335" y="connsiteY3335"/>
                </a:cxn>
                <a:cxn ang="0">
                  <a:pos x="connsiteX3336" y="connsiteY3336"/>
                </a:cxn>
                <a:cxn ang="0">
                  <a:pos x="connsiteX3337" y="connsiteY3337"/>
                </a:cxn>
                <a:cxn ang="0">
                  <a:pos x="connsiteX3338" y="connsiteY3338"/>
                </a:cxn>
                <a:cxn ang="0">
                  <a:pos x="connsiteX3339" y="connsiteY3339"/>
                </a:cxn>
                <a:cxn ang="0">
                  <a:pos x="connsiteX3340" y="connsiteY3340"/>
                </a:cxn>
                <a:cxn ang="0">
                  <a:pos x="connsiteX3341" y="connsiteY3341"/>
                </a:cxn>
                <a:cxn ang="0">
                  <a:pos x="connsiteX3342" y="connsiteY3342"/>
                </a:cxn>
                <a:cxn ang="0">
                  <a:pos x="connsiteX3343" y="connsiteY3343"/>
                </a:cxn>
                <a:cxn ang="0">
                  <a:pos x="connsiteX3344" y="connsiteY3344"/>
                </a:cxn>
                <a:cxn ang="0">
                  <a:pos x="connsiteX3345" y="connsiteY3345"/>
                </a:cxn>
                <a:cxn ang="0">
                  <a:pos x="connsiteX3346" y="connsiteY3346"/>
                </a:cxn>
                <a:cxn ang="0">
                  <a:pos x="connsiteX3347" y="connsiteY3347"/>
                </a:cxn>
                <a:cxn ang="0">
                  <a:pos x="connsiteX3348" y="connsiteY3348"/>
                </a:cxn>
                <a:cxn ang="0">
                  <a:pos x="connsiteX3349" y="connsiteY3349"/>
                </a:cxn>
                <a:cxn ang="0">
                  <a:pos x="connsiteX3350" y="connsiteY3350"/>
                </a:cxn>
                <a:cxn ang="0">
                  <a:pos x="connsiteX3351" y="connsiteY3351"/>
                </a:cxn>
                <a:cxn ang="0">
                  <a:pos x="connsiteX3352" y="connsiteY3352"/>
                </a:cxn>
                <a:cxn ang="0">
                  <a:pos x="connsiteX3353" y="connsiteY3353"/>
                </a:cxn>
                <a:cxn ang="0">
                  <a:pos x="connsiteX3354" y="connsiteY3354"/>
                </a:cxn>
                <a:cxn ang="0">
                  <a:pos x="connsiteX3355" y="connsiteY3355"/>
                </a:cxn>
                <a:cxn ang="0">
                  <a:pos x="connsiteX3356" y="connsiteY3356"/>
                </a:cxn>
                <a:cxn ang="0">
                  <a:pos x="connsiteX3357" y="connsiteY3357"/>
                </a:cxn>
                <a:cxn ang="0">
                  <a:pos x="connsiteX3358" y="connsiteY3358"/>
                </a:cxn>
                <a:cxn ang="0">
                  <a:pos x="connsiteX3359" y="connsiteY3359"/>
                </a:cxn>
                <a:cxn ang="0">
                  <a:pos x="connsiteX3360" y="connsiteY3360"/>
                </a:cxn>
                <a:cxn ang="0">
                  <a:pos x="connsiteX3361" y="connsiteY3361"/>
                </a:cxn>
                <a:cxn ang="0">
                  <a:pos x="connsiteX3362" y="connsiteY3362"/>
                </a:cxn>
                <a:cxn ang="0">
                  <a:pos x="connsiteX3363" y="connsiteY3363"/>
                </a:cxn>
                <a:cxn ang="0">
                  <a:pos x="connsiteX3364" y="connsiteY3364"/>
                </a:cxn>
                <a:cxn ang="0">
                  <a:pos x="connsiteX3365" y="connsiteY3365"/>
                </a:cxn>
                <a:cxn ang="0">
                  <a:pos x="connsiteX3366" y="connsiteY3366"/>
                </a:cxn>
                <a:cxn ang="0">
                  <a:pos x="connsiteX3367" y="connsiteY3367"/>
                </a:cxn>
                <a:cxn ang="0">
                  <a:pos x="connsiteX3368" y="connsiteY3368"/>
                </a:cxn>
                <a:cxn ang="0">
                  <a:pos x="connsiteX3369" y="connsiteY3369"/>
                </a:cxn>
                <a:cxn ang="0">
                  <a:pos x="connsiteX3370" y="connsiteY3370"/>
                </a:cxn>
                <a:cxn ang="0">
                  <a:pos x="connsiteX3371" y="connsiteY3371"/>
                </a:cxn>
                <a:cxn ang="0">
                  <a:pos x="connsiteX3372" y="connsiteY3372"/>
                </a:cxn>
                <a:cxn ang="0">
                  <a:pos x="connsiteX3373" y="connsiteY3373"/>
                </a:cxn>
                <a:cxn ang="0">
                  <a:pos x="connsiteX3374" y="connsiteY3374"/>
                </a:cxn>
                <a:cxn ang="0">
                  <a:pos x="connsiteX3375" y="connsiteY3375"/>
                </a:cxn>
                <a:cxn ang="0">
                  <a:pos x="connsiteX3376" y="connsiteY3376"/>
                </a:cxn>
                <a:cxn ang="0">
                  <a:pos x="connsiteX3377" y="connsiteY3377"/>
                </a:cxn>
                <a:cxn ang="0">
                  <a:pos x="connsiteX3378" y="connsiteY3378"/>
                </a:cxn>
                <a:cxn ang="0">
                  <a:pos x="connsiteX3379" y="connsiteY3379"/>
                </a:cxn>
                <a:cxn ang="0">
                  <a:pos x="connsiteX3380" y="connsiteY3380"/>
                </a:cxn>
                <a:cxn ang="0">
                  <a:pos x="connsiteX3381" y="connsiteY3381"/>
                </a:cxn>
                <a:cxn ang="0">
                  <a:pos x="connsiteX3382" y="connsiteY3382"/>
                </a:cxn>
                <a:cxn ang="0">
                  <a:pos x="connsiteX3383" y="connsiteY3383"/>
                </a:cxn>
                <a:cxn ang="0">
                  <a:pos x="connsiteX3384" y="connsiteY3384"/>
                </a:cxn>
                <a:cxn ang="0">
                  <a:pos x="connsiteX3385" y="connsiteY3385"/>
                </a:cxn>
                <a:cxn ang="0">
                  <a:pos x="connsiteX3386" y="connsiteY3386"/>
                </a:cxn>
                <a:cxn ang="0">
                  <a:pos x="connsiteX3387" y="connsiteY3387"/>
                </a:cxn>
                <a:cxn ang="0">
                  <a:pos x="connsiteX3388" y="connsiteY3388"/>
                </a:cxn>
                <a:cxn ang="0">
                  <a:pos x="connsiteX3389" y="connsiteY3389"/>
                </a:cxn>
                <a:cxn ang="0">
                  <a:pos x="connsiteX3390" y="connsiteY3390"/>
                </a:cxn>
                <a:cxn ang="0">
                  <a:pos x="connsiteX3391" y="connsiteY3391"/>
                </a:cxn>
                <a:cxn ang="0">
                  <a:pos x="connsiteX3392" y="connsiteY3392"/>
                </a:cxn>
                <a:cxn ang="0">
                  <a:pos x="connsiteX3393" y="connsiteY3393"/>
                </a:cxn>
                <a:cxn ang="0">
                  <a:pos x="connsiteX3394" y="connsiteY3394"/>
                </a:cxn>
                <a:cxn ang="0">
                  <a:pos x="connsiteX3395" y="connsiteY3395"/>
                </a:cxn>
                <a:cxn ang="0">
                  <a:pos x="connsiteX3396" y="connsiteY3396"/>
                </a:cxn>
                <a:cxn ang="0">
                  <a:pos x="connsiteX3397" y="connsiteY3397"/>
                </a:cxn>
                <a:cxn ang="0">
                  <a:pos x="connsiteX3398" y="connsiteY3398"/>
                </a:cxn>
                <a:cxn ang="0">
                  <a:pos x="connsiteX3399" y="connsiteY3399"/>
                </a:cxn>
                <a:cxn ang="0">
                  <a:pos x="connsiteX3400" y="connsiteY3400"/>
                </a:cxn>
                <a:cxn ang="0">
                  <a:pos x="connsiteX3401" y="connsiteY3401"/>
                </a:cxn>
                <a:cxn ang="0">
                  <a:pos x="connsiteX3402" y="connsiteY3402"/>
                </a:cxn>
                <a:cxn ang="0">
                  <a:pos x="connsiteX3403" y="connsiteY3403"/>
                </a:cxn>
                <a:cxn ang="0">
                  <a:pos x="connsiteX3404" y="connsiteY3404"/>
                </a:cxn>
                <a:cxn ang="0">
                  <a:pos x="connsiteX3405" y="connsiteY3405"/>
                </a:cxn>
                <a:cxn ang="0">
                  <a:pos x="connsiteX3406" y="connsiteY3406"/>
                </a:cxn>
                <a:cxn ang="0">
                  <a:pos x="connsiteX3407" y="connsiteY3407"/>
                </a:cxn>
                <a:cxn ang="0">
                  <a:pos x="connsiteX3408" y="connsiteY3408"/>
                </a:cxn>
                <a:cxn ang="0">
                  <a:pos x="connsiteX3409" y="connsiteY3409"/>
                </a:cxn>
                <a:cxn ang="0">
                  <a:pos x="connsiteX3410" y="connsiteY3410"/>
                </a:cxn>
                <a:cxn ang="0">
                  <a:pos x="connsiteX3411" y="connsiteY3411"/>
                </a:cxn>
                <a:cxn ang="0">
                  <a:pos x="connsiteX3412" y="connsiteY3412"/>
                </a:cxn>
                <a:cxn ang="0">
                  <a:pos x="connsiteX3413" y="connsiteY3413"/>
                </a:cxn>
                <a:cxn ang="0">
                  <a:pos x="connsiteX3414" y="connsiteY3414"/>
                </a:cxn>
                <a:cxn ang="0">
                  <a:pos x="connsiteX3415" y="connsiteY3415"/>
                </a:cxn>
                <a:cxn ang="0">
                  <a:pos x="connsiteX3416" y="connsiteY3416"/>
                </a:cxn>
                <a:cxn ang="0">
                  <a:pos x="connsiteX3417" y="connsiteY3417"/>
                </a:cxn>
                <a:cxn ang="0">
                  <a:pos x="connsiteX3418" y="connsiteY3418"/>
                </a:cxn>
                <a:cxn ang="0">
                  <a:pos x="connsiteX3419" y="connsiteY3419"/>
                </a:cxn>
                <a:cxn ang="0">
                  <a:pos x="connsiteX3420" y="connsiteY3420"/>
                </a:cxn>
                <a:cxn ang="0">
                  <a:pos x="connsiteX3421" y="connsiteY3421"/>
                </a:cxn>
                <a:cxn ang="0">
                  <a:pos x="connsiteX3422" y="connsiteY3422"/>
                </a:cxn>
                <a:cxn ang="0">
                  <a:pos x="connsiteX3423" y="connsiteY3423"/>
                </a:cxn>
                <a:cxn ang="0">
                  <a:pos x="connsiteX3424" y="connsiteY3424"/>
                </a:cxn>
                <a:cxn ang="0">
                  <a:pos x="connsiteX3425" y="connsiteY3425"/>
                </a:cxn>
                <a:cxn ang="0">
                  <a:pos x="connsiteX3426" y="connsiteY3426"/>
                </a:cxn>
                <a:cxn ang="0">
                  <a:pos x="connsiteX3427" y="connsiteY3427"/>
                </a:cxn>
                <a:cxn ang="0">
                  <a:pos x="connsiteX3428" y="connsiteY3428"/>
                </a:cxn>
                <a:cxn ang="0">
                  <a:pos x="connsiteX3429" y="connsiteY3429"/>
                </a:cxn>
                <a:cxn ang="0">
                  <a:pos x="connsiteX3430" y="connsiteY3430"/>
                </a:cxn>
                <a:cxn ang="0">
                  <a:pos x="connsiteX3431" y="connsiteY3431"/>
                </a:cxn>
                <a:cxn ang="0">
                  <a:pos x="connsiteX3432" y="connsiteY3432"/>
                </a:cxn>
                <a:cxn ang="0">
                  <a:pos x="connsiteX3433" y="connsiteY3433"/>
                </a:cxn>
                <a:cxn ang="0">
                  <a:pos x="connsiteX3434" y="connsiteY3434"/>
                </a:cxn>
                <a:cxn ang="0">
                  <a:pos x="connsiteX3435" y="connsiteY3435"/>
                </a:cxn>
                <a:cxn ang="0">
                  <a:pos x="connsiteX3436" y="connsiteY3436"/>
                </a:cxn>
                <a:cxn ang="0">
                  <a:pos x="connsiteX3437" y="connsiteY3437"/>
                </a:cxn>
                <a:cxn ang="0">
                  <a:pos x="connsiteX3438" y="connsiteY3438"/>
                </a:cxn>
                <a:cxn ang="0">
                  <a:pos x="connsiteX3439" y="connsiteY3439"/>
                </a:cxn>
                <a:cxn ang="0">
                  <a:pos x="connsiteX3440" y="connsiteY3440"/>
                </a:cxn>
                <a:cxn ang="0">
                  <a:pos x="connsiteX3441" y="connsiteY3441"/>
                </a:cxn>
                <a:cxn ang="0">
                  <a:pos x="connsiteX3442" y="connsiteY3442"/>
                </a:cxn>
                <a:cxn ang="0">
                  <a:pos x="connsiteX3443" y="connsiteY3443"/>
                </a:cxn>
                <a:cxn ang="0">
                  <a:pos x="connsiteX3444" y="connsiteY3444"/>
                </a:cxn>
                <a:cxn ang="0">
                  <a:pos x="connsiteX3445" y="connsiteY3445"/>
                </a:cxn>
                <a:cxn ang="0">
                  <a:pos x="connsiteX3446" y="connsiteY3446"/>
                </a:cxn>
                <a:cxn ang="0">
                  <a:pos x="connsiteX3447" y="connsiteY3447"/>
                </a:cxn>
                <a:cxn ang="0">
                  <a:pos x="connsiteX3448" y="connsiteY3448"/>
                </a:cxn>
                <a:cxn ang="0">
                  <a:pos x="connsiteX3449" y="connsiteY3449"/>
                </a:cxn>
                <a:cxn ang="0">
                  <a:pos x="connsiteX3450" y="connsiteY3450"/>
                </a:cxn>
                <a:cxn ang="0">
                  <a:pos x="connsiteX3451" y="connsiteY3451"/>
                </a:cxn>
                <a:cxn ang="0">
                  <a:pos x="connsiteX3452" y="connsiteY3452"/>
                </a:cxn>
                <a:cxn ang="0">
                  <a:pos x="connsiteX3453" y="connsiteY3453"/>
                </a:cxn>
                <a:cxn ang="0">
                  <a:pos x="connsiteX3454" y="connsiteY3454"/>
                </a:cxn>
                <a:cxn ang="0">
                  <a:pos x="connsiteX3455" y="connsiteY3455"/>
                </a:cxn>
                <a:cxn ang="0">
                  <a:pos x="connsiteX3456" y="connsiteY3456"/>
                </a:cxn>
                <a:cxn ang="0">
                  <a:pos x="connsiteX3457" y="connsiteY3457"/>
                </a:cxn>
                <a:cxn ang="0">
                  <a:pos x="connsiteX3458" y="connsiteY3458"/>
                </a:cxn>
                <a:cxn ang="0">
                  <a:pos x="connsiteX3459" y="connsiteY3459"/>
                </a:cxn>
                <a:cxn ang="0">
                  <a:pos x="connsiteX3460" y="connsiteY3460"/>
                </a:cxn>
                <a:cxn ang="0">
                  <a:pos x="connsiteX3461" y="connsiteY3461"/>
                </a:cxn>
                <a:cxn ang="0">
                  <a:pos x="connsiteX3462" y="connsiteY3462"/>
                </a:cxn>
                <a:cxn ang="0">
                  <a:pos x="connsiteX3463" y="connsiteY3463"/>
                </a:cxn>
                <a:cxn ang="0">
                  <a:pos x="connsiteX3464" y="connsiteY3464"/>
                </a:cxn>
                <a:cxn ang="0">
                  <a:pos x="connsiteX3465" y="connsiteY3465"/>
                </a:cxn>
                <a:cxn ang="0">
                  <a:pos x="connsiteX3466" y="connsiteY3466"/>
                </a:cxn>
                <a:cxn ang="0">
                  <a:pos x="connsiteX3467" y="connsiteY3467"/>
                </a:cxn>
                <a:cxn ang="0">
                  <a:pos x="connsiteX3468" y="connsiteY3468"/>
                </a:cxn>
                <a:cxn ang="0">
                  <a:pos x="connsiteX3469" y="connsiteY3469"/>
                </a:cxn>
                <a:cxn ang="0">
                  <a:pos x="connsiteX3470" y="connsiteY3470"/>
                </a:cxn>
                <a:cxn ang="0">
                  <a:pos x="connsiteX3471" y="connsiteY3471"/>
                </a:cxn>
                <a:cxn ang="0">
                  <a:pos x="connsiteX3472" y="connsiteY3472"/>
                </a:cxn>
                <a:cxn ang="0">
                  <a:pos x="connsiteX3473" y="connsiteY3473"/>
                </a:cxn>
                <a:cxn ang="0">
                  <a:pos x="connsiteX3474" y="connsiteY3474"/>
                </a:cxn>
                <a:cxn ang="0">
                  <a:pos x="connsiteX3475" y="connsiteY3475"/>
                </a:cxn>
                <a:cxn ang="0">
                  <a:pos x="connsiteX3476" y="connsiteY3476"/>
                </a:cxn>
                <a:cxn ang="0">
                  <a:pos x="connsiteX3477" y="connsiteY3477"/>
                </a:cxn>
                <a:cxn ang="0">
                  <a:pos x="connsiteX3478" y="connsiteY3478"/>
                </a:cxn>
                <a:cxn ang="0">
                  <a:pos x="connsiteX3479" y="connsiteY3479"/>
                </a:cxn>
                <a:cxn ang="0">
                  <a:pos x="connsiteX3480" y="connsiteY3480"/>
                </a:cxn>
                <a:cxn ang="0">
                  <a:pos x="connsiteX3481" y="connsiteY3481"/>
                </a:cxn>
                <a:cxn ang="0">
                  <a:pos x="connsiteX3482" y="connsiteY3482"/>
                </a:cxn>
                <a:cxn ang="0">
                  <a:pos x="connsiteX3483" y="connsiteY3483"/>
                </a:cxn>
                <a:cxn ang="0">
                  <a:pos x="connsiteX3484" y="connsiteY3484"/>
                </a:cxn>
                <a:cxn ang="0">
                  <a:pos x="connsiteX3485" y="connsiteY3485"/>
                </a:cxn>
                <a:cxn ang="0">
                  <a:pos x="connsiteX3486" y="connsiteY3486"/>
                </a:cxn>
                <a:cxn ang="0">
                  <a:pos x="connsiteX3487" y="connsiteY3487"/>
                </a:cxn>
                <a:cxn ang="0">
                  <a:pos x="connsiteX3488" y="connsiteY3488"/>
                </a:cxn>
                <a:cxn ang="0">
                  <a:pos x="connsiteX3489" y="connsiteY3489"/>
                </a:cxn>
                <a:cxn ang="0">
                  <a:pos x="connsiteX3490" y="connsiteY3490"/>
                </a:cxn>
                <a:cxn ang="0">
                  <a:pos x="connsiteX3491" y="connsiteY3491"/>
                </a:cxn>
                <a:cxn ang="0">
                  <a:pos x="connsiteX3492" y="connsiteY3492"/>
                </a:cxn>
                <a:cxn ang="0">
                  <a:pos x="connsiteX3493" y="connsiteY3493"/>
                </a:cxn>
                <a:cxn ang="0">
                  <a:pos x="connsiteX3494" y="connsiteY3494"/>
                </a:cxn>
                <a:cxn ang="0">
                  <a:pos x="connsiteX3495" y="connsiteY3495"/>
                </a:cxn>
                <a:cxn ang="0">
                  <a:pos x="connsiteX3496" y="connsiteY3496"/>
                </a:cxn>
                <a:cxn ang="0">
                  <a:pos x="connsiteX3497" y="connsiteY3497"/>
                </a:cxn>
                <a:cxn ang="0">
                  <a:pos x="connsiteX3498" y="connsiteY3498"/>
                </a:cxn>
                <a:cxn ang="0">
                  <a:pos x="connsiteX3499" y="connsiteY3499"/>
                </a:cxn>
                <a:cxn ang="0">
                  <a:pos x="connsiteX3500" y="connsiteY3500"/>
                </a:cxn>
                <a:cxn ang="0">
                  <a:pos x="connsiteX3501" y="connsiteY3501"/>
                </a:cxn>
                <a:cxn ang="0">
                  <a:pos x="connsiteX3502" y="connsiteY3502"/>
                </a:cxn>
                <a:cxn ang="0">
                  <a:pos x="connsiteX3503" y="connsiteY3503"/>
                </a:cxn>
                <a:cxn ang="0">
                  <a:pos x="connsiteX3504" y="connsiteY3504"/>
                </a:cxn>
                <a:cxn ang="0">
                  <a:pos x="connsiteX3505" y="connsiteY3505"/>
                </a:cxn>
                <a:cxn ang="0">
                  <a:pos x="connsiteX3506" y="connsiteY3506"/>
                </a:cxn>
                <a:cxn ang="0">
                  <a:pos x="connsiteX3507" y="connsiteY3507"/>
                </a:cxn>
                <a:cxn ang="0">
                  <a:pos x="connsiteX3508" y="connsiteY3508"/>
                </a:cxn>
                <a:cxn ang="0">
                  <a:pos x="connsiteX3509" y="connsiteY3509"/>
                </a:cxn>
                <a:cxn ang="0">
                  <a:pos x="connsiteX3510" y="connsiteY3510"/>
                </a:cxn>
                <a:cxn ang="0">
                  <a:pos x="connsiteX3511" y="connsiteY3511"/>
                </a:cxn>
                <a:cxn ang="0">
                  <a:pos x="connsiteX3512" y="connsiteY3512"/>
                </a:cxn>
                <a:cxn ang="0">
                  <a:pos x="connsiteX3513" y="connsiteY3513"/>
                </a:cxn>
                <a:cxn ang="0">
                  <a:pos x="connsiteX3514" y="connsiteY3514"/>
                </a:cxn>
                <a:cxn ang="0">
                  <a:pos x="connsiteX3515" y="connsiteY3515"/>
                </a:cxn>
                <a:cxn ang="0">
                  <a:pos x="connsiteX3516" y="connsiteY3516"/>
                </a:cxn>
                <a:cxn ang="0">
                  <a:pos x="connsiteX3517" y="connsiteY3517"/>
                </a:cxn>
                <a:cxn ang="0">
                  <a:pos x="connsiteX3518" y="connsiteY3518"/>
                </a:cxn>
                <a:cxn ang="0">
                  <a:pos x="connsiteX3519" y="connsiteY3519"/>
                </a:cxn>
                <a:cxn ang="0">
                  <a:pos x="connsiteX3520" y="connsiteY3520"/>
                </a:cxn>
                <a:cxn ang="0">
                  <a:pos x="connsiteX3521" y="connsiteY3521"/>
                </a:cxn>
                <a:cxn ang="0">
                  <a:pos x="connsiteX3522" y="connsiteY3522"/>
                </a:cxn>
                <a:cxn ang="0">
                  <a:pos x="connsiteX3523" y="connsiteY3523"/>
                </a:cxn>
                <a:cxn ang="0">
                  <a:pos x="connsiteX3524" y="connsiteY3524"/>
                </a:cxn>
                <a:cxn ang="0">
                  <a:pos x="connsiteX3525" y="connsiteY3525"/>
                </a:cxn>
                <a:cxn ang="0">
                  <a:pos x="connsiteX3526" y="connsiteY3526"/>
                </a:cxn>
                <a:cxn ang="0">
                  <a:pos x="connsiteX3527" y="connsiteY3527"/>
                </a:cxn>
                <a:cxn ang="0">
                  <a:pos x="connsiteX3528" y="connsiteY3528"/>
                </a:cxn>
                <a:cxn ang="0">
                  <a:pos x="connsiteX3529" y="connsiteY3529"/>
                </a:cxn>
                <a:cxn ang="0">
                  <a:pos x="connsiteX3530" y="connsiteY3530"/>
                </a:cxn>
                <a:cxn ang="0">
                  <a:pos x="connsiteX3531" y="connsiteY3531"/>
                </a:cxn>
                <a:cxn ang="0">
                  <a:pos x="connsiteX3532" y="connsiteY3532"/>
                </a:cxn>
                <a:cxn ang="0">
                  <a:pos x="connsiteX3533" y="connsiteY3533"/>
                </a:cxn>
                <a:cxn ang="0">
                  <a:pos x="connsiteX3534" y="connsiteY3534"/>
                </a:cxn>
                <a:cxn ang="0">
                  <a:pos x="connsiteX3535" y="connsiteY3535"/>
                </a:cxn>
                <a:cxn ang="0">
                  <a:pos x="connsiteX3536" y="connsiteY3536"/>
                </a:cxn>
                <a:cxn ang="0">
                  <a:pos x="connsiteX3537" y="connsiteY3537"/>
                </a:cxn>
                <a:cxn ang="0">
                  <a:pos x="connsiteX3538" y="connsiteY3538"/>
                </a:cxn>
                <a:cxn ang="0">
                  <a:pos x="connsiteX3539" y="connsiteY3539"/>
                </a:cxn>
                <a:cxn ang="0">
                  <a:pos x="connsiteX3540" y="connsiteY3540"/>
                </a:cxn>
                <a:cxn ang="0">
                  <a:pos x="connsiteX3541" y="connsiteY3541"/>
                </a:cxn>
                <a:cxn ang="0">
                  <a:pos x="connsiteX3542" y="connsiteY3542"/>
                </a:cxn>
                <a:cxn ang="0">
                  <a:pos x="connsiteX3543" y="connsiteY3543"/>
                </a:cxn>
                <a:cxn ang="0">
                  <a:pos x="connsiteX3544" y="connsiteY3544"/>
                </a:cxn>
                <a:cxn ang="0">
                  <a:pos x="connsiteX3545" y="connsiteY3545"/>
                </a:cxn>
                <a:cxn ang="0">
                  <a:pos x="connsiteX3546" y="connsiteY3546"/>
                </a:cxn>
                <a:cxn ang="0">
                  <a:pos x="connsiteX3547" y="connsiteY3547"/>
                </a:cxn>
                <a:cxn ang="0">
                  <a:pos x="connsiteX3548" y="connsiteY3548"/>
                </a:cxn>
                <a:cxn ang="0">
                  <a:pos x="connsiteX3549" y="connsiteY3549"/>
                </a:cxn>
                <a:cxn ang="0">
                  <a:pos x="connsiteX3550" y="connsiteY3550"/>
                </a:cxn>
                <a:cxn ang="0">
                  <a:pos x="connsiteX3551" y="connsiteY3551"/>
                </a:cxn>
                <a:cxn ang="0">
                  <a:pos x="connsiteX3552" y="connsiteY3552"/>
                </a:cxn>
                <a:cxn ang="0">
                  <a:pos x="connsiteX3553" y="connsiteY3553"/>
                </a:cxn>
                <a:cxn ang="0">
                  <a:pos x="connsiteX3554" y="connsiteY3554"/>
                </a:cxn>
                <a:cxn ang="0">
                  <a:pos x="connsiteX3555" y="connsiteY3555"/>
                </a:cxn>
                <a:cxn ang="0">
                  <a:pos x="connsiteX3556" y="connsiteY3556"/>
                </a:cxn>
                <a:cxn ang="0">
                  <a:pos x="connsiteX3557" y="connsiteY3557"/>
                </a:cxn>
                <a:cxn ang="0">
                  <a:pos x="connsiteX3558" y="connsiteY3558"/>
                </a:cxn>
                <a:cxn ang="0">
                  <a:pos x="connsiteX3559" y="connsiteY3559"/>
                </a:cxn>
                <a:cxn ang="0">
                  <a:pos x="connsiteX3560" y="connsiteY3560"/>
                </a:cxn>
                <a:cxn ang="0">
                  <a:pos x="connsiteX3561" y="connsiteY3561"/>
                </a:cxn>
                <a:cxn ang="0">
                  <a:pos x="connsiteX3562" y="connsiteY3562"/>
                </a:cxn>
                <a:cxn ang="0">
                  <a:pos x="connsiteX3563" y="connsiteY3563"/>
                </a:cxn>
                <a:cxn ang="0">
                  <a:pos x="connsiteX3564" y="connsiteY3564"/>
                </a:cxn>
                <a:cxn ang="0">
                  <a:pos x="connsiteX3565" y="connsiteY3565"/>
                </a:cxn>
                <a:cxn ang="0">
                  <a:pos x="connsiteX3566" y="connsiteY3566"/>
                </a:cxn>
                <a:cxn ang="0">
                  <a:pos x="connsiteX3567" y="connsiteY3567"/>
                </a:cxn>
                <a:cxn ang="0">
                  <a:pos x="connsiteX3568" y="connsiteY3568"/>
                </a:cxn>
                <a:cxn ang="0">
                  <a:pos x="connsiteX3569" y="connsiteY3569"/>
                </a:cxn>
                <a:cxn ang="0">
                  <a:pos x="connsiteX3570" y="connsiteY3570"/>
                </a:cxn>
                <a:cxn ang="0">
                  <a:pos x="connsiteX3571" y="connsiteY3571"/>
                </a:cxn>
                <a:cxn ang="0">
                  <a:pos x="connsiteX3572" y="connsiteY3572"/>
                </a:cxn>
                <a:cxn ang="0">
                  <a:pos x="connsiteX3573" y="connsiteY3573"/>
                </a:cxn>
                <a:cxn ang="0">
                  <a:pos x="connsiteX3574" y="connsiteY3574"/>
                </a:cxn>
                <a:cxn ang="0">
                  <a:pos x="connsiteX3575" y="connsiteY3575"/>
                </a:cxn>
                <a:cxn ang="0">
                  <a:pos x="connsiteX3576" y="connsiteY3576"/>
                </a:cxn>
                <a:cxn ang="0">
                  <a:pos x="connsiteX3577" y="connsiteY3577"/>
                </a:cxn>
                <a:cxn ang="0">
                  <a:pos x="connsiteX3578" y="connsiteY3578"/>
                </a:cxn>
                <a:cxn ang="0">
                  <a:pos x="connsiteX3579" y="connsiteY3579"/>
                </a:cxn>
                <a:cxn ang="0">
                  <a:pos x="connsiteX3580" y="connsiteY3580"/>
                </a:cxn>
                <a:cxn ang="0">
                  <a:pos x="connsiteX3581" y="connsiteY3581"/>
                </a:cxn>
                <a:cxn ang="0">
                  <a:pos x="connsiteX3582" y="connsiteY3582"/>
                </a:cxn>
                <a:cxn ang="0">
                  <a:pos x="connsiteX3583" y="connsiteY3583"/>
                </a:cxn>
                <a:cxn ang="0">
                  <a:pos x="connsiteX3584" y="connsiteY3584"/>
                </a:cxn>
                <a:cxn ang="0">
                  <a:pos x="connsiteX3585" y="connsiteY3585"/>
                </a:cxn>
                <a:cxn ang="0">
                  <a:pos x="connsiteX3586" y="connsiteY3586"/>
                </a:cxn>
                <a:cxn ang="0">
                  <a:pos x="connsiteX3587" y="connsiteY3587"/>
                </a:cxn>
                <a:cxn ang="0">
                  <a:pos x="connsiteX3588" y="connsiteY3588"/>
                </a:cxn>
                <a:cxn ang="0">
                  <a:pos x="connsiteX3589" y="connsiteY3589"/>
                </a:cxn>
                <a:cxn ang="0">
                  <a:pos x="connsiteX3590" y="connsiteY3590"/>
                </a:cxn>
                <a:cxn ang="0">
                  <a:pos x="connsiteX3591" y="connsiteY3591"/>
                </a:cxn>
                <a:cxn ang="0">
                  <a:pos x="connsiteX3592" y="connsiteY3592"/>
                </a:cxn>
                <a:cxn ang="0">
                  <a:pos x="connsiteX3593" y="connsiteY3593"/>
                </a:cxn>
                <a:cxn ang="0">
                  <a:pos x="connsiteX3594" y="connsiteY3594"/>
                </a:cxn>
                <a:cxn ang="0">
                  <a:pos x="connsiteX3595" y="connsiteY3595"/>
                </a:cxn>
                <a:cxn ang="0">
                  <a:pos x="connsiteX3596" y="connsiteY3596"/>
                </a:cxn>
                <a:cxn ang="0">
                  <a:pos x="connsiteX3597" y="connsiteY3597"/>
                </a:cxn>
                <a:cxn ang="0">
                  <a:pos x="connsiteX3598" y="connsiteY3598"/>
                </a:cxn>
                <a:cxn ang="0">
                  <a:pos x="connsiteX3599" y="connsiteY3599"/>
                </a:cxn>
                <a:cxn ang="0">
                  <a:pos x="connsiteX3600" y="connsiteY3600"/>
                </a:cxn>
                <a:cxn ang="0">
                  <a:pos x="connsiteX3601" y="connsiteY3601"/>
                </a:cxn>
                <a:cxn ang="0">
                  <a:pos x="connsiteX3602" y="connsiteY3602"/>
                </a:cxn>
                <a:cxn ang="0">
                  <a:pos x="connsiteX3603" y="connsiteY3603"/>
                </a:cxn>
                <a:cxn ang="0">
                  <a:pos x="connsiteX3604" y="connsiteY3604"/>
                </a:cxn>
                <a:cxn ang="0">
                  <a:pos x="connsiteX3605" y="connsiteY3605"/>
                </a:cxn>
                <a:cxn ang="0">
                  <a:pos x="connsiteX3606" y="connsiteY3606"/>
                </a:cxn>
                <a:cxn ang="0">
                  <a:pos x="connsiteX3607" y="connsiteY3607"/>
                </a:cxn>
                <a:cxn ang="0">
                  <a:pos x="connsiteX3608" y="connsiteY3608"/>
                </a:cxn>
                <a:cxn ang="0">
                  <a:pos x="connsiteX3609" y="connsiteY3609"/>
                </a:cxn>
                <a:cxn ang="0">
                  <a:pos x="connsiteX3610" y="connsiteY3610"/>
                </a:cxn>
                <a:cxn ang="0">
                  <a:pos x="connsiteX3611" y="connsiteY3611"/>
                </a:cxn>
                <a:cxn ang="0">
                  <a:pos x="connsiteX3612" y="connsiteY3612"/>
                </a:cxn>
                <a:cxn ang="0">
                  <a:pos x="connsiteX3613" y="connsiteY3613"/>
                </a:cxn>
                <a:cxn ang="0">
                  <a:pos x="connsiteX3614" y="connsiteY3614"/>
                </a:cxn>
                <a:cxn ang="0">
                  <a:pos x="connsiteX3615" y="connsiteY3615"/>
                </a:cxn>
                <a:cxn ang="0">
                  <a:pos x="connsiteX3616" y="connsiteY3616"/>
                </a:cxn>
                <a:cxn ang="0">
                  <a:pos x="connsiteX3617" y="connsiteY3617"/>
                </a:cxn>
                <a:cxn ang="0">
                  <a:pos x="connsiteX3618" y="connsiteY3618"/>
                </a:cxn>
                <a:cxn ang="0">
                  <a:pos x="connsiteX3619" y="connsiteY3619"/>
                </a:cxn>
                <a:cxn ang="0">
                  <a:pos x="connsiteX3620" y="connsiteY3620"/>
                </a:cxn>
                <a:cxn ang="0">
                  <a:pos x="connsiteX3621" y="connsiteY3621"/>
                </a:cxn>
                <a:cxn ang="0">
                  <a:pos x="connsiteX3622" y="connsiteY3622"/>
                </a:cxn>
                <a:cxn ang="0">
                  <a:pos x="connsiteX3623" y="connsiteY3623"/>
                </a:cxn>
                <a:cxn ang="0">
                  <a:pos x="connsiteX3624" y="connsiteY3624"/>
                </a:cxn>
                <a:cxn ang="0">
                  <a:pos x="connsiteX3625" y="connsiteY3625"/>
                </a:cxn>
                <a:cxn ang="0">
                  <a:pos x="connsiteX3626" y="connsiteY3626"/>
                </a:cxn>
                <a:cxn ang="0">
                  <a:pos x="connsiteX3627" y="connsiteY3627"/>
                </a:cxn>
                <a:cxn ang="0">
                  <a:pos x="connsiteX3628" y="connsiteY3628"/>
                </a:cxn>
                <a:cxn ang="0">
                  <a:pos x="connsiteX3629" y="connsiteY3629"/>
                </a:cxn>
                <a:cxn ang="0">
                  <a:pos x="connsiteX3630" y="connsiteY3630"/>
                </a:cxn>
                <a:cxn ang="0">
                  <a:pos x="connsiteX3631" y="connsiteY3631"/>
                </a:cxn>
                <a:cxn ang="0">
                  <a:pos x="connsiteX3632" y="connsiteY3632"/>
                </a:cxn>
                <a:cxn ang="0">
                  <a:pos x="connsiteX3633" y="connsiteY3633"/>
                </a:cxn>
                <a:cxn ang="0">
                  <a:pos x="connsiteX3634" y="connsiteY3634"/>
                </a:cxn>
                <a:cxn ang="0">
                  <a:pos x="connsiteX3635" y="connsiteY3635"/>
                </a:cxn>
                <a:cxn ang="0">
                  <a:pos x="connsiteX3636" y="connsiteY3636"/>
                </a:cxn>
                <a:cxn ang="0">
                  <a:pos x="connsiteX3637" y="connsiteY3637"/>
                </a:cxn>
                <a:cxn ang="0">
                  <a:pos x="connsiteX3638" y="connsiteY3638"/>
                </a:cxn>
                <a:cxn ang="0">
                  <a:pos x="connsiteX3639" y="connsiteY3639"/>
                </a:cxn>
                <a:cxn ang="0">
                  <a:pos x="connsiteX3640" y="connsiteY3640"/>
                </a:cxn>
                <a:cxn ang="0">
                  <a:pos x="connsiteX3641" y="connsiteY3641"/>
                </a:cxn>
                <a:cxn ang="0">
                  <a:pos x="connsiteX3642" y="connsiteY3642"/>
                </a:cxn>
                <a:cxn ang="0">
                  <a:pos x="connsiteX3643" y="connsiteY3643"/>
                </a:cxn>
                <a:cxn ang="0">
                  <a:pos x="connsiteX3644" y="connsiteY3644"/>
                </a:cxn>
                <a:cxn ang="0">
                  <a:pos x="connsiteX3645" y="connsiteY3645"/>
                </a:cxn>
                <a:cxn ang="0">
                  <a:pos x="connsiteX3646" y="connsiteY3646"/>
                </a:cxn>
                <a:cxn ang="0">
                  <a:pos x="connsiteX3647" y="connsiteY3647"/>
                </a:cxn>
                <a:cxn ang="0">
                  <a:pos x="connsiteX3648" y="connsiteY3648"/>
                </a:cxn>
                <a:cxn ang="0">
                  <a:pos x="connsiteX3649" y="connsiteY3649"/>
                </a:cxn>
                <a:cxn ang="0">
                  <a:pos x="connsiteX3650" y="connsiteY3650"/>
                </a:cxn>
                <a:cxn ang="0">
                  <a:pos x="connsiteX3651" y="connsiteY3651"/>
                </a:cxn>
                <a:cxn ang="0">
                  <a:pos x="connsiteX3652" y="connsiteY3652"/>
                </a:cxn>
                <a:cxn ang="0">
                  <a:pos x="connsiteX3653" y="connsiteY3653"/>
                </a:cxn>
                <a:cxn ang="0">
                  <a:pos x="connsiteX3654" y="connsiteY3654"/>
                </a:cxn>
                <a:cxn ang="0">
                  <a:pos x="connsiteX3655" y="connsiteY3655"/>
                </a:cxn>
                <a:cxn ang="0">
                  <a:pos x="connsiteX3656" y="connsiteY3656"/>
                </a:cxn>
                <a:cxn ang="0">
                  <a:pos x="connsiteX3657" y="connsiteY3657"/>
                </a:cxn>
                <a:cxn ang="0">
                  <a:pos x="connsiteX3658" y="connsiteY3658"/>
                </a:cxn>
                <a:cxn ang="0">
                  <a:pos x="connsiteX3659" y="connsiteY3659"/>
                </a:cxn>
              </a:cxnLst>
              <a:rect l="l" t="t" r="r" b="b"/>
              <a:pathLst>
                <a:path w="3862373" h="3682908">
                  <a:moveTo>
                    <a:pt x="1142662" y="3605757"/>
                  </a:moveTo>
                  <a:cubicBezTo>
                    <a:pt x="1164249" y="3605757"/>
                    <a:pt x="1181749" y="3623257"/>
                    <a:pt x="1181749" y="3644844"/>
                  </a:cubicBezTo>
                  <a:lnTo>
                    <a:pt x="1175073" y="3660960"/>
                  </a:lnTo>
                  <a:lnTo>
                    <a:pt x="1107191" y="3636115"/>
                  </a:lnTo>
                  <a:lnTo>
                    <a:pt x="1115023" y="3617205"/>
                  </a:lnTo>
                  <a:cubicBezTo>
                    <a:pt x="1122096" y="3610132"/>
                    <a:pt x="1131868" y="3605757"/>
                    <a:pt x="1142662" y="3605757"/>
                  </a:cubicBezTo>
                  <a:close/>
                  <a:moveTo>
                    <a:pt x="1232571" y="3605756"/>
                  </a:moveTo>
                  <a:cubicBezTo>
                    <a:pt x="1254158" y="3605756"/>
                    <a:pt x="1271658" y="3623256"/>
                    <a:pt x="1271658" y="3644843"/>
                  </a:cubicBezTo>
                  <a:cubicBezTo>
                    <a:pt x="1271658" y="3655637"/>
                    <a:pt x="1267283" y="3665408"/>
                    <a:pt x="1260210" y="3672482"/>
                  </a:cubicBezTo>
                  <a:lnTo>
                    <a:pt x="1235039" y="3682908"/>
                  </a:lnTo>
                  <a:lnTo>
                    <a:pt x="1204643" y="3671783"/>
                  </a:lnTo>
                  <a:lnTo>
                    <a:pt x="1193484" y="3644843"/>
                  </a:lnTo>
                  <a:cubicBezTo>
                    <a:pt x="1193484" y="3623256"/>
                    <a:pt x="1210984" y="3605756"/>
                    <a:pt x="1232571" y="3605756"/>
                  </a:cubicBezTo>
                  <a:close/>
                  <a:moveTo>
                    <a:pt x="1232571" y="3520580"/>
                  </a:moveTo>
                  <a:cubicBezTo>
                    <a:pt x="1254158" y="3520580"/>
                    <a:pt x="1271658" y="3538080"/>
                    <a:pt x="1271658" y="3559667"/>
                  </a:cubicBezTo>
                  <a:cubicBezTo>
                    <a:pt x="1271658" y="3581254"/>
                    <a:pt x="1254158" y="3598754"/>
                    <a:pt x="1232571" y="3598754"/>
                  </a:cubicBezTo>
                  <a:cubicBezTo>
                    <a:pt x="1210984" y="3598754"/>
                    <a:pt x="1193484" y="3581254"/>
                    <a:pt x="1193484" y="3559667"/>
                  </a:cubicBezTo>
                  <a:cubicBezTo>
                    <a:pt x="1193484" y="3538080"/>
                    <a:pt x="1210984" y="3520580"/>
                    <a:pt x="1232571" y="3520580"/>
                  </a:cubicBezTo>
                  <a:close/>
                  <a:moveTo>
                    <a:pt x="1142662" y="3520580"/>
                  </a:moveTo>
                  <a:cubicBezTo>
                    <a:pt x="1164249" y="3520580"/>
                    <a:pt x="1181749" y="3538080"/>
                    <a:pt x="1181749" y="3559667"/>
                  </a:cubicBezTo>
                  <a:cubicBezTo>
                    <a:pt x="1181749" y="3581254"/>
                    <a:pt x="1164249" y="3598754"/>
                    <a:pt x="1142662" y="3598754"/>
                  </a:cubicBezTo>
                  <a:cubicBezTo>
                    <a:pt x="1121074" y="3598754"/>
                    <a:pt x="1103575" y="3581254"/>
                    <a:pt x="1103575" y="3559667"/>
                  </a:cubicBezTo>
                  <a:cubicBezTo>
                    <a:pt x="1103575" y="3538080"/>
                    <a:pt x="1121074" y="3520580"/>
                    <a:pt x="1142662" y="3520580"/>
                  </a:cubicBezTo>
                  <a:close/>
                  <a:moveTo>
                    <a:pt x="1232572" y="3435404"/>
                  </a:moveTo>
                  <a:cubicBezTo>
                    <a:pt x="1254159" y="3435404"/>
                    <a:pt x="1271659" y="3452904"/>
                    <a:pt x="1271659" y="3474491"/>
                  </a:cubicBezTo>
                  <a:cubicBezTo>
                    <a:pt x="1271659" y="3496078"/>
                    <a:pt x="1254159" y="3513578"/>
                    <a:pt x="1232572" y="3513578"/>
                  </a:cubicBezTo>
                  <a:cubicBezTo>
                    <a:pt x="1210985" y="3513578"/>
                    <a:pt x="1193485" y="3496078"/>
                    <a:pt x="1193485" y="3474491"/>
                  </a:cubicBezTo>
                  <a:cubicBezTo>
                    <a:pt x="1193485" y="3452904"/>
                    <a:pt x="1210985" y="3435404"/>
                    <a:pt x="1232572" y="3435404"/>
                  </a:cubicBezTo>
                  <a:close/>
                  <a:moveTo>
                    <a:pt x="1142662" y="3435404"/>
                  </a:moveTo>
                  <a:cubicBezTo>
                    <a:pt x="1164249" y="3435404"/>
                    <a:pt x="1181749" y="3452904"/>
                    <a:pt x="1181749" y="3474491"/>
                  </a:cubicBezTo>
                  <a:cubicBezTo>
                    <a:pt x="1181749" y="3496078"/>
                    <a:pt x="1164249" y="3513578"/>
                    <a:pt x="1142662" y="3513578"/>
                  </a:cubicBezTo>
                  <a:cubicBezTo>
                    <a:pt x="1121074" y="3513578"/>
                    <a:pt x="1103575" y="3496078"/>
                    <a:pt x="1103575" y="3474491"/>
                  </a:cubicBezTo>
                  <a:cubicBezTo>
                    <a:pt x="1103575" y="3452904"/>
                    <a:pt x="1121074" y="3435404"/>
                    <a:pt x="1142662" y="3435404"/>
                  </a:cubicBezTo>
                  <a:close/>
                  <a:moveTo>
                    <a:pt x="1329578" y="3347862"/>
                  </a:moveTo>
                  <a:cubicBezTo>
                    <a:pt x="1351165" y="3347862"/>
                    <a:pt x="1368665" y="3365362"/>
                    <a:pt x="1368665" y="3386950"/>
                  </a:cubicBezTo>
                  <a:cubicBezTo>
                    <a:pt x="1368665" y="3408537"/>
                    <a:pt x="1351165" y="3426037"/>
                    <a:pt x="1329578" y="3426037"/>
                  </a:cubicBezTo>
                  <a:cubicBezTo>
                    <a:pt x="1307990" y="3426037"/>
                    <a:pt x="1290490" y="3408537"/>
                    <a:pt x="1290490" y="3386950"/>
                  </a:cubicBezTo>
                  <a:cubicBezTo>
                    <a:pt x="1290490" y="3365362"/>
                    <a:pt x="1307990" y="3347862"/>
                    <a:pt x="1329578" y="3347862"/>
                  </a:cubicBezTo>
                  <a:close/>
                  <a:moveTo>
                    <a:pt x="1142664" y="3347862"/>
                  </a:moveTo>
                  <a:cubicBezTo>
                    <a:pt x="1164251" y="3347862"/>
                    <a:pt x="1181751" y="3365362"/>
                    <a:pt x="1181751" y="3386950"/>
                  </a:cubicBezTo>
                  <a:cubicBezTo>
                    <a:pt x="1181751" y="3408537"/>
                    <a:pt x="1164251" y="3426037"/>
                    <a:pt x="1142664" y="3426037"/>
                  </a:cubicBezTo>
                  <a:cubicBezTo>
                    <a:pt x="1121077" y="3426037"/>
                    <a:pt x="1103576" y="3408537"/>
                    <a:pt x="1103576" y="3386950"/>
                  </a:cubicBezTo>
                  <a:cubicBezTo>
                    <a:pt x="1103576" y="3365362"/>
                    <a:pt x="1121077" y="3347862"/>
                    <a:pt x="1142664" y="3347862"/>
                  </a:cubicBezTo>
                  <a:close/>
                  <a:moveTo>
                    <a:pt x="1232572" y="3347861"/>
                  </a:moveTo>
                  <a:cubicBezTo>
                    <a:pt x="1254160" y="3347861"/>
                    <a:pt x="1271660" y="3365361"/>
                    <a:pt x="1271660" y="3386948"/>
                  </a:cubicBezTo>
                  <a:cubicBezTo>
                    <a:pt x="1271660" y="3408536"/>
                    <a:pt x="1254160" y="3426035"/>
                    <a:pt x="1232572" y="3426035"/>
                  </a:cubicBezTo>
                  <a:cubicBezTo>
                    <a:pt x="1210985" y="3426035"/>
                    <a:pt x="1193485" y="3408536"/>
                    <a:pt x="1193485" y="3386948"/>
                  </a:cubicBezTo>
                  <a:cubicBezTo>
                    <a:pt x="1193485" y="3365361"/>
                    <a:pt x="1210985" y="3347861"/>
                    <a:pt x="1232572" y="3347861"/>
                  </a:cubicBezTo>
                  <a:close/>
                  <a:moveTo>
                    <a:pt x="2924263" y="3265052"/>
                  </a:moveTo>
                  <a:cubicBezTo>
                    <a:pt x="2945850" y="3265052"/>
                    <a:pt x="2963349" y="3282551"/>
                    <a:pt x="2963349" y="3304139"/>
                  </a:cubicBezTo>
                  <a:cubicBezTo>
                    <a:pt x="2963349" y="3325726"/>
                    <a:pt x="2945850" y="3343226"/>
                    <a:pt x="2924263" y="3343226"/>
                  </a:cubicBezTo>
                  <a:cubicBezTo>
                    <a:pt x="2902675" y="3343226"/>
                    <a:pt x="2885175" y="3325726"/>
                    <a:pt x="2885175" y="3304139"/>
                  </a:cubicBezTo>
                  <a:cubicBezTo>
                    <a:pt x="2885175" y="3282551"/>
                    <a:pt x="2902675" y="3265052"/>
                    <a:pt x="2924263" y="3265052"/>
                  </a:cubicBezTo>
                  <a:close/>
                  <a:moveTo>
                    <a:pt x="1419487" y="3265052"/>
                  </a:moveTo>
                  <a:cubicBezTo>
                    <a:pt x="1441074" y="3265052"/>
                    <a:pt x="1458574" y="3282551"/>
                    <a:pt x="1458574" y="3304139"/>
                  </a:cubicBezTo>
                  <a:cubicBezTo>
                    <a:pt x="1458574" y="3325726"/>
                    <a:pt x="1441074" y="3343226"/>
                    <a:pt x="1419487" y="3343226"/>
                  </a:cubicBezTo>
                  <a:cubicBezTo>
                    <a:pt x="1397899" y="3343226"/>
                    <a:pt x="1380399" y="3325726"/>
                    <a:pt x="1380399" y="3304139"/>
                  </a:cubicBezTo>
                  <a:cubicBezTo>
                    <a:pt x="1380399" y="3282551"/>
                    <a:pt x="1397899" y="3265052"/>
                    <a:pt x="1419487" y="3265052"/>
                  </a:cubicBezTo>
                  <a:close/>
                  <a:moveTo>
                    <a:pt x="1329578" y="3265052"/>
                  </a:moveTo>
                  <a:cubicBezTo>
                    <a:pt x="1351165" y="3265052"/>
                    <a:pt x="1368666" y="3282551"/>
                    <a:pt x="1368666" y="3304139"/>
                  </a:cubicBezTo>
                  <a:cubicBezTo>
                    <a:pt x="1368666" y="3325726"/>
                    <a:pt x="1351165" y="3343226"/>
                    <a:pt x="1329578" y="3343226"/>
                  </a:cubicBezTo>
                  <a:cubicBezTo>
                    <a:pt x="1307991" y="3343226"/>
                    <a:pt x="1290491" y="3325726"/>
                    <a:pt x="1290491" y="3304139"/>
                  </a:cubicBezTo>
                  <a:cubicBezTo>
                    <a:pt x="1290491" y="3282551"/>
                    <a:pt x="1307991" y="3265052"/>
                    <a:pt x="1329578" y="3265052"/>
                  </a:cubicBezTo>
                  <a:close/>
                  <a:moveTo>
                    <a:pt x="1232574" y="3265052"/>
                  </a:moveTo>
                  <a:cubicBezTo>
                    <a:pt x="1254160" y="3265052"/>
                    <a:pt x="1271661" y="3282551"/>
                    <a:pt x="1271661" y="3304139"/>
                  </a:cubicBezTo>
                  <a:cubicBezTo>
                    <a:pt x="1271661" y="3325726"/>
                    <a:pt x="1254160" y="3343226"/>
                    <a:pt x="1232574" y="3343226"/>
                  </a:cubicBezTo>
                  <a:cubicBezTo>
                    <a:pt x="1210986" y="3343226"/>
                    <a:pt x="1193487" y="3325726"/>
                    <a:pt x="1193487" y="3304139"/>
                  </a:cubicBezTo>
                  <a:cubicBezTo>
                    <a:pt x="1193487" y="3282551"/>
                    <a:pt x="1210986" y="3265052"/>
                    <a:pt x="1232574" y="3265052"/>
                  </a:cubicBezTo>
                  <a:close/>
                  <a:moveTo>
                    <a:pt x="1142665" y="3265052"/>
                  </a:moveTo>
                  <a:cubicBezTo>
                    <a:pt x="1164252" y="3265052"/>
                    <a:pt x="1181752" y="3282551"/>
                    <a:pt x="1181752" y="3304139"/>
                  </a:cubicBezTo>
                  <a:cubicBezTo>
                    <a:pt x="1181752" y="3325726"/>
                    <a:pt x="1164252" y="3343226"/>
                    <a:pt x="1142665" y="3343226"/>
                  </a:cubicBezTo>
                  <a:cubicBezTo>
                    <a:pt x="1121078" y="3343226"/>
                    <a:pt x="1103578" y="3325726"/>
                    <a:pt x="1103578" y="3304139"/>
                  </a:cubicBezTo>
                  <a:cubicBezTo>
                    <a:pt x="1103578" y="3282551"/>
                    <a:pt x="1121078" y="3265052"/>
                    <a:pt x="1142665" y="3265052"/>
                  </a:cubicBezTo>
                  <a:close/>
                  <a:moveTo>
                    <a:pt x="3111177" y="3177510"/>
                  </a:moveTo>
                  <a:cubicBezTo>
                    <a:pt x="3132764" y="3177510"/>
                    <a:pt x="3150264" y="3195010"/>
                    <a:pt x="3150264" y="3216597"/>
                  </a:cubicBezTo>
                  <a:cubicBezTo>
                    <a:pt x="3150264" y="3238185"/>
                    <a:pt x="3132764" y="3255684"/>
                    <a:pt x="3111177" y="3255684"/>
                  </a:cubicBezTo>
                  <a:cubicBezTo>
                    <a:pt x="3089589" y="3255684"/>
                    <a:pt x="3072089" y="3238185"/>
                    <a:pt x="3072089" y="3216597"/>
                  </a:cubicBezTo>
                  <a:cubicBezTo>
                    <a:pt x="3072089" y="3195010"/>
                    <a:pt x="3089589" y="3177510"/>
                    <a:pt x="3111177" y="3177510"/>
                  </a:cubicBezTo>
                  <a:close/>
                  <a:moveTo>
                    <a:pt x="3018903" y="3177510"/>
                  </a:moveTo>
                  <a:cubicBezTo>
                    <a:pt x="3040490" y="3177510"/>
                    <a:pt x="3057989" y="3195010"/>
                    <a:pt x="3057989" y="3216597"/>
                  </a:cubicBezTo>
                  <a:cubicBezTo>
                    <a:pt x="3057989" y="3238185"/>
                    <a:pt x="3040490" y="3255684"/>
                    <a:pt x="3018903" y="3255684"/>
                  </a:cubicBezTo>
                  <a:cubicBezTo>
                    <a:pt x="2997315" y="3255684"/>
                    <a:pt x="2979815" y="3238185"/>
                    <a:pt x="2979815" y="3216597"/>
                  </a:cubicBezTo>
                  <a:cubicBezTo>
                    <a:pt x="2979815" y="3195010"/>
                    <a:pt x="2997315" y="3177510"/>
                    <a:pt x="3018903" y="3177510"/>
                  </a:cubicBezTo>
                  <a:close/>
                  <a:moveTo>
                    <a:pt x="1516493" y="3177510"/>
                  </a:moveTo>
                  <a:cubicBezTo>
                    <a:pt x="1538080" y="3177510"/>
                    <a:pt x="1555581" y="3195010"/>
                    <a:pt x="1555581" y="3216597"/>
                  </a:cubicBezTo>
                  <a:cubicBezTo>
                    <a:pt x="1555581" y="3238185"/>
                    <a:pt x="1538080" y="3255684"/>
                    <a:pt x="1516493" y="3255684"/>
                  </a:cubicBezTo>
                  <a:cubicBezTo>
                    <a:pt x="1494906" y="3255684"/>
                    <a:pt x="1477406" y="3238185"/>
                    <a:pt x="1477406" y="3216597"/>
                  </a:cubicBezTo>
                  <a:cubicBezTo>
                    <a:pt x="1477406" y="3195010"/>
                    <a:pt x="1494906" y="3177510"/>
                    <a:pt x="1516493" y="3177510"/>
                  </a:cubicBezTo>
                  <a:close/>
                  <a:moveTo>
                    <a:pt x="1329579" y="3177510"/>
                  </a:moveTo>
                  <a:cubicBezTo>
                    <a:pt x="1351167" y="3177510"/>
                    <a:pt x="1368667" y="3195010"/>
                    <a:pt x="1368667" y="3216597"/>
                  </a:cubicBezTo>
                  <a:cubicBezTo>
                    <a:pt x="1368667" y="3238185"/>
                    <a:pt x="1351167" y="3255684"/>
                    <a:pt x="1329579" y="3255684"/>
                  </a:cubicBezTo>
                  <a:cubicBezTo>
                    <a:pt x="1307993" y="3255684"/>
                    <a:pt x="1290493" y="3238185"/>
                    <a:pt x="1290493" y="3216597"/>
                  </a:cubicBezTo>
                  <a:cubicBezTo>
                    <a:pt x="1290493" y="3195010"/>
                    <a:pt x="1307993" y="3177510"/>
                    <a:pt x="1329579" y="3177510"/>
                  </a:cubicBezTo>
                  <a:close/>
                  <a:moveTo>
                    <a:pt x="1142666" y="3177510"/>
                  </a:moveTo>
                  <a:cubicBezTo>
                    <a:pt x="1164254" y="3177510"/>
                    <a:pt x="1181753" y="3195010"/>
                    <a:pt x="1181753" y="3216597"/>
                  </a:cubicBezTo>
                  <a:cubicBezTo>
                    <a:pt x="1181753" y="3238185"/>
                    <a:pt x="1164254" y="3255684"/>
                    <a:pt x="1142666" y="3255684"/>
                  </a:cubicBezTo>
                  <a:cubicBezTo>
                    <a:pt x="1121079" y="3255684"/>
                    <a:pt x="1103578" y="3238185"/>
                    <a:pt x="1103578" y="3216597"/>
                  </a:cubicBezTo>
                  <a:cubicBezTo>
                    <a:pt x="1103578" y="3195010"/>
                    <a:pt x="1121079" y="3177510"/>
                    <a:pt x="1142666" y="3177510"/>
                  </a:cubicBezTo>
                  <a:close/>
                  <a:moveTo>
                    <a:pt x="2924263" y="3177510"/>
                  </a:moveTo>
                  <a:cubicBezTo>
                    <a:pt x="2945850" y="3177510"/>
                    <a:pt x="2963349" y="3195010"/>
                    <a:pt x="2963349" y="3216597"/>
                  </a:cubicBezTo>
                  <a:cubicBezTo>
                    <a:pt x="2963349" y="3238184"/>
                    <a:pt x="2945850" y="3255684"/>
                    <a:pt x="2924263" y="3255684"/>
                  </a:cubicBezTo>
                  <a:cubicBezTo>
                    <a:pt x="2902675" y="3255684"/>
                    <a:pt x="2885175" y="3238184"/>
                    <a:pt x="2885175" y="3216597"/>
                  </a:cubicBezTo>
                  <a:cubicBezTo>
                    <a:pt x="2885175" y="3195010"/>
                    <a:pt x="2902675" y="3177510"/>
                    <a:pt x="2924263" y="3177510"/>
                  </a:cubicBezTo>
                  <a:close/>
                  <a:moveTo>
                    <a:pt x="1419488" y="3177510"/>
                  </a:moveTo>
                  <a:cubicBezTo>
                    <a:pt x="1441076" y="3177510"/>
                    <a:pt x="1458575" y="3195010"/>
                    <a:pt x="1458575" y="3216597"/>
                  </a:cubicBezTo>
                  <a:cubicBezTo>
                    <a:pt x="1458575" y="3238184"/>
                    <a:pt x="1441076" y="3255684"/>
                    <a:pt x="1419488" y="3255684"/>
                  </a:cubicBezTo>
                  <a:cubicBezTo>
                    <a:pt x="1397901" y="3255684"/>
                    <a:pt x="1380401" y="3238184"/>
                    <a:pt x="1380401" y="3216597"/>
                  </a:cubicBezTo>
                  <a:cubicBezTo>
                    <a:pt x="1380401" y="3195010"/>
                    <a:pt x="1397901" y="3177510"/>
                    <a:pt x="1419488" y="3177510"/>
                  </a:cubicBezTo>
                  <a:close/>
                  <a:moveTo>
                    <a:pt x="1232575" y="3177510"/>
                  </a:moveTo>
                  <a:cubicBezTo>
                    <a:pt x="1254162" y="3177510"/>
                    <a:pt x="1271661" y="3195010"/>
                    <a:pt x="1271661" y="3216597"/>
                  </a:cubicBezTo>
                  <a:cubicBezTo>
                    <a:pt x="1271661" y="3238184"/>
                    <a:pt x="1254162" y="3255684"/>
                    <a:pt x="1232575" y="3255684"/>
                  </a:cubicBezTo>
                  <a:cubicBezTo>
                    <a:pt x="1210988" y="3255684"/>
                    <a:pt x="1193488" y="3238184"/>
                    <a:pt x="1193488" y="3216597"/>
                  </a:cubicBezTo>
                  <a:cubicBezTo>
                    <a:pt x="1193488" y="3195010"/>
                    <a:pt x="1210988" y="3177510"/>
                    <a:pt x="1232575" y="3177510"/>
                  </a:cubicBezTo>
                  <a:close/>
                  <a:moveTo>
                    <a:pt x="3111177" y="3092334"/>
                  </a:moveTo>
                  <a:cubicBezTo>
                    <a:pt x="3132764" y="3092334"/>
                    <a:pt x="3150264" y="3109834"/>
                    <a:pt x="3150264" y="3131421"/>
                  </a:cubicBezTo>
                  <a:cubicBezTo>
                    <a:pt x="3150264" y="3153008"/>
                    <a:pt x="3132764" y="3170508"/>
                    <a:pt x="3111177" y="3170508"/>
                  </a:cubicBezTo>
                  <a:cubicBezTo>
                    <a:pt x="3089589" y="3170508"/>
                    <a:pt x="3072089" y="3153008"/>
                    <a:pt x="3072089" y="3131421"/>
                  </a:cubicBezTo>
                  <a:cubicBezTo>
                    <a:pt x="3072089" y="3109834"/>
                    <a:pt x="3089589" y="3092334"/>
                    <a:pt x="3111177" y="3092334"/>
                  </a:cubicBezTo>
                  <a:close/>
                  <a:moveTo>
                    <a:pt x="3018903" y="3092334"/>
                  </a:moveTo>
                  <a:cubicBezTo>
                    <a:pt x="3040490" y="3092334"/>
                    <a:pt x="3057989" y="3109834"/>
                    <a:pt x="3057989" y="3131421"/>
                  </a:cubicBezTo>
                  <a:cubicBezTo>
                    <a:pt x="3057989" y="3153008"/>
                    <a:pt x="3040490" y="3170508"/>
                    <a:pt x="3018903" y="3170508"/>
                  </a:cubicBezTo>
                  <a:cubicBezTo>
                    <a:pt x="2997315" y="3170508"/>
                    <a:pt x="2979815" y="3153008"/>
                    <a:pt x="2979815" y="3131421"/>
                  </a:cubicBezTo>
                  <a:cubicBezTo>
                    <a:pt x="2979815" y="3109834"/>
                    <a:pt x="2997315" y="3092334"/>
                    <a:pt x="3018903" y="3092334"/>
                  </a:cubicBezTo>
                  <a:close/>
                  <a:moveTo>
                    <a:pt x="2831988" y="3092334"/>
                  </a:moveTo>
                  <a:cubicBezTo>
                    <a:pt x="2853575" y="3092334"/>
                    <a:pt x="2871075" y="3109834"/>
                    <a:pt x="2871075" y="3131421"/>
                  </a:cubicBezTo>
                  <a:cubicBezTo>
                    <a:pt x="2871075" y="3153008"/>
                    <a:pt x="2853575" y="3170508"/>
                    <a:pt x="2831988" y="3170508"/>
                  </a:cubicBezTo>
                  <a:cubicBezTo>
                    <a:pt x="2810401" y="3170508"/>
                    <a:pt x="2792901" y="3153008"/>
                    <a:pt x="2792901" y="3131421"/>
                  </a:cubicBezTo>
                  <a:cubicBezTo>
                    <a:pt x="2792901" y="3109834"/>
                    <a:pt x="2810401" y="3092334"/>
                    <a:pt x="2831988" y="3092334"/>
                  </a:cubicBezTo>
                  <a:close/>
                  <a:moveTo>
                    <a:pt x="1516495" y="3092334"/>
                  </a:moveTo>
                  <a:cubicBezTo>
                    <a:pt x="1538082" y="3092334"/>
                    <a:pt x="1555583" y="3109834"/>
                    <a:pt x="1555583" y="3131421"/>
                  </a:cubicBezTo>
                  <a:cubicBezTo>
                    <a:pt x="1555583" y="3153008"/>
                    <a:pt x="1538082" y="3170508"/>
                    <a:pt x="1516495" y="3170508"/>
                  </a:cubicBezTo>
                  <a:cubicBezTo>
                    <a:pt x="1494907" y="3170508"/>
                    <a:pt x="1477407" y="3153008"/>
                    <a:pt x="1477407" y="3131421"/>
                  </a:cubicBezTo>
                  <a:cubicBezTo>
                    <a:pt x="1477407" y="3109834"/>
                    <a:pt x="1494907" y="3092334"/>
                    <a:pt x="1516495" y="3092334"/>
                  </a:cubicBezTo>
                  <a:close/>
                  <a:moveTo>
                    <a:pt x="1329581" y="3092334"/>
                  </a:moveTo>
                  <a:cubicBezTo>
                    <a:pt x="1351168" y="3092334"/>
                    <a:pt x="1368669" y="3109834"/>
                    <a:pt x="1368669" y="3131421"/>
                  </a:cubicBezTo>
                  <a:cubicBezTo>
                    <a:pt x="1368669" y="3153008"/>
                    <a:pt x="1351168" y="3170508"/>
                    <a:pt x="1329581" y="3170508"/>
                  </a:cubicBezTo>
                  <a:cubicBezTo>
                    <a:pt x="1307994" y="3170508"/>
                    <a:pt x="1290494" y="3153008"/>
                    <a:pt x="1290494" y="3131421"/>
                  </a:cubicBezTo>
                  <a:cubicBezTo>
                    <a:pt x="1290494" y="3109834"/>
                    <a:pt x="1307994" y="3092334"/>
                    <a:pt x="1329581" y="3092334"/>
                  </a:cubicBezTo>
                  <a:close/>
                  <a:moveTo>
                    <a:pt x="1142668" y="3092334"/>
                  </a:moveTo>
                  <a:cubicBezTo>
                    <a:pt x="1164256" y="3092334"/>
                    <a:pt x="1181756" y="3109834"/>
                    <a:pt x="1181756" y="3131421"/>
                  </a:cubicBezTo>
                  <a:cubicBezTo>
                    <a:pt x="1181756" y="3153008"/>
                    <a:pt x="1164256" y="3170508"/>
                    <a:pt x="1142668" y="3170508"/>
                  </a:cubicBezTo>
                  <a:cubicBezTo>
                    <a:pt x="1121081" y="3170508"/>
                    <a:pt x="1103581" y="3153008"/>
                    <a:pt x="1103581" y="3131421"/>
                  </a:cubicBezTo>
                  <a:cubicBezTo>
                    <a:pt x="1103581" y="3109834"/>
                    <a:pt x="1121081" y="3092334"/>
                    <a:pt x="1142668" y="3092334"/>
                  </a:cubicBezTo>
                  <a:close/>
                  <a:moveTo>
                    <a:pt x="2924263" y="3092334"/>
                  </a:moveTo>
                  <a:cubicBezTo>
                    <a:pt x="2945850" y="3092334"/>
                    <a:pt x="2963349" y="3109833"/>
                    <a:pt x="2963349" y="3131421"/>
                  </a:cubicBezTo>
                  <a:cubicBezTo>
                    <a:pt x="2963349" y="3153008"/>
                    <a:pt x="2945850" y="3170508"/>
                    <a:pt x="2924263" y="3170508"/>
                  </a:cubicBezTo>
                  <a:cubicBezTo>
                    <a:pt x="2902675" y="3170508"/>
                    <a:pt x="2885175" y="3153008"/>
                    <a:pt x="2885175" y="3131421"/>
                  </a:cubicBezTo>
                  <a:cubicBezTo>
                    <a:pt x="2885175" y="3109833"/>
                    <a:pt x="2902675" y="3092334"/>
                    <a:pt x="2924263" y="3092334"/>
                  </a:cubicBezTo>
                  <a:close/>
                  <a:moveTo>
                    <a:pt x="1419490" y="3092334"/>
                  </a:moveTo>
                  <a:cubicBezTo>
                    <a:pt x="1441077" y="3092334"/>
                    <a:pt x="1458576" y="3109833"/>
                    <a:pt x="1458576" y="3131421"/>
                  </a:cubicBezTo>
                  <a:cubicBezTo>
                    <a:pt x="1458576" y="3153008"/>
                    <a:pt x="1441077" y="3170508"/>
                    <a:pt x="1419490" y="3170508"/>
                  </a:cubicBezTo>
                  <a:cubicBezTo>
                    <a:pt x="1397902" y="3170508"/>
                    <a:pt x="1380402" y="3153008"/>
                    <a:pt x="1380402" y="3131421"/>
                  </a:cubicBezTo>
                  <a:cubicBezTo>
                    <a:pt x="1380402" y="3109833"/>
                    <a:pt x="1397902" y="3092334"/>
                    <a:pt x="1419490" y="3092334"/>
                  </a:cubicBezTo>
                  <a:close/>
                  <a:moveTo>
                    <a:pt x="1232576" y="3092334"/>
                  </a:moveTo>
                  <a:cubicBezTo>
                    <a:pt x="1254165" y="3092334"/>
                    <a:pt x="1271664" y="3109833"/>
                    <a:pt x="1271664" y="3131421"/>
                  </a:cubicBezTo>
                  <a:cubicBezTo>
                    <a:pt x="1271664" y="3153008"/>
                    <a:pt x="1254165" y="3170508"/>
                    <a:pt x="1232576" y="3170508"/>
                  </a:cubicBezTo>
                  <a:cubicBezTo>
                    <a:pt x="1210990" y="3170508"/>
                    <a:pt x="1193489" y="3153008"/>
                    <a:pt x="1193489" y="3131421"/>
                  </a:cubicBezTo>
                  <a:cubicBezTo>
                    <a:pt x="1193489" y="3109833"/>
                    <a:pt x="1210990" y="3092334"/>
                    <a:pt x="1232576" y="3092334"/>
                  </a:cubicBezTo>
                  <a:close/>
                  <a:moveTo>
                    <a:pt x="3205817" y="3007157"/>
                  </a:moveTo>
                  <a:cubicBezTo>
                    <a:pt x="3227404" y="3007157"/>
                    <a:pt x="3244904" y="3024657"/>
                    <a:pt x="3244904" y="3046245"/>
                  </a:cubicBezTo>
                  <a:cubicBezTo>
                    <a:pt x="3244904" y="3067832"/>
                    <a:pt x="3227404" y="3085332"/>
                    <a:pt x="3205817" y="3085332"/>
                  </a:cubicBezTo>
                  <a:cubicBezTo>
                    <a:pt x="3184229" y="3085332"/>
                    <a:pt x="3166729" y="3067832"/>
                    <a:pt x="3166729" y="3046245"/>
                  </a:cubicBezTo>
                  <a:cubicBezTo>
                    <a:pt x="3166729" y="3024657"/>
                    <a:pt x="3184229" y="3007157"/>
                    <a:pt x="3205817" y="3007157"/>
                  </a:cubicBezTo>
                  <a:close/>
                  <a:moveTo>
                    <a:pt x="3111177" y="3007157"/>
                  </a:moveTo>
                  <a:cubicBezTo>
                    <a:pt x="3132764" y="3007157"/>
                    <a:pt x="3150264" y="3024657"/>
                    <a:pt x="3150264" y="3046245"/>
                  </a:cubicBezTo>
                  <a:cubicBezTo>
                    <a:pt x="3150264" y="3067832"/>
                    <a:pt x="3132764" y="3085332"/>
                    <a:pt x="3111177" y="3085332"/>
                  </a:cubicBezTo>
                  <a:cubicBezTo>
                    <a:pt x="3089589" y="3085332"/>
                    <a:pt x="3072089" y="3067832"/>
                    <a:pt x="3072089" y="3046245"/>
                  </a:cubicBezTo>
                  <a:cubicBezTo>
                    <a:pt x="3072089" y="3024657"/>
                    <a:pt x="3089589" y="3007157"/>
                    <a:pt x="3111177" y="3007157"/>
                  </a:cubicBezTo>
                  <a:close/>
                  <a:moveTo>
                    <a:pt x="3018903" y="3007157"/>
                  </a:moveTo>
                  <a:cubicBezTo>
                    <a:pt x="3040490" y="3007157"/>
                    <a:pt x="3057989" y="3024657"/>
                    <a:pt x="3057989" y="3046245"/>
                  </a:cubicBezTo>
                  <a:cubicBezTo>
                    <a:pt x="3057989" y="3067832"/>
                    <a:pt x="3040490" y="3085332"/>
                    <a:pt x="3018903" y="3085332"/>
                  </a:cubicBezTo>
                  <a:cubicBezTo>
                    <a:pt x="2997315" y="3085332"/>
                    <a:pt x="2979815" y="3067832"/>
                    <a:pt x="2979815" y="3046245"/>
                  </a:cubicBezTo>
                  <a:cubicBezTo>
                    <a:pt x="2979815" y="3024657"/>
                    <a:pt x="2997315" y="3007157"/>
                    <a:pt x="3018903" y="3007157"/>
                  </a:cubicBezTo>
                  <a:close/>
                  <a:moveTo>
                    <a:pt x="2924263" y="3007157"/>
                  </a:moveTo>
                  <a:cubicBezTo>
                    <a:pt x="2945850" y="3007157"/>
                    <a:pt x="2963349" y="3024657"/>
                    <a:pt x="2963349" y="3046245"/>
                  </a:cubicBezTo>
                  <a:cubicBezTo>
                    <a:pt x="2963349" y="3067832"/>
                    <a:pt x="2945850" y="3085332"/>
                    <a:pt x="2924263" y="3085332"/>
                  </a:cubicBezTo>
                  <a:cubicBezTo>
                    <a:pt x="2902675" y="3085332"/>
                    <a:pt x="2885175" y="3067832"/>
                    <a:pt x="2885175" y="3046245"/>
                  </a:cubicBezTo>
                  <a:cubicBezTo>
                    <a:pt x="2885175" y="3024657"/>
                    <a:pt x="2902675" y="3007157"/>
                    <a:pt x="2924263" y="3007157"/>
                  </a:cubicBezTo>
                  <a:close/>
                  <a:moveTo>
                    <a:pt x="2831988" y="3007157"/>
                  </a:moveTo>
                  <a:cubicBezTo>
                    <a:pt x="2853575" y="3007157"/>
                    <a:pt x="2871075" y="3024657"/>
                    <a:pt x="2871075" y="3046245"/>
                  </a:cubicBezTo>
                  <a:cubicBezTo>
                    <a:pt x="2871075" y="3067832"/>
                    <a:pt x="2853575" y="3085332"/>
                    <a:pt x="2831988" y="3085332"/>
                  </a:cubicBezTo>
                  <a:cubicBezTo>
                    <a:pt x="2810401" y="3085332"/>
                    <a:pt x="2792901" y="3067832"/>
                    <a:pt x="2792901" y="3046245"/>
                  </a:cubicBezTo>
                  <a:cubicBezTo>
                    <a:pt x="2792901" y="3024657"/>
                    <a:pt x="2810401" y="3007157"/>
                    <a:pt x="2831988" y="3007157"/>
                  </a:cubicBezTo>
                  <a:close/>
                  <a:moveTo>
                    <a:pt x="1611133" y="3007157"/>
                  </a:moveTo>
                  <a:cubicBezTo>
                    <a:pt x="1632719" y="3007157"/>
                    <a:pt x="1650221" y="3024657"/>
                    <a:pt x="1650221" y="3046245"/>
                  </a:cubicBezTo>
                  <a:cubicBezTo>
                    <a:pt x="1650221" y="3067832"/>
                    <a:pt x="1632719" y="3085332"/>
                    <a:pt x="1611133" y="3085332"/>
                  </a:cubicBezTo>
                  <a:cubicBezTo>
                    <a:pt x="1589551" y="3085332"/>
                    <a:pt x="1572051" y="3067832"/>
                    <a:pt x="1572051" y="3046245"/>
                  </a:cubicBezTo>
                  <a:cubicBezTo>
                    <a:pt x="1572051" y="3024657"/>
                    <a:pt x="1589551" y="3007157"/>
                    <a:pt x="1611133" y="3007157"/>
                  </a:cubicBezTo>
                  <a:close/>
                  <a:moveTo>
                    <a:pt x="1516497" y="3007157"/>
                  </a:moveTo>
                  <a:cubicBezTo>
                    <a:pt x="1538084" y="3007157"/>
                    <a:pt x="1555584" y="3024657"/>
                    <a:pt x="1555584" y="3046245"/>
                  </a:cubicBezTo>
                  <a:cubicBezTo>
                    <a:pt x="1555584" y="3067832"/>
                    <a:pt x="1538084" y="3085332"/>
                    <a:pt x="1516497" y="3085332"/>
                  </a:cubicBezTo>
                  <a:cubicBezTo>
                    <a:pt x="1494909" y="3085332"/>
                    <a:pt x="1477409" y="3067832"/>
                    <a:pt x="1477409" y="3046245"/>
                  </a:cubicBezTo>
                  <a:cubicBezTo>
                    <a:pt x="1477409" y="3024657"/>
                    <a:pt x="1494909" y="3007157"/>
                    <a:pt x="1516497" y="3007157"/>
                  </a:cubicBezTo>
                  <a:close/>
                  <a:moveTo>
                    <a:pt x="1419492" y="3007157"/>
                  </a:moveTo>
                  <a:cubicBezTo>
                    <a:pt x="1441079" y="3007157"/>
                    <a:pt x="1458579" y="3024657"/>
                    <a:pt x="1458579" y="3046245"/>
                  </a:cubicBezTo>
                  <a:cubicBezTo>
                    <a:pt x="1458579" y="3067832"/>
                    <a:pt x="1441079" y="3085332"/>
                    <a:pt x="1419492" y="3085332"/>
                  </a:cubicBezTo>
                  <a:cubicBezTo>
                    <a:pt x="1397905" y="3085332"/>
                    <a:pt x="1380404" y="3067832"/>
                    <a:pt x="1380404" y="3046245"/>
                  </a:cubicBezTo>
                  <a:cubicBezTo>
                    <a:pt x="1380404" y="3024657"/>
                    <a:pt x="1397905" y="3007157"/>
                    <a:pt x="1419492" y="3007157"/>
                  </a:cubicBezTo>
                  <a:close/>
                  <a:moveTo>
                    <a:pt x="1329583" y="3007157"/>
                  </a:moveTo>
                  <a:cubicBezTo>
                    <a:pt x="1351171" y="3007157"/>
                    <a:pt x="1368670" y="3024657"/>
                    <a:pt x="1368670" y="3046245"/>
                  </a:cubicBezTo>
                  <a:cubicBezTo>
                    <a:pt x="1368670" y="3067832"/>
                    <a:pt x="1351171" y="3085332"/>
                    <a:pt x="1329583" y="3085332"/>
                  </a:cubicBezTo>
                  <a:cubicBezTo>
                    <a:pt x="1307997" y="3085332"/>
                    <a:pt x="1290496" y="3067832"/>
                    <a:pt x="1290496" y="3046245"/>
                  </a:cubicBezTo>
                  <a:cubicBezTo>
                    <a:pt x="1290496" y="3024657"/>
                    <a:pt x="1307997" y="3007157"/>
                    <a:pt x="1329583" y="3007157"/>
                  </a:cubicBezTo>
                  <a:close/>
                  <a:moveTo>
                    <a:pt x="1232579" y="3007157"/>
                  </a:moveTo>
                  <a:cubicBezTo>
                    <a:pt x="1254166" y="3007157"/>
                    <a:pt x="1271666" y="3024657"/>
                    <a:pt x="1271666" y="3046245"/>
                  </a:cubicBezTo>
                  <a:cubicBezTo>
                    <a:pt x="1271666" y="3067832"/>
                    <a:pt x="1254166" y="3085332"/>
                    <a:pt x="1232579" y="3085332"/>
                  </a:cubicBezTo>
                  <a:cubicBezTo>
                    <a:pt x="1210991" y="3085332"/>
                    <a:pt x="1193493" y="3067832"/>
                    <a:pt x="1193493" y="3046245"/>
                  </a:cubicBezTo>
                  <a:cubicBezTo>
                    <a:pt x="1193493" y="3024657"/>
                    <a:pt x="1210991" y="3007157"/>
                    <a:pt x="1232579" y="3007157"/>
                  </a:cubicBezTo>
                  <a:close/>
                  <a:moveTo>
                    <a:pt x="1142670" y="3007157"/>
                  </a:moveTo>
                  <a:cubicBezTo>
                    <a:pt x="1164257" y="3007157"/>
                    <a:pt x="1181758" y="3024657"/>
                    <a:pt x="1181758" y="3046245"/>
                  </a:cubicBezTo>
                  <a:cubicBezTo>
                    <a:pt x="1181758" y="3067832"/>
                    <a:pt x="1164257" y="3085332"/>
                    <a:pt x="1142670" y="3085332"/>
                  </a:cubicBezTo>
                  <a:cubicBezTo>
                    <a:pt x="1121082" y="3085332"/>
                    <a:pt x="1103582" y="3067832"/>
                    <a:pt x="1103582" y="3046245"/>
                  </a:cubicBezTo>
                  <a:cubicBezTo>
                    <a:pt x="1103582" y="3024657"/>
                    <a:pt x="1121082" y="3007157"/>
                    <a:pt x="1142670" y="3007157"/>
                  </a:cubicBezTo>
                  <a:close/>
                  <a:moveTo>
                    <a:pt x="3111177" y="2919617"/>
                  </a:moveTo>
                  <a:cubicBezTo>
                    <a:pt x="3132764" y="2919617"/>
                    <a:pt x="3150264" y="2937117"/>
                    <a:pt x="3150264" y="2958704"/>
                  </a:cubicBezTo>
                  <a:cubicBezTo>
                    <a:pt x="3150264" y="2980291"/>
                    <a:pt x="3132764" y="2997791"/>
                    <a:pt x="3111177" y="2997791"/>
                  </a:cubicBezTo>
                  <a:cubicBezTo>
                    <a:pt x="3089589" y="2997791"/>
                    <a:pt x="3072089" y="2980291"/>
                    <a:pt x="3072089" y="2958704"/>
                  </a:cubicBezTo>
                  <a:cubicBezTo>
                    <a:pt x="3072089" y="2937117"/>
                    <a:pt x="3089589" y="2919617"/>
                    <a:pt x="3111177" y="2919617"/>
                  </a:cubicBezTo>
                  <a:close/>
                  <a:moveTo>
                    <a:pt x="3018902" y="2919617"/>
                  </a:moveTo>
                  <a:cubicBezTo>
                    <a:pt x="3040489" y="2919617"/>
                    <a:pt x="3057989" y="2937117"/>
                    <a:pt x="3057989" y="2958704"/>
                  </a:cubicBezTo>
                  <a:cubicBezTo>
                    <a:pt x="3057989" y="2980291"/>
                    <a:pt x="3040489" y="2997791"/>
                    <a:pt x="3018902" y="2997791"/>
                  </a:cubicBezTo>
                  <a:cubicBezTo>
                    <a:pt x="2997315" y="2997791"/>
                    <a:pt x="2979815" y="2980291"/>
                    <a:pt x="2979815" y="2958704"/>
                  </a:cubicBezTo>
                  <a:cubicBezTo>
                    <a:pt x="2979815" y="2937117"/>
                    <a:pt x="2997315" y="2919617"/>
                    <a:pt x="3018902" y="2919617"/>
                  </a:cubicBezTo>
                  <a:close/>
                  <a:moveTo>
                    <a:pt x="2831988" y="2919617"/>
                  </a:moveTo>
                  <a:cubicBezTo>
                    <a:pt x="2853575" y="2919617"/>
                    <a:pt x="2871075" y="2937117"/>
                    <a:pt x="2871075" y="2958704"/>
                  </a:cubicBezTo>
                  <a:cubicBezTo>
                    <a:pt x="2871075" y="2980291"/>
                    <a:pt x="2853575" y="2997791"/>
                    <a:pt x="2831988" y="2997791"/>
                  </a:cubicBezTo>
                  <a:cubicBezTo>
                    <a:pt x="2810401" y="2997791"/>
                    <a:pt x="2792901" y="2980291"/>
                    <a:pt x="2792901" y="2958704"/>
                  </a:cubicBezTo>
                  <a:cubicBezTo>
                    <a:pt x="2792901" y="2937117"/>
                    <a:pt x="2810401" y="2919617"/>
                    <a:pt x="2831988" y="2919617"/>
                  </a:cubicBezTo>
                  <a:close/>
                  <a:moveTo>
                    <a:pt x="1611133" y="2919617"/>
                  </a:moveTo>
                  <a:cubicBezTo>
                    <a:pt x="1632719" y="2919617"/>
                    <a:pt x="1650221" y="2937117"/>
                    <a:pt x="1650221" y="2958704"/>
                  </a:cubicBezTo>
                  <a:cubicBezTo>
                    <a:pt x="1650221" y="2980291"/>
                    <a:pt x="1632719" y="2997791"/>
                    <a:pt x="1611133" y="2997791"/>
                  </a:cubicBezTo>
                  <a:cubicBezTo>
                    <a:pt x="1589553" y="2997791"/>
                    <a:pt x="1572053" y="2980291"/>
                    <a:pt x="1572053" y="2958704"/>
                  </a:cubicBezTo>
                  <a:cubicBezTo>
                    <a:pt x="1572053" y="2937117"/>
                    <a:pt x="1589553" y="2919617"/>
                    <a:pt x="1611133" y="2919617"/>
                  </a:cubicBezTo>
                  <a:close/>
                  <a:moveTo>
                    <a:pt x="1516498" y="2919617"/>
                  </a:moveTo>
                  <a:cubicBezTo>
                    <a:pt x="1538086" y="2919617"/>
                    <a:pt x="1555586" y="2937117"/>
                    <a:pt x="1555586" y="2958704"/>
                  </a:cubicBezTo>
                  <a:cubicBezTo>
                    <a:pt x="1555586" y="2980291"/>
                    <a:pt x="1538086" y="2997791"/>
                    <a:pt x="1516498" y="2997791"/>
                  </a:cubicBezTo>
                  <a:cubicBezTo>
                    <a:pt x="1494911" y="2997791"/>
                    <a:pt x="1477411" y="2980291"/>
                    <a:pt x="1477411" y="2958704"/>
                  </a:cubicBezTo>
                  <a:cubicBezTo>
                    <a:pt x="1477411" y="2937117"/>
                    <a:pt x="1494911" y="2919617"/>
                    <a:pt x="1516498" y="2919617"/>
                  </a:cubicBezTo>
                  <a:close/>
                  <a:moveTo>
                    <a:pt x="1329585" y="2919617"/>
                  </a:moveTo>
                  <a:cubicBezTo>
                    <a:pt x="1351172" y="2919617"/>
                    <a:pt x="1368672" y="2937117"/>
                    <a:pt x="1368672" y="2958704"/>
                  </a:cubicBezTo>
                  <a:cubicBezTo>
                    <a:pt x="1368672" y="2980291"/>
                    <a:pt x="1351172" y="2997791"/>
                    <a:pt x="1329585" y="2997791"/>
                  </a:cubicBezTo>
                  <a:cubicBezTo>
                    <a:pt x="1307998" y="2997791"/>
                    <a:pt x="1290499" y="2980291"/>
                    <a:pt x="1290499" y="2958704"/>
                  </a:cubicBezTo>
                  <a:cubicBezTo>
                    <a:pt x="1290499" y="2937117"/>
                    <a:pt x="1307998" y="2919617"/>
                    <a:pt x="1329585" y="2919617"/>
                  </a:cubicBezTo>
                  <a:close/>
                  <a:moveTo>
                    <a:pt x="3489737" y="2919616"/>
                  </a:moveTo>
                  <a:lnTo>
                    <a:pt x="3508003" y="2927183"/>
                  </a:lnTo>
                  <a:lnTo>
                    <a:pt x="3463371" y="2986869"/>
                  </a:lnTo>
                  <a:lnTo>
                    <a:pt x="3462097" y="2986342"/>
                  </a:lnTo>
                  <a:cubicBezTo>
                    <a:pt x="3455024" y="2979269"/>
                    <a:pt x="3450649" y="2969497"/>
                    <a:pt x="3450649" y="2958703"/>
                  </a:cubicBezTo>
                  <a:cubicBezTo>
                    <a:pt x="3450649" y="2937116"/>
                    <a:pt x="3468149" y="2919616"/>
                    <a:pt x="3489737" y="2919616"/>
                  </a:cubicBezTo>
                  <a:close/>
                  <a:moveTo>
                    <a:pt x="3205817" y="2919616"/>
                  </a:moveTo>
                  <a:cubicBezTo>
                    <a:pt x="3227404" y="2919616"/>
                    <a:pt x="3244904" y="2937116"/>
                    <a:pt x="3244904" y="2958703"/>
                  </a:cubicBezTo>
                  <a:cubicBezTo>
                    <a:pt x="3244904" y="2980290"/>
                    <a:pt x="3227404" y="2997790"/>
                    <a:pt x="3205817" y="2997790"/>
                  </a:cubicBezTo>
                  <a:cubicBezTo>
                    <a:pt x="3184229" y="2997790"/>
                    <a:pt x="3166729" y="2980290"/>
                    <a:pt x="3166729" y="2958703"/>
                  </a:cubicBezTo>
                  <a:cubicBezTo>
                    <a:pt x="3166729" y="2937116"/>
                    <a:pt x="3184229" y="2919616"/>
                    <a:pt x="3205817" y="2919616"/>
                  </a:cubicBezTo>
                  <a:close/>
                  <a:moveTo>
                    <a:pt x="2924263" y="2919616"/>
                  </a:moveTo>
                  <a:cubicBezTo>
                    <a:pt x="2945850" y="2919616"/>
                    <a:pt x="2963349" y="2937116"/>
                    <a:pt x="2963349" y="2958703"/>
                  </a:cubicBezTo>
                  <a:cubicBezTo>
                    <a:pt x="2963349" y="2980290"/>
                    <a:pt x="2945850" y="2997790"/>
                    <a:pt x="2924263" y="2997790"/>
                  </a:cubicBezTo>
                  <a:cubicBezTo>
                    <a:pt x="2902675" y="2997790"/>
                    <a:pt x="2885175" y="2980290"/>
                    <a:pt x="2885175" y="2958703"/>
                  </a:cubicBezTo>
                  <a:cubicBezTo>
                    <a:pt x="2885175" y="2937116"/>
                    <a:pt x="2902675" y="2919616"/>
                    <a:pt x="2924263" y="2919616"/>
                  </a:cubicBezTo>
                  <a:close/>
                  <a:moveTo>
                    <a:pt x="1703408" y="2919616"/>
                  </a:moveTo>
                  <a:cubicBezTo>
                    <a:pt x="1724994" y="2919616"/>
                    <a:pt x="1742495" y="2937116"/>
                    <a:pt x="1742495" y="2958703"/>
                  </a:cubicBezTo>
                  <a:cubicBezTo>
                    <a:pt x="1742495" y="2980290"/>
                    <a:pt x="1724994" y="2997790"/>
                    <a:pt x="1703408" y="2997790"/>
                  </a:cubicBezTo>
                  <a:cubicBezTo>
                    <a:pt x="1681820" y="2997790"/>
                    <a:pt x="1664321" y="2980290"/>
                    <a:pt x="1664321" y="2958703"/>
                  </a:cubicBezTo>
                  <a:cubicBezTo>
                    <a:pt x="1664321" y="2937116"/>
                    <a:pt x="1681820" y="2919616"/>
                    <a:pt x="1703408" y="2919616"/>
                  </a:cubicBezTo>
                  <a:close/>
                  <a:moveTo>
                    <a:pt x="1419494" y="2919616"/>
                  </a:moveTo>
                  <a:cubicBezTo>
                    <a:pt x="1441081" y="2919616"/>
                    <a:pt x="1458581" y="2937116"/>
                    <a:pt x="1458581" y="2958703"/>
                  </a:cubicBezTo>
                  <a:cubicBezTo>
                    <a:pt x="1458581" y="2980290"/>
                    <a:pt x="1441081" y="2997790"/>
                    <a:pt x="1419494" y="2997790"/>
                  </a:cubicBezTo>
                  <a:cubicBezTo>
                    <a:pt x="1397906" y="2997790"/>
                    <a:pt x="1380407" y="2980290"/>
                    <a:pt x="1380407" y="2958703"/>
                  </a:cubicBezTo>
                  <a:cubicBezTo>
                    <a:pt x="1380407" y="2937116"/>
                    <a:pt x="1397906" y="2919616"/>
                    <a:pt x="1419494" y="2919616"/>
                  </a:cubicBezTo>
                  <a:close/>
                  <a:moveTo>
                    <a:pt x="1232582" y="2919616"/>
                  </a:moveTo>
                  <a:cubicBezTo>
                    <a:pt x="1254169" y="2919616"/>
                    <a:pt x="1271667" y="2937116"/>
                    <a:pt x="1271667" y="2958703"/>
                  </a:cubicBezTo>
                  <a:cubicBezTo>
                    <a:pt x="1271667" y="2980290"/>
                    <a:pt x="1254169" y="2997790"/>
                    <a:pt x="1232582" y="2997790"/>
                  </a:cubicBezTo>
                  <a:cubicBezTo>
                    <a:pt x="1210994" y="2997790"/>
                    <a:pt x="1193494" y="2980290"/>
                    <a:pt x="1193494" y="2958703"/>
                  </a:cubicBezTo>
                  <a:cubicBezTo>
                    <a:pt x="1193494" y="2937116"/>
                    <a:pt x="1210994" y="2919616"/>
                    <a:pt x="1232582" y="2919616"/>
                  </a:cubicBezTo>
                  <a:close/>
                  <a:moveTo>
                    <a:pt x="3489737" y="2832075"/>
                  </a:moveTo>
                  <a:cubicBezTo>
                    <a:pt x="3511324" y="2832075"/>
                    <a:pt x="3528823" y="2849575"/>
                    <a:pt x="3528823" y="2871162"/>
                  </a:cubicBezTo>
                  <a:cubicBezTo>
                    <a:pt x="3528823" y="2892749"/>
                    <a:pt x="3511324" y="2910249"/>
                    <a:pt x="3489737" y="2910249"/>
                  </a:cubicBezTo>
                  <a:cubicBezTo>
                    <a:pt x="3468149" y="2910249"/>
                    <a:pt x="3450649" y="2892749"/>
                    <a:pt x="3450649" y="2871162"/>
                  </a:cubicBezTo>
                  <a:cubicBezTo>
                    <a:pt x="3450649" y="2849575"/>
                    <a:pt x="3468149" y="2832075"/>
                    <a:pt x="3489737" y="2832075"/>
                  </a:cubicBezTo>
                  <a:close/>
                  <a:moveTo>
                    <a:pt x="3300457" y="2832075"/>
                  </a:moveTo>
                  <a:cubicBezTo>
                    <a:pt x="3322044" y="2832075"/>
                    <a:pt x="3339544" y="2849575"/>
                    <a:pt x="3339544" y="2871162"/>
                  </a:cubicBezTo>
                  <a:cubicBezTo>
                    <a:pt x="3339544" y="2892749"/>
                    <a:pt x="3322044" y="2910249"/>
                    <a:pt x="3300457" y="2910249"/>
                  </a:cubicBezTo>
                  <a:cubicBezTo>
                    <a:pt x="3278869" y="2910249"/>
                    <a:pt x="3261369" y="2892749"/>
                    <a:pt x="3261369" y="2871162"/>
                  </a:cubicBezTo>
                  <a:cubicBezTo>
                    <a:pt x="3261369" y="2849575"/>
                    <a:pt x="3278869" y="2832075"/>
                    <a:pt x="3300457" y="2832075"/>
                  </a:cubicBezTo>
                  <a:close/>
                  <a:moveTo>
                    <a:pt x="3205817" y="2832075"/>
                  </a:moveTo>
                  <a:cubicBezTo>
                    <a:pt x="3227404" y="2832075"/>
                    <a:pt x="3244904" y="2849575"/>
                    <a:pt x="3244904" y="2871162"/>
                  </a:cubicBezTo>
                  <a:cubicBezTo>
                    <a:pt x="3244904" y="2892749"/>
                    <a:pt x="3227404" y="2910249"/>
                    <a:pt x="3205817" y="2910249"/>
                  </a:cubicBezTo>
                  <a:cubicBezTo>
                    <a:pt x="3184229" y="2910249"/>
                    <a:pt x="3166729" y="2892749"/>
                    <a:pt x="3166729" y="2871162"/>
                  </a:cubicBezTo>
                  <a:cubicBezTo>
                    <a:pt x="3166729" y="2849575"/>
                    <a:pt x="3184229" y="2832075"/>
                    <a:pt x="3205817" y="2832075"/>
                  </a:cubicBezTo>
                  <a:close/>
                  <a:moveTo>
                    <a:pt x="3111177" y="2832075"/>
                  </a:moveTo>
                  <a:cubicBezTo>
                    <a:pt x="3132764" y="2832075"/>
                    <a:pt x="3150264" y="2849575"/>
                    <a:pt x="3150264" y="2871162"/>
                  </a:cubicBezTo>
                  <a:cubicBezTo>
                    <a:pt x="3150264" y="2892749"/>
                    <a:pt x="3132764" y="2910249"/>
                    <a:pt x="3111177" y="2910249"/>
                  </a:cubicBezTo>
                  <a:cubicBezTo>
                    <a:pt x="3089589" y="2910249"/>
                    <a:pt x="3072089" y="2892749"/>
                    <a:pt x="3072089" y="2871162"/>
                  </a:cubicBezTo>
                  <a:cubicBezTo>
                    <a:pt x="3072089" y="2849575"/>
                    <a:pt x="3089589" y="2832075"/>
                    <a:pt x="3111177" y="2832075"/>
                  </a:cubicBezTo>
                  <a:close/>
                  <a:moveTo>
                    <a:pt x="3018902" y="2832075"/>
                  </a:moveTo>
                  <a:cubicBezTo>
                    <a:pt x="3040489" y="2832075"/>
                    <a:pt x="3057989" y="2849575"/>
                    <a:pt x="3057989" y="2871162"/>
                  </a:cubicBezTo>
                  <a:cubicBezTo>
                    <a:pt x="3057989" y="2892749"/>
                    <a:pt x="3040489" y="2910249"/>
                    <a:pt x="3018902" y="2910249"/>
                  </a:cubicBezTo>
                  <a:cubicBezTo>
                    <a:pt x="2997315" y="2910249"/>
                    <a:pt x="2979815" y="2892749"/>
                    <a:pt x="2979815" y="2871162"/>
                  </a:cubicBezTo>
                  <a:cubicBezTo>
                    <a:pt x="2979815" y="2849575"/>
                    <a:pt x="2997315" y="2832075"/>
                    <a:pt x="3018902" y="2832075"/>
                  </a:cubicBezTo>
                  <a:close/>
                  <a:moveTo>
                    <a:pt x="2924263" y="2832075"/>
                  </a:moveTo>
                  <a:cubicBezTo>
                    <a:pt x="2945850" y="2832075"/>
                    <a:pt x="2963349" y="2849575"/>
                    <a:pt x="2963349" y="2871162"/>
                  </a:cubicBezTo>
                  <a:cubicBezTo>
                    <a:pt x="2963349" y="2892749"/>
                    <a:pt x="2945850" y="2910249"/>
                    <a:pt x="2924263" y="2910249"/>
                  </a:cubicBezTo>
                  <a:cubicBezTo>
                    <a:pt x="2902675" y="2910249"/>
                    <a:pt x="2885175" y="2892749"/>
                    <a:pt x="2885175" y="2871162"/>
                  </a:cubicBezTo>
                  <a:cubicBezTo>
                    <a:pt x="2885175" y="2849575"/>
                    <a:pt x="2902675" y="2832075"/>
                    <a:pt x="2924263" y="2832075"/>
                  </a:cubicBezTo>
                  <a:close/>
                  <a:moveTo>
                    <a:pt x="2831988" y="2832075"/>
                  </a:moveTo>
                  <a:cubicBezTo>
                    <a:pt x="2853575" y="2832075"/>
                    <a:pt x="2871075" y="2849575"/>
                    <a:pt x="2871075" y="2871162"/>
                  </a:cubicBezTo>
                  <a:cubicBezTo>
                    <a:pt x="2871075" y="2892749"/>
                    <a:pt x="2853575" y="2910249"/>
                    <a:pt x="2831988" y="2910249"/>
                  </a:cubicBezTo>
                  <a:cubicBezTo>
                    <a:pt x="2810401" y="2910249"/>
                    <a:pt x="2792901" y="2892749"/>
                    <a:pt x="2792901" y="2871162"/>
                  </a:cubicBezTo>
                  <a:cubicBezTo>
                    <a:pt x="2792901" y="2849575"/>
                    <a:pt x="2810401" y="2832075"/>
                    <a:pt x="2831988" y="2832075"/>
                  </a:cubicBezTo>
                  <a:close/>
                  <a:moveTo>
                    <a:pt x="1703409" y="2832075"/>
                  </a:moveTo>
                  <a:cubicBezTo>
                    <a:pt x="1724996" y="2832075"/>
                    <a:pt x="1742495" y="2849575"/>
                    <a:pt x="1742495" y="2871162"/>
                  </a:cubicBezTo>
                  <a:cubicBezTo>
                    <a:pt x="1742495" y="2892749"/>
                    <a:pt x="1724996" y="2910249"/>
                    <a:pt x="1703409" y="2910249"/>
                  </a:cubicBezTo>
                  <a:cubicBezTo>
                    <a:pt x="1681822" y="2910249"/>
                    <a:pt x="1664321" y="2892749"/>
                    <a:pt x="1664321" y="2871162"/>
                  </a:cubicBezTo>
                  <a:cubicBezTo>
                    <a:pt x="1664321" y="2849575"/>
                    <a:pt x="1681822" y="2832075"/>
                    <a:pt x="1703409" y="2832075"/>
                  </a:cubicBezTo>
                  <a:close/>
                  <a:moveTo>
                    <a:pt x="1611133" y="2832075"/>
                  </a:moveTo>
                  <a:cubicBezTo>
                    <a:pt x="1632721" y="2832075"/>
                    <a:pt x="1650221" y="2849575"/>
                    <a:pt x="1650221" y="2871162"/>
                  </a:cubicBezTo>
                  <a:cubicBezTo>
                    <a:pt x="1650221" y="2892749"/>
                    <a:pt x="1632721" y="2910249"/>
                    <a:pt x="1611133" y="2910249"/>
                  </a:cubicBezTo>
                  <a:cubicBezTo>
                    <a:pt x="1589554" y="2910249"/>
                    <a:pt x="1572054" y="2892749"/>
                    <a:pt x="1572054" y="2871162"/>
                  </a:cubicBezTo>
                  <a:cubicBezTo>
                    <a:pt x="1572054" y="2849575"/>
                    <a:pt x="1589554" y="2832075"/>
                    <a:pt x="1611133" y="2832075"/>
                  </a:cubicBezTo>
                  <a:close/>
                  <a:moveTo>
                    <a:pt x="1516501" y="2832075"/>
                  </a:moveTo>
                  <a:cubicBezTo>
                    <a:pt x="1538087" y="2832075"/>
                    <a:pt x="1555588" y="2849575"/>
                    <a:pt x="1555588" y="2871162"/>
                  </a:cubicBezTo>
                  <a:cubicBezTo>
                    <a:pt x="1555588" y="2892749"/>
                    <a:pt x="1538087" y="2910249"/>
                    <a:pt x="1516501" y="2910249"/>
                  </a:cubicBezTo>
                  <a:cubicBezTo>
                    <a:pt x="1494913" y="2910249"/>
                    <a:pt x="1477413" y="2892749"/>
                    <a:pt x="1477413" y="2871162"/>
                  </a:cubicBezTo>
                  <a:cubicBezTo>
                    <a:pt x="1477413" y="2849575"/>
                    <a:pt x="1494913" y="2832075"/>
                    <a:pt x="1516501" y="2832075"/>
                  </a:cubicBezTo>
                  <a:close/>
                  <a:moveTo>
                    <a:pt x="1419496" y="2832075"/>
                  </a:moveTo>
                  <a:cubicBezTo>
                    <a:pt x="1441083" y="2832075"/>
                    <a:pt x="1458583" y="2849575"/>
                    <a:pt x="1458583" y="2871162"/>
                  </a:cubicBezTo>
                  <a:cubicBezTo>
                    <a:pt x="1458583" y="2892749"/>
                    <a:pt x="1441083" y="2910249"/>
                    <a:pt x="1419496" y="2910249"/>
                  </a:cubicBezTo>
                  <a:cubicBezTo>
                    <a:pt x="1397907" y="2910249"/>
                    <a:pt x="1380408" y="2892749"/>
                    <a:pt x="1380408" y="2871162"/>
                  </a:cubicBezTo>
                  <a:cubicBezTo>
                    <a:pt x="1380408" y="2849575"/>
                    <a:pt x="1397907" y="2832075"/>
                    <a:pt x="1419496" y="2832075"/>
                  </a:cubicBezTo>
                  <a:close/>
                  <a:moveTo>
                    <a:pt x="1329587" y="2832075"/>
                  </a:moveTo>
                  <a:cubicBezTo>
                    <a:pt x="1351174" y="2832075"/>
                    <a:pt x="1368674" y="2849575"/>
                    <a:pt x="1368674" y="2871162"/>
                  </a:cubicBezTo>
                  <a:cubicBezTo>
                    <a:pt x="1368674" y="2892749"/>
                    <a:pt x="1351174" y="2910249"/>
                    <a:pt x="1329587" y="2910249"/>
                  </a:cubicBezTo>
                  <a:cubicBezTo>
                    <a:pt x="1308000" y="2910249"/>
                    <a:pt x="1290500" y="2892749"/>
                    <a:pt x="1290500" y="2871162"/>
                  </a:cubicBezTo>
                  <a:cubicBezTo>
                    <a:pt x="1290500" y="2849575"/>
                    <a:pt x="1308000" y="2832075"/>
                    <a:pt x="1329587" y="2832075"/>
                  </a:cubicBezTo>
                  <a:close/>
                  <a:moveTo>
                    <a:pt x="1232583" y="2832075"/>
                  </a:moveTo>
                  <a:cubicBezTo>
                    <a:pt x="1254171" y="2832075"/>
                    <a:pt x="1271669" y="2849575"/>
                    <a:pt x="1271669" y="2871162"/>
                  </a:cubicBezTo>
                  <a:cubicBezTo>
                    <a:pt x="1271669" y="2892749"/>
                    <a:pt x="1254171" y="2910249"/>
                    <a:pt x="1232583" y="2910249"/>
                  </a:cubicBezTo>
                  <a:cubicBezTo>
                    <a:pt x="1210996" y="2910249"/>
                    <a:pt x="1193496" y="2892749"/>
                    <a:pt x="1193496" y="2871162"/>
                  </a:cubicBezTo>
                  <a:cubicBezTo>
                    <a:pt x="1193496" y="2849575"/>
                    <a:pt x="1210996" y="2832075"/>
                    <a:pt x="1232583" y="2832075"/>
                  </a:cubicBezTo>
                  <a:close/>
                  <a:moveTo>
                    <a:pt x="3489737" y="2742165"/>
                  </a:moveTo>
                  <a:cubicBezTo>
                    <a:pt x="3511324" y="2742165"/>
                    <a:pt x="3528823" y="2759665"/>
                    <a:pt x="3528823" y="2781252"/>
                  </a:cubicBezTo>
                  <a:cubicBezTo>
                    <a:pt x="3528823" y="2802840"/>
                    <a:pt x="3511324" y="2820339"/>
                    <a:pt x="3489737" y="2820339"/>
                  </a:cubicBezTo>
                  <a:cubicBezTo>
                    <a:pt x="3468149" y="2820339"/>
                    <a:pt x="3450649" y="2802840"/>
                    <a:pt x="3450649" y="2781252"/>
                  </a:cubicBezTo>
                  <a:cubicBezTo>
                    <a:pt x="3450649" y="2759665"/>
                    <a:pt x="3468149" y="2742165"/>
                    <a:pt x="3489737" y="2742165"/>
                  </a:cubicBezTo>
                  <a:close/>
                  <a:moveTo>
                    <a:pt x="3300457" y="2664088"/>
                  </a:moveTo>
                  <a:cubicBezTo>
                    <a:pt x="3322044" y="2664088"/>
                    <a:pt x="3339544" y="2681588"/>
                    <a:pt x="3339544" y="2703175"/>
                  </a:cubicBezTo>
                  <a:cubicBezTo>
                    <a:pt x="3339544" y="2719366"/>
                    <a:pt x="3329700" y="2733257"/>
                    <a:pt x="3315671" y="2739190"/>
                  </a:cubicBezTo>
                  <a:lnTo>
                    <a:pt x="3300696" y="2742214"/>
                  </a:lnTo>
                  <a:lnTo>
                    <a:pt x="3315671" y="2745237"/>
                  </a:lnTo>
                  <a:cubicBezTo>
                    <a:pt x="3329700" y="2751171"/>
                    <a:pt x="3339544" y="2765062"/>
                    <a:pt x="3339544" y="2781252"/>
                  </a:cubicBezTo>
                  <a:cubicBezTo>
                    <a:pt x="3339544" y="2802840"/>
                    <a:pt x="3322044" y="2820339"/>
                    <a:pt x="3300457" y="2820339"/>
                  </a:cubicBezTo>
                  <a:cubicBezTo>
                    <a:pt x="3278869" y="2820339"/>
                    <a:pt x="3261369" y="2802840"/>
                    <a:pt x="3261369" y="2781252"/>
                  </a:cubicBezTo>
                  <a:cubicBezTo>
                    <a:pt x="3261369" y="2765062"/>
                    <a:pt x="3271213" y="2751171"/>
                    <a:pt x="3285242" y="2745237"/>
                  </a:cubicBezTo>
                  <a:lnTo>
                    <a:pt x="3300217" y="2742214"/>
                  </a:lnTo>
                  <a:lnTo>
                    <a:pt x="3285242" y="2739190"/>
                  </a:lnTo>
                  <a:cubicBezTo>
                    <a:pt x="3271213" y="2733257"/>
                    <a:pt x="3261369" y="2719366"/>
                    <a:pt x="3261369" y="2703175"/>
                  </a:cubicBezTo>
                  <a:cubicBezTo>
                    <a:pt x="3261369" y="2681588"/>
                    <a:pt x="3278869" y="2664088"/>
                    <a:pt x="3300457" y="2664088"/>
                  </a:cubicBezTo>
                  <a:close/>
                  <a:moveTo>
                    <a:pt x="3111177" y="2664088"/>
                  </a:moveTo>
                  <a:cubicBezTo>
                    <a:pt x="3132764" y="2664088"/>
                    <a:pt x="3150264" y="2681588"/>
                    <a:pt x="3150264" y="2703175"/>
                  </a:cubicBezTo>
                  <a:cubicBezTo>
                    <a:pt x="3150264" y="2719366"/>
                    <a:pt x="3140420" y="2733257"/>
                    <a:pt x="3126391" y="2739190"/>
                  </a:cubicBezTo>
                  <a:lnTo>
                    <a:pt x="3111417" y="2742214"/>
                  </a:lnTo>
                  <a:lnTo>
                    <a:pt x="3126391" y="2745237"/>
                  </a:lnTo>
                  <a:cubicBezTo>
                    <a:pt x="3140420" y="2751171"/>
                    <a:pt x="3150264" y="2765062"/>
                    <a:pt x="3150264" y="2781252"/>
                  </a:cubicBezTo>
                  <a:cubicBezTo>
                    <a:pt x="3150264" y="2802840"/>
                    <a:pt x="3132764" y="2820339"/>
                    <a:pt x="3111177" y="2820339"/>
                  </a:cubicBezTo>
                  <a:cubicBezTo>
                    <a:pt x="3089589" y="2820339"/>
                    <a:pt x="3072089" y="2802840"/>
                    <a:pt x="3072089" y="2781252"/>
                  </a:cubicBezTo>
                  <a:cubicBezTo>
                    <a:pt x="3072089" y="2765062"/>
                    <a:pt x="3081933" y="2751171"/>
                    <a:pt x="3095962" y="2745237"/>
                  </a:cubicBezTo>
                  <a:lnTo>
                    <a:pt x="3110937" y="2742214"/>
                  </a:lnTo>
                  <a:lnTo>
                    <a:pt x="3095962" y="2739190"/>
                  </a:lnTo>
                  <a:cubicBezTo>
                    <a:pt x="3081933" y="2733257"/>
                    <a:pt x="3072089" y="2719366"/>
                    <a:pt x="3072089" y="2703175"/>
                  </a:cubicBezTo>
                  <a:cubicBezTo>
                    <a:pt x="3072089" y="2681588"/>
                    <a:pt x="3089589" y="2664088"/>
                    <a:pt x="3111177" y="2664088"/>
                  </a:cubicBezTo>
                  <a:close/>
                  <a:moveTo>
                    <a:pt x="3018902" y="2664088"/>
                  </a:moveTo>
                  <a:cubicBezTo>
                    <a:pt x="3040489" y="2664088"/>
                    <a:pt x="3057989" y="2681588"/>
                    <a:pt x="3057989" y="2703175"/>
                  </a:cubicBezTo>
                  <a:cubicBezTo>
                    <a:pt x="3057989" y="2719366"/>
                    <a:pt x="3048145" y="2733257"/>
                    <a:pt x="3034117" y="2739190"/>
                  </a:cubicBezTo>
                  <a:lnTo>
                    <a:pt x="3019142" y="2742214"/>
                  </a:lnTo>
                  <a:lnTo>
                    <a:pt x="3034117" y="2745237"/>
                  </a:lnTo>
                  <a:cubicBezTo>
                    <a:pt x="3048145" y="2751171"/>
                    <a:pt x="3057989" y="2765062"/>
                    <a:pt x="3057989" y="2781252"/>
                  </a:cubicBezTo>
                  <a:cubicBezTo>
                    <a:pt x="3057989" y="2802840"/>
                    <a:pt x="3040489" y="2820339"/>
                    <a:pt x="3018902" y="2820339"/>
                  </a:cubicBezTo>
                  <a:cubicBezTo>
                    <a:pt x="2997315" y="2820339"/>
                    <a:pt x="2979815" y="2802840"/>
                    <a:pt x="2979815" y="2781252"/>
                  </a:cubicBezTo>
                  <a:cubicBezTo>
                    <a:pt x="2979815" y="2765062"/>
                    <a:pt x="2989659" y="2751171"/>
                    <a:pt x="3003687" y="2745237"/>
                  </a:cubicBezTo>
                  <a:lnTo>
                    <a:pt x="3018663" y="2742214"/>
                  </a:lnTo>
                  <a:lnTo>
                    <a:pt x="3003687" y="2739190"/>
                  </a:lnTo>
                  <a:cubicBezTo>
                    <a:pt x="2989659" y="2733257"/>
                    <a:pt x="2979815" y="2719366"/>
                    <a:pt x="2979815" y="2703175"/>
                  </a:cubicBezTo>
                  <a:cubicBezTo>
                    <a:pt x="2979815" y="2681588"/>
                    <a:pt x="2997315" y="2664088"/>
                    <a:pt x="3018902" y="2664088"/>
                  </a:cubicBezTo>
                  <a:close/>
                  <a:moveTo>
                    <a:pt x="2831988" y="2664088"/>
                  </a:moveTo>
                  <a:cubicBezTo>
                    <a:pt x="2853575" y="2664088"/>
                    <a:pt x="2871075" y="2681588"/>
                    <a:pt x="2871075" y="2703175"/>
                  </a:cubicBezTo>
                  <a:cubicBezTo>
                    <a:pt x="2871075" y="2719366"/>
                    <a:pt x="2861231" y="2733257"/>
                    <a:pt x="2847202" y="2739190"/>
                  </a:cubicBezTo>
                  <a:lnTo>
                    <a:pt x="2832228" y="2742214"/>
                  </a:lnTo>
                  <a:lnTo>
                    <a:pt x="2847202" y="2745237"/>
                  </a:lnTo>
                  <a:cubicBezTo>
                    <a:pt x="2861231" y="2751171"/>
                    <a:pt x="2871075" y="2765062"/>
                    <a:pt x="2871075" y="2781252"/>
                  </a:cubicBezTo>
                  <a:cubicBezTo>
                    <a:pt x="2871075" y="2802840"/>
                    <a:pt x="2853575" y="2820339"/>
                    <a:pt x="2831988" y="2820339"/>
                  </a:cubicBezTo>
                  <a:cubicBezTo>
                    <a:pt x="2810401" y="2820339"/>
                    <a:pt x="2792901" y="2802840"/>
                    <a:pt x="2792901" y="2781252"/>
                  </a:cubicBezTo>
                  <a:cubicBezTo>
                    <a:pt x="2792901" y="2765062"/>
                    <a:pt x="2802745" y="2751171"/>
                    <a:pt x="2816773" y="2745237"/>
                  </a:cubicBezTo>
                  <a:lnTo>
                    <a:pt x="2831748" y="2742214"/>
                  </a:lnTo>
                  <a:lnTo>
                    <a:pt x="2816773" y="2739190"/>
                  </a:lnTo>
                  <a:cubicBezTo>
                    <a:pt x="2802745" y="2733257"/>
                    <a:pt x="2792901" y="2719366"/>
                    <a:pt x="2792901" y="2703175"/>
                  </a:cubicBezTo>
                  <a:cubicBezTo>
                    <a:pt x="2792901" y="2681588"/>
                    <a:pt x="2810401" y="2664088"/>
                    <a:pt x="2831988" y="2664088"/>
                  </a:cubicBezTo>
                  <a:close/>
                  <a:moveTo>
                    <a:pt x="1798047" y="2664088"/>
                  </a:moveTo>
                  <a:cubicBezTo>
                    <a:pt x="1819637" y="2664088"/>
                    <a:pt x="1837135" y="2681588"/>
                    <a:pt x="1837135" y="2703175"/>
                  </a:cubicBezTo>
                  <a:cubicBezTo>
                    <a:pt x="1837135" y="2724762"/>
                    <a:pt x="1819637" y="2742262"/>
                    <a:pt x="1798047" y="2742262"/>
                  </a:cubicBezTo>
                  <a:cubicBezTo>
                    <a:pt x="1776460" y="2742262"/>
                    <a:pt x="1758959" y="2724762"/>
                    <a:pt x="1758959" y="2703175"/>
                  </a:cubicBezTo>
                  <a:cubicBezTo>
                    <a:pt x="1758959" y="2681588"/>
                    <a:pt x="1776460" y="2664088"/>
                    <a:pt x="1798047" y="2664088"/>
                  </a:cubicBezTo>
                  <a:close/>
                  <a:moveTo>
                    <a:pt x="1611133" y="2664088"/>
                  </a:moveTo>
                  <a:cubicBezTo>
                    <a:pt x="1632721" y="2664088"/>
                    <a:pt x="1650221" y="2681588"/>
                    <a:pt x="1650221" y="2703175"/>
                  </a:cubicBezTo>
                  <a:cubicBezTo>
                    <a:pt x="1650221" y="2719366"/>
                    <a:pt x="1640376" y="2733257"/>
                    <a:pt x="1626349" y="2739190"/>
                  </a:cubicBezTo>
                  <a:lnTo>
                    <a:pt x="1611371" y="2742214"/>
                  </a:lnTo>
                  <a:lnTo>
                    <a:pt x="1626347" y="2745237"/>
                  </a:lnTo>
                  <a:cubicBezTo>
                    <a:pt x="1640376" y="2751171"/>
                    <a:pt x="1650221" y="2765062"/>
                    <a:pt x="1650221" y="2781252"/>
                  </a:cubicBezTo>
                  <a:cubicBezTo>
                    <a:pt x="1650221" y="2802840"/>
                    <a:pt x="1632721" y="2820339"/>
                    <a:pt x="1611133" y="2820339"/>
                  </a:cubicBezTo>
                  <a:cubicBezTo>
                    <a:pt x="1589556" y="2820339"/>
                    <a:pt x="1572057" y="2802840"/>
                    <a:pt x="1572057" y="2781252"/>
                  </a:cubicBezTo>
                  <a:cubicBezTo>
                    <a:pt x="1572057" y="2765062"/>
                    <a:pt x="1581899" y="2751171"/>
                    <a:pt x="1595929" y="2745237"/>
                  </a:cubicBezTo>
                  <a:lnTo>
                    <a:pt x="1610892" y="2742214"/>
                  </a:lnTo>
                  <a:lnTo>
                    <a:pt x="1595930" y="2739190"/>
                  </a:lnTo>
                  <a:cubicBezTo>
                    <a:pt x="1581901" y="2733257"/>
                    <a:pt x="1572058" y="2719366"/>
                    <a:pt x="1572058" y="2703175"/>
                  </a:cubicBezTo>
                  <a:cubicBezTo>
                    <a:pt x="1572058" y="2681588"/>
                    <a:pt x="1589557" y="2664088"/>
                    <a:pt x="1611133" y="2664088"/>
                  </a:cubicBezTo>
                  <a:close/>
                  <a:moveTo>
                    <a:pt x="1516504" y="2664088"/>
                  </a:moveTo>
                  <a:cubicBezTo>
                    <a:pt x="1538090" y="2664088"/>
                    <a:pt x="1555592" y="2681588"/>
                    <a:pt x="1555592" y="2703175"/>
                  </a:cubicBezTo>
                  <a:cubicBezTo>
                    <a:pt x="1555592" y="2719366"/>
                    <a:pt x="1545748" y="2733257"/>
                    <a:pt x="1531719" y="2739190"/>
                  </a:cubicBezTo>
                  <a:lnTo>
                    <a:pt x="1516743" y="2742214"/>
                  </a:lnTo>
                  <a:lnTo>
                    <a:pt x="1531717" y="2745237"/>
                  </a:lnTo>
                  <a:cubicBezTo>
                    <a:pt x="1545746" y="2751171"/>
                    <a:pt x="1555589" y="2765062"/>
                    <a:pt x="1555589" y="2781252"/>
                  </a:cubicBezTo>
                  <a:cubicBezTo>
                    <a:pt x="1555589" y="2802840"/>
                    <a:pt x="1538089" y="2820339"/>
                    <a:pt x="1516503" y="2820339"/>
                  </a:cubicBezTo>
                  <a:cubicBezTo>
                    <a:pt x="1494914" y="2820339"/>
                    <a:pt x="1477414" y="2802840"/>
                    <a:pt x="1477414" y="2781252"/>
                  </a:cubicBezTo>
                  <a:cubicBezTo>
                    <a:pt x="1477414" y="2765062"/>
                    <a:pt x="1487258" y="2751171"/>
                    <a:pt x="1501288" y="2745237"/>
                  </a:cubicBezTo>
                  <a:lnTo>
                    <a:pt x="1516264" y="2742214"/>
                  </a:lnTo>
                  <a:lnTo>
                    <a:pt x="1501289" y="2739190"/>
                  </a:lnTo>
                  <a:cubicBezTo>
                    <a:pt x="1487259" y="2733257"/>
                    <a:pt x="1477416" y="2719366"/>
                    <a:pt x="1477416" y="2703175"/>
                  </a:cubicBezTo>
                  <a:cubicBezTo>
                    <a:pt x="1477416" y="2681588"/>
                    <a:pt x="1494916" y="2664088"/>
                    <a:pt x="1516504" y="2664088"/>
                  </a:cubicBezTo>
                  <a:close/>
                  <a:moveTo>
                    <a:pt x="1329588" y="2664088"/>
                  </a:moveTo>
                  <a:cubicBezTo>
                    <a:pt x="1351176" y="2664088"/>
                    <a:pt x="1368676" y="2681588"/>
                    <a:pt x="1368676" y="2703175"/>
                  </a:cubicBezTo>
                  <a:cubicBezTo>
                    <a:pt x="1368676" y="2719366"/>
                    <a:pt x="1358832" y="2733257"/>
                    <a:pt x="1344802" y="2739190"/>
                  </a:cubicBezTo>
                  <a:lnTo>
                    <a:pt x="1329828" y="2742214"/>
                  </a:lnTo>
                  <a:lnTo>
                    <a:pt x="1344802" y="2745237"/>
                  </a:lnTo>
                  <a:cubicBezTo>
                    <a:pt x="1358831" y="2751171"/>
                    <a:pt x="1368676" y="2765062"/>
                    <a:pt x="1368676" y="2781252"/>
                  </a:cubicBezTo>
                  <a:cubicBezTo>
                    <a:pt x="1368676" y="2802840"/>
                    <a:pt x="1351176" y="2820339"/>
                    <a:pt x="1329588" y="2820339"/>
                  </a:cubicBezTo>
                  <a:cubicBezTo>
                    <a:pt x="1308003" y="2820339"/>
                    <a:pt x="1290502" y="2802840"/>
                    <a:pt x="1290502" y="2781252"/>
                  </a:cubicBezTo>
                  <a:cubicBezTo>
                    <a:pt x="1290502" y="2765062"/>
                    <a:pt x="1300346" y="2751171"/>
                    <a:pt x="1314375" y="2745237"/>
                  </a:cubicBezTo>
                  <a:lnTo>
                    <a:pt x="1329349" y="2742214"/>
                  </a:lnTo>
                  <a:lnTo>
                    <a:pt x="1314375" y="2739190"/>
                  </a:lnTo>
                  <a:cubicBezTo>
                    <a:pt x="1300346" y="2733257"/>
                    <a:pt x="1290503" y="2719366"/>
                    <a:pt x="1290503" y="2703175"/>
                  </a:cubicBezTo>
                  <a:cubicBezTo>
                    <a:pt x="1290503" y="2681588"/>
                    <a:pt x="1308003" y="2664088"/>
                    <a:pt x="1329588" y="2664088"/>
                  </a:cubicBezTo>
                  <a:close/>
                  <a:moveTo>
                    <a:pt x="1142676" y="2664088"/>
                  </a:moveTo>
                  <a:cubicBezTo>
                    <a:pt x="1164264" y="2664088"/>
                    <a:pt x="1181763" y="2681588"/>
                    <a:pt x="1181763" y="2703175"/>
                  </a:cubicBezTo>
                  <a:cubicBezTo>
                    <a:pt x="1181763" y="2719366"/>
                    <a:pt x="1171919" y="2733257"/>
                    <a:pt x="1157890" y="2739190"/>
                  </a:cubicBezTo>
                  <a:lnTo>
                    <a:pt x="1142916" y="2742214"/>
                  </a:lnTo>
                  <a:lnTo>
                    <a:pt x="1157891" y="2745237"/>
                  </a:lnTo>
                  <a:cubicBezTo>
                    <a:pt x="1171919" y="2751171"/>
                    <a:pt x="1181764" y="2765062"/>
                    <a:pt x="1181764" y="2781252"/>
                  </a:cubicBezTo>
                  <a:cubicBezTo>
                    <a:pt x="1181764" y="2802840"/>
                    <a:pt x="1164265" y="2820339"/>
                    <a:pt x="1142676" y="2820339"/>
                  </a:cubicBezTo>
                  <a:cubicBezTo>
                    <a:pt x="1121088" y="2820339"/>
                    <a:pt x="1103587" y="2802840"/>
                    <a:pt x="1103587" y="2781252"/>
                  </a:cubicBezTo>
                  <a:cubicBezTo>
                    <a:pt x="1103587" y="2765062"/>
                    <a:pt x="1113432" y="2751171"/>
                    <a:pt x="1127461" y="2745237"/>
                  </a:cubicBezTo>
                  <a:lnTo>
                    <a:pt x="1142436" y="2742214"/>
                  </a:lnTo>
                  <a:lnTo>
                    <a:pt x="1127460" y="2739190"/>
                  </a:lnTo>
                  <a:cubicBezTo>
                    <a:pt x="1113430" y="2733257"/>
                    <a:pt x="1103585" y="2719366"/>
                    <a:pt x="1103585" y="2703175"/>
                  </a:cubicBezTo>
                  <a:cubicBezTo>
                    <a:pt x="1103585" y="2681588"/>
                    <a:pt x="1121087" y="2664088"/>
                    <a:pt x="1142676" y="2664088"/>
                  </a:cubicBezTo>
                  <a:close/>
                  <a:moveTo>
                    <a:pt x="3205817" y="2664086"/>
                  </a:moveTo>
                  <a:cubicBezTo>
                    <a:pt x="3227404" y="2664086"/>
                    <a:pt x="3244904" y="2681586"/>
                    <a:pt x="3244904" y="2703174"/>
                  </a:cubicBezTo>
                  <a:cubicBezTo>
                    <a:pt x="3244904" y="2719364"/>
                    <a:pt x="3235060" y="2733256"/>
                    <a:pt x="3221031" y="2739189"/>
                  </a:cubicBezTo>
                  <a:lnTo>
                    <a:pt x="3206053" y="2742213"/>
                  </a:lnTo>
                  <a:lnTo>
                    <a:pt x="3221031" y="2745237"/>
                  </a:lnTo>
                  <a:cubicBezTo>
                    <a:pt x="3235060" y="2751171"/>
                    <a:pt x="3244904" y="2765062"/>
                    <a:pt x="3244904" y="2781252"/>
                  </a:cubicBezTo>
                  <a:cubicBezTo>
                    <a:pt x="3244904" y="2802840"/>
                    <a:pt x="3227404" y="2820339"/>
                    <a:pt x="3205817" y="2820339"/>
                  </a:cubicBezTo>
                  <a:cubicBezTo>
                    <a:pt x="3184229" y="2820339"/>
                    <a:pt x="3166729" y="2802840"/>
                    <a:pt x="3166729" y="2781252"/>
                  </a:cubicBezTo>
                  <a:cubicBezTo>
                    <a:pt x="3166729" y="2765062"/>
                    <a:pt x="3176573" y="2751171"/>
                    <a:pt x="3190602" y="2745237"/>
                  </a:cubicBezTo>
                  <a:lnTo>
                    <a:pt x="3205580" y="2742213"/>
                  </a:lnTo>
                  <a:lnTo>
                    <a:pt x="3190602" y="2739189"/>
                  </a:lnTo>
                  <a:cubicBezTo>
                    <a:pt x="3176573" y="2733256"/>
                    <a:pt x="3166729" y="2719364"/>
                    <a:pt x="3166729" y="2703174"/>
                  </a:cubicBezTo>
                  <a:cubicBezTo>
                    <a:pt x="3166729" y="2681586"/>
                    <a:pt x="3184229" y="2664086"/>
                    <a:pt x="3205817" y="2664086"/>
                  </a:cubicBezTo>
                  <a:close/>
                  <a:moveTo>
                    <a:pt x="2924263" y="2664086"/>
                  </a:moveTo>
                  <a:cubicBezTo>
                    <a:pt x="2945850" y="2664086"/>
                    <a:pt x="2963349" y="2681586"/>
                    <a:pt x="2963349" y="2703174"/>
                  </a:cubicBezTo>
                  <a:cubicBezTo>
                    <a:pt x="2963349" y="2719364"/>
                    <a:pt x="2953506" y="2733256"/>
                    <a:pt x="2939477" y="2739189"/>
                  </a:cubicBezTo>
                  <a:lnTo>
                    <a:pt x="2924499" y="2742213"/>
                  </a:lnTo>
                  <a:lnTo>
                    <a:pt x="2939477" y="2745237"/>
                  </a:lnTo>
                  <a:cubicBezTo>
                    <a:pt x="2953506" y="2751171"/>
                    <a:pt x="2963349" y="2765062"/>
                    <a:pt x="2963349" y="2781252"/>
                  </a:cubicBezTo>
                  <a:cubicBezTo>
                    <a:pt x="2963349" y="2802840"/>
                    <a:pt x="2945850" y="2820339"/>
                    <a:pt x="2924263" y="2820339"/>
                  </a:cubicBezTo>
                  <a:cubicBezTo>
                    <a:pt x="2902675" y="2820339"/>
                    <a:pt x="2885175" y="2802840"/>
                    <a:pt x="2885175" y="2781252"/>
                  </a:cubicBezTo>
                  <a:cubicBezTo>
                    <a:pt x="2885175" y="2765062"/>
                    <a:pt x="2895019" y="2751171"/>
                    <a:pt x="2909048" y="2745237"/>
                  </a:cubicBezTo>
                  <a:lnTo>
                    <a:pt x="2924026" y="2742213"/>
                  </a:lnTo>
                  <a:lnTo>
                    <a:pt x="2909048" y="2739189"/>
                  </a:lnTo>
                  <a:cubicBezTo>
                    <a:pt x="2895019" y="2733256"/>
                    <a:pt x="2885175" y="2719364"/>
                    <a:pt x="2885175" y="2703174"/>
                  </a:cubicBezTo>
                  <a:cubicBezTo>
                    <a:pt x="2885175" y="2681586"/>
                    <a:pt x="2902675" y="2664086"/>
                    <a:pt x="2924263" y="2664086"/>
                  </a:cubicBezTo>
                  <a:close/>
                  <a:moveTo>
                    <a:pt x="1703410" y="2664086"/>
                  </a:moveTo>
                  <a:cubicBezTo>
                    <a:pt x="1724996" y="2664086"/>
                    <a:pt x="1742497" y="2681586"/>
                    <a:pt x="1742497" y="2703174"/>
                  </a:cubicBezTo>
                  <a:cubicBezTo>
                    <a:pt x="1742497" y="2719364"/>
                    <a:pt x="1732653" y="2733256"/>
                    <a:pt x="1718624" y="2739189"/>
                  </a:cubicBezTo>
                  <a:lnTo>
                    <a:pt x="1703646" y="2742213"/>
                  </a:lnTo>
                  <a:lnTo>
                    <a:pt x="1718624" y="2745237"/>
                  </a:lnTo>
                  <a:cubicBezTo>
                    <a:pt x="1732653" y="2751171"/>
                    <a:pt x="1742495" y="2765062"/>
                    <a:pt x="1742495" y="2781252"/>
                  </a:cubicBezTo>
                  <a:cubicBezTo>
                    <a:pt x="1742495" y="2802840"/>
                    <a:pt x="1724996" y="2820339"/>
                    <a:pt x="1703409" y="2820339"/>
                  </a:cubicBezTo>
                  <a:cubicBezTo>
                    <a:pt x="1681822" y="2820339"/>
                    <a:pt x="1664323" y="2802840"/>
                    <a:pt x="1664323" y="2781252"/>
                  </a:cubicBezTo>
                  <a:cubicBezTo>
                    <a:pt x="1664323" y="2765062"/>
                    <a:pt x="1674166" y="2751171"/>
                    <a:pt x="1688193" y="2745237"/>
                  </a:cubicBezTo>
                  <a:lnTo>
                    <a:pt x="1703173" y="2742213"/>
                  </a:lnTo>
                  <a:lnTo>
                    <a:pt x="1688194" y="2739189"/>
                  </a:lnTo>
                  <a:cubicBezTo>
                    <a:pt x="1674166" y="2733256"/>
                    <a:pt x="1664323" y="2719364"/>
                    <a:pt x="1664323" y="2703174"/>
                  </a:cubicBezTo>
                  <a:cubicBezTo>
                    <a:pt x="1664323" y="2681586"/>
                    <a:pt x="1681822" y="2664086"/>
                    <a:pt x="1703410" y="2664086"/>
                  </a:cubicBezTo>
                  <a:close/>
                  <a:moveTo>
                    <a:pt x="1419499" y="2664086"/>
                  </a:moveTo>
                  <a:cubicBezTo>
                    <a:pt x="1441086" y="2664086"/>
                    <a:pt x="1458586" y="2681586"/>
                    <a:pt x="1458586" y="2703174"/>
                  </a:cubicBezTo>
                  <a:cubicBezTo>
                    <a:pt x="1458586" y="2719364"/>
                    <a:pt x="1448742" y="2733256"/>
                    <a:pt x="1434713" y="2739189"/>
                  </a:cubicBezTo>
                  <a:lnTo>
                    <a:pt x="1419735" y="2742214"/>
                  </a:lnTo>
                  <a:lnTo>
                    <a:pt x="1434712" y="2745237"/>
                  </a:lnTo>
                  <a:cubicBezTo>
                    <a:pt x="1448741" y="2751171"/>
                    <a:pt x="1458584" y="2765062"/>
                    <a:pt x="1458584" y="2781252"/>
                  </a:cubicBezTo>
                  <a:cubicBezTo>
                    <a:pt x="1458584" y="2802840"/>
                    <a:pt x="1441084" y="2820339"/>
                    <a:pt x="1419497" y="2820339"/>
                  </a:cubicBezTo>
                  <a:cubicBezTo>
                    <a:pt x="1397909" y="2820339"/>
                    <a:pt x="1380409" y="2802840"/>
                    <a:pt x="1380409" y="2781252"/>
                  </a:cubicBezTo>
                  <a:cubicBezTo>
                    <a:pt x="1380409" y="2765062"/>
                    <a:pt x="1390253" y="2751171"/>
                    <a:pt x="1404282" y="2745237"/>
                  </a:cubicBezTo>
                  <a:lnTo>
                    <a:pt x="1419262" y="2742213"/>
                  </a:lnTo>
                  <a:lnTo>
                    <a:pt x="1404283" y="2739189"/>
                  </a:lnTo>
                  <a:cubicBezTo>
                    <a:pt x="1390254" y="2733256"/>
                    <a:pt x="1380411" y="2719364"/>
                    <a:pt x="1380411" y="2703174"/>
                  </a:cubicBezTo>
                  <a:cubicBezTo>
                    <a:pt x="1380411" y="2681586"/>
                    <a:pt x="1397910" y="2664086"/>
                    <a:pt x="1419499" y="2664086"/>
                  </a:cubicBezTo>
                  <a:close/>
                  <a:moveTo>
                    <a:pt x="1232585" y="2664086"/>
                  </a:moveTo>
                  <a:cubicBezTo>
                    <a:pt x="1254172" y="2664086"/>
                    <a:pt x="1271670" y="2681586"/>
                    <a:pt x="1271670" y="2703174"/>
                  </a:cubicBezTo>
                  <a:cubicBezTo>
                    <a:pt x="1271670" y="2719364"/>
                    <a:pt x="1261828" y="2733256"/>
                    <a:pt x="1247799" y="2739189"/>
                  </a:cubicBezTo>
                  <a:lnTo>
                    <a:pt x="1232822" y="2742213"/>
                  </a:lnTo>
                  <a:lnTo>
                    <a:pt x="1247798" y="2745237"/>
                  </a:lnTo>
                  <a:cubicBezTo>
                    <a:pt x="1261828" y="2751171"/>
                    <a:pt x="1271670" y="2765062"/>
                    <a:pt x="1271670" y="2781252"/>
                  </a:cubicBezTo>
                  <a:cubicBezTo>
                    <a:pt x="1271670" y="2802840"/>
                    <a:pt x="1254172" y="2820339"/>
                    <a:pt x="1232585" y="2820339"/>
                  </a:cubicBezTo>
                  <a:cubicBezTo>
                    <a:pt x="1210997" y="2820339"/>
                    <a:pt x="1193499" y="2802840"/>
                    <a:pt x="1193499" y="2781252"/>
                  </a:cubicBezTo>
                  <a:cubicBezTo>
                    <a:pt x="1193499" y="2765062"/>
                    <a:pt x="1203342" y="2751171"/>
                    <a:pt x="1217369" y="2745237"/>
                  </a:cubicBezTo>
                  <a:lnTo>
                    <a:pt x="1232349" y="2742213"/>
                  </a:lnTo>
                  <a:lnTo>
                    <a:pt x="1217369" y="2739189"/>
                  </a:lnTo>
                  <a:cubicBezTo>
                    <a:pt x="1203342" y="2733256"/>
                    <a:pt x="1193499" y="2719364"/>
                    <a:pt x="1193499" y="2703174"/>
                  </a:cubicBezTo>
                  <a:cubicBezTo>
                    <a:pt x="1193499" y="2681586"/>
                    <a:pt x="1210997" y="2664086"/>
                    <a:pt x="1232585" y="2664086"/>
                  </a:cubicBezTo>
                  <a:close/>
                  <a:moveTo>
                    <a:pt x="1045666" y="2664086"/>
                  </a:moveTo>
                  <a:cubicBezTo>
                    <a:pt x="1067253" y="2664086"/>
                    <a:pt x="1084754" y="2681586"/>
                    <a:pt x="1084754" y="2703174"/>
                  </a:cubicBezTo>
                  <a:cubicBezTo>
                    <a:pt x="1084754" y="2724761"/>
                    <a:pt x="1067253" y="2742261"/>
                    <a:pt x="1045666" y="2742261"/>
                  </a:cubicBezTo>
                  <a:cubicBezTo>
                    <a:pt x="1024080" y="2742261"/>
                    <a:pt x="1006580" y="2724761"/>
                    <a:pt x="1006580" y="2703174"/>
                  </a:cubicBezTo>
                  <a:cubicBezTo>
                    <a:pt x="1006580" y="2681586"/>
                    <a:pt x="1024080" y="2664086"/>
                    <a:pt x="1045666" y="2664086"/>
                  </a:cubicBezTo>
                  <a:close/>
                  <a:moveTo>
                    <a:pt x="3300455" y="2578910"/>
                  </a:moveTo>
                  <a:cubicBezTo>
                    <a:pt x="3322043" y="2578910"/>
                    <a:pt x="3339543" y="2596410"/>
                    <a:pt x="3339543" y="2617997"/>
                  </a:cubicBezTo>
                  <a:cubicBezTo>
                    <a:pt x="3339543" y="2639585"/>
                    <a:pt x="3322043" y="2657085"/>
                    <a:pt x="3300455" y="2657085"/>
                  </a:cubicBezTo>
                  <a:cubicBezTo>
                    <a:pt x="3278868" y="2657085"/>
                    <a:pt x="3261368" y="2639585"/>
                    <a:pt x="3261368" y="2617997"/>
                  </a:cubicBezTo>
                  <a:cubicBezTo>
                    <a:pt x="3261368" y="2596410"/>
                    <a:pt x="3278868" y="2578910"/>
                    <a:pt x="3300455" y="2578910"/>
                  </a:cubicBezTo>
                  <a:close/>
                  <a:moveTo>
                    <a:pt x="3205815" y="2578910"/>
                  </a:moveTo>
                  <a:cubicBezTo>
                    <a:pt x="3227403" y="2578910"/>
                    <a:pt x="3244903" y="2596410"/>
                    <a:pt x="3244903" y="2617997"/>
                  </a:cubicBezTo>
                  <a:cubicBezTo>
                    <a:pt x="3244903" y="2639585"/>
                    <a:pt x="3227403" y="2657085"/>
                    <a:pt x="3205815" y="2657085"/>
                  </a:cubicBezTo>
                  <a:cubicBezTo>
                    <a:pt x="3184228" y="2657085"/>
                    <a:pt x="3166728" y="2639585"/>
                    <a:pt x="3166728" y="2617997"/>
                  </a:cubicBezTo>
                  <a:cubicBezTo>
                    <a:pt x="3166728" y="2596410"/>
                    <a:pt x="3184228" y="2578910"/>
                    <a:pt x="3205815" y="2578910"/>
                  </a:cubicBezTo>
                  <a:close/>
                  <a:moveTo>
                    <a:pt x="3111175" y="2578910"/>
                  </a:moveTo>
                  <a:cubicBezTo>
                    <a:pt x="3132762" y="2578910"/>
                    <a:pt x="3150262" y="2596410"/>
                    <a:pt x="3150262" y="2617997"/>
                  </a:cubicBezTo>
                  <a:cubicBezTo>
                    <a:pt x="3150262" y="2639585"/>
                    <a:pt x="3132762" y="2657085"/>
                    <a:pt x="3111175" y="2657085"/>
                  </a:cubicBezTo>
                  <a:cubicBezTo>
                    <a:pt x="3089588" y="2657085"/>
                    <a:pt x="3072088" y="2639585"/>
                    <a:pt x="3072088" y="2617997"/>
                  </a:cubicBezTo>
                  <a:cubicBezTo>
                    <a:pt x="3072088" y="2596410"/>
                    <a:pt x="3089588" y="2578910"/>
                    <a:pt x="3111175" y="2578910"/>
                  </a:cubicBezTo>
                  <a:close/>
                  <a:moveTo>
                    <a:pt x="3018901" y="2578910"/>
                  </a:moveTo>
                  <a:cubicBezTo>
                    <a:pt x="3040488" y="2578910"/>
                    <a:pt x="3057988" y="2596410"/>
                    <a:pt x="3057988" y="2617997"/>
                  </a:cubicBezTo>
                  <a:cubicBezTo>
                    <a:pt x="3057988" y="2639585"/>
                    <a:pt x="3040488" y="2657085"/>
                    <a:pt x="3018901" y="2657085"/>
                  </a:cubicBezTo>
                  <a:cubicBezTo>
                    <a:pt x="2997313" y="2657085"/>
                    <a:pt x="2979813" y="2639585"/>
                    <a:pt x="2979813" y="2617997"/>
                  </a:cubicBezTo>
                  <a:cubicBezTo>
                    <a:pt x="2979813" y="2596410"/>
                    <a:pt x="2997313" y="2578910"/>
                    <a:pt x="3018901" y="2578910"/>
                  </a:cubicBezTo>
                  <a:close/>
                  <a:moveTo>
                    <a:pt x="2924262" y="2578910"/>
                  </a:moveTo>
                  <a:cubicBezTo>
                    <a:pt x="2945849" y="2578910"/>
                    <a:pt x="2963349" y="2596410"/>
                    <a:pt x="2963349" y="2617997"/>
                  </a:cubicBezTo>
                  <a:cubicBezTo>
                    <a:pt x="2963349" y="2639585"/>
                    <a:pt x="2945849" y="2657085"/>
                    <a:pt x="2924262" y="2657085"/>
                  </a:cubicBezTo>
                  <a:cubicBezTo>
                    <a:pt x="2902675" y="2657085"/>
                    <a:pt x="2885175" y="2639585"/>
                    <a:pt x="2885175" y="2617997"/>
                  </a:cubicBezTo>
                  <a:cubicBezTo>
                    <a:pt x="2885175" y="2596410"/>
                    <a:pt x="2902675" y="2578910"/>
                    <a:pt x="2924262" y="2578910"/>
                  </a:cubicBezTo>
                  <a:close/>
                  <a:moveTo>
                    <a:pt x="2831987" y="2578910"/>
                  </a:moveTo>
                  <a:cubicBezTo>
                    <a:pt x="2853574" y="2578910"/>
                    <a:pt x="2871074" y="2596410"/>
                    <a:pt x="2871074" y="2617997"/>
                  </a:cubicBezTo>
                  <a:cubicBezTo>
                    <a:pt x="2871074" y="2639585"/>
                    <a:pt x="2853574" y="2657085"/>
                    <a:pt x="2831987" y="2657085"/>
                  </a:cubicBezTo>
                  <a:cubicBezTo>
                    <a:pt x="2810400" y="2657085"/>
                    <a:pt x="2792900" y="2639585"/>
                    <a:pt x="2792900" y="2617997"/>
                  </a:cubicBezTo>
                  <a:cubicBezTo>
                    <a:pt x="2792900" y="2596410"/>
                    <a:pt x="2810400" y="2578910"/>
                    <a:pt x="2831987" y="2578910"/>
                  </a:cubicBezTo>
                  <a:close/>
                  <a:moveTo>
                    <a:pt x="1798047" y="2578910"/>
                  </a:moveTo>
                  <a:cubicBezTo>
                    <a:pt x="1819637" y="2578910"/>
                    <a:pt x="1837133" y="2596410"/>
                    <a:pt x="1837133" y="2617997"/>
                  </a:cubicBezTo>
                  <a:cubicBezTo>
                    <a:pt x="1837133" y="2639585"/>
                    <a:pt x="1819637" y="2657085"/>
                    <a:pt x="1798047" y="2657085"/>
                  </a:cubicBezTo>
                  <a:cubicBezTo>
                    <a:pt x="1776460" y="2657085"/>
                    <a:pt x="1758959" y="2639585"/>
                    <a:pt x="1758959" y="2617997"/>
                  </a:cubicBezTo>
                  <a:cubicBezTo>
                    <a:pt x="1758959" y="2596410"/>
                    <a:pt x="1776460" y="2578910"/>
                    <a:pt x="1798047" y="2578910"/>
                  </a:cubicBezTo>
                  <a:close/>
                  <a:moveTo>
                    <a:pt x="1703409" y="2578910"/>
                  </a:moveTo>
                  <a:cubicBezTo>
                    <a:pt x="1724994" y="2578910"/>
                    <a:pt x="1742497" y="2596410"/>
                    <a:pt x="1742497" y="2617997"/>
                  </a:cubicBezTo>
                  <a:cubicBezTo>
                    <a:pt x="1742497" y="2639585"/>
                    <a:pt x="1724994" y="2657085"/>
                    <a:pt x="1703409" y="2657085"/>
                  </a:cubicBezTo>
                  <a:cubicBezTo>
                    <a:pt x="1681822" y="2657085"/>
                    <a:pt x="1664323" y="2639585"/>
                    <a:pt x="1664323" y="2617997"/>
                  </a:cubicBezTo>
                  <a:cubicBezTo>
                    <a:pt x="1664323" y="2596410"/>
                    <a:pt x="1681822" y="2578910"/>
                    <a:pt x="1703409" y="2578910"/>
                  </a:cubicBezTo>
                  <a:close/>
                  <a:moveTo>
                    <a:pt x="1611131" y="2578910"/>
                  </a:moveTo>
                  <a:cubicBezTo>
                    <a:pt x="1632719" y="2578910"/>
                    <a:pt x="1650221" y="2596410"/>
                    <a:pt x="1650221" y="2617997"/>
                  </a:cubicBezTo>
                  <a:cubicBezTo>
                    <a:pt x="1650221" y="2639585"/>
                    <a:pt x="1632719" y="2657085"/>
                    <a:pt x="1611131" y="2657085"/>
                  </a:cubicBezTo>
                  <a:cubicBezTo>
                    <a:pt x="1589557" y="2657085"/>
                    <a:pt x="1572058" y="2639585"/>
                    <a:pt x="1572058" y="2617997"/>
                  </a:cubicBezTo>
                  <a:cubicBezTo>
                    <a:pt x="1572058" y="2596410"/>
                    <a:pt x="1589557" y="2578910"/>
                    <a:pt x="1611131" y="2578910"/>
                  </a:cubicBezTo>
                  <a:close/>
                  <a:moveTo>
                    <a:pt x="1516504" y="2578910"/>
                  </a:moveTo>
                  <a:cubicBezTo>
                    <a:pt x="1538092" y="2578910"/>
                    <a:pt x="1555592" y="2596410"/>
                    <a:pt x="1555592" y="2617997"/>
                  </a:cubicBezTo>
                  <a:cubicBezTo>
                    <a:pt x="1555592" y="2639585"/>
                    <a:pt x="1538092" y="2657085"/>
                    <a:pt x="1516504" y="2657085"/>
                  </a:cubicBezTo>
                  <a:cubicBezTo>
                    <a:pt x="1494917" y="2657085"/>
                    <a:pt x="1477417" y="2639585"/>
                    <a:pt x="1477417" y="2617997"/>
                  </a:cubicBezTo>
                  <a:cubicBezTo>
                    <a:pt x="1477417" y="2596410"/>
                    <a:pt x="1494917" y="2578910"/>
                    <a:pt x="1516504" y="2578910"/>
                  </a:cubicBezTo>
                  <a:close/>
                  <a:moveTo>
                    <a:pt x="1419499" y="2578910"/>
                  </a:moveTo>
                  <a:cubicBezTo>
                    <a:pt x="1441086" y="2578910"/>
                    <a:pt x="1458586" y="2596410"/>
                    <a:pt x="1458586" y="2617997"/>
                  </a:cubicBezTo>
                  <a:cubicBezTo>
                    <a:pt x="1458586" y="2639585"/>
                    <a:pt x="1441086" y="2657085"/>
                    <a:pt x="1419499" y="2657085"/>
                  </a:cubicBezTo>
                  <a:cubicBezTo>
                    <a:pt x="1397910" y="2657085"/>
                    <a:pt x="1380410" y="2639585"/>
                    <a:pt x="1380410" y="2617997"/>
                  </a:cubicBezTo>
                  <a:cubicBezTo>
                    <a:pt x="1380410" y="2596410"/>
                    <a:pt x="1397910" y="2578910"/>
                    <a:pt x="1419499" y="2578910"/>
                  </a:cubicBezTo>
                  <a:close/>
                  <a:moveTo>
                    <a:pt x="1329590" y="2578910"/>
                  </a:moveTo>
                  <a:cubicBezTo>
                    <a:pt x="1351176" y="2578910"/>
                    <a:pt x="1368677" y="2596410"/>
                    <a:pt x="1368677" y="2617997"/>
                  </a:cubicBezTo>
                  <a:cubicBezTo>
                    <a:pt x="1368677" y="2639585"/>
                    <a:pt x="1351176" y="2657085"/>
                    <a:pt x="1329590" y="2657085"/>
                  </a:cubicBezTo>
                  <a:cubicBezTo>
                    <a:pt x="1308004" y="2657085"/>
                    <a:pt x="1290504" y="2639585"/>
                    <a:pt x="1290504" y="2617997"/>
                  </a:cubicBezTo>
                  <a:cubicBezTo>
                    <a:pt x="1290504" y="2596410"/>
                    <a:pt x="1308004" y="2578910"/>
                    <a:pt x="1329590" y="2578910"/>
                  </a:cubicBezTo>
                  <a:close/>
                  <a:moveTo>
                    <a:pt x="1232588" y="2578910"/>
                  </a:moveTo>
                  <a:cubicBezTo>
                    <a:pt x="1254175" y="2578910"/>
                    <a:pt x="1271672" y="2596410"/>
                    <a:pt x="1271672" y="2617997"/>
                  </a:cubicBezTo>
                  <a:cubicBezTo>
                    <a:pt x="1271672" y="2639585"/>
                    <a:pt x="1254175" y="2657085"/>
                    <a:pt x="1232588" y="2657085"/>
                  </a:cubicBezTo>
                  <a:cubicBezTo>
                    <a:pt x="1211000" y="2657085"/>
                    <a:pt x="1193502" y="2639585"/>
                    <a:pt x="1193502" y="2617997"/>
                  </a:cubicBezTo>
                  <a:cubicBezTo>
                    <a:pt x="1193502" y="2596410"/>
                    <a:pt x="1211000" y="2578910"/>
                    <a:pt x="1232588" y="2578910"/>
                  </a:cubicBezTo>
                  <a:close/>
                  <a:moveTo>
                    <a:pt x="1142677" y="2578910"/>
                  </a:moveTo>
                  <a:cubicBezTo>
                    <a:pt x="1164265" y="2578910"/>
                    <a:pt x="1181764" y="2596410"/>
                    <a:pt x="1181764" y="2617997"/>
                  </a:cubicBezTo>
                  <a:cubicBezTo>
                    <a:pt x="1181764" y="2639585"/>
                    <a:pt x="1164265" y="2657085"/>
                    <a:pt x="1142677" y="2657085"/>
                  </a:cubicBezTo>
                  <a:cubicBezTo>
                    <a:pt x="1121088" y="2657085"/>
                    <a:pt x="1103588" y="2639585"/>
                    <a:pt x="1103588" y="2617997"/>
                  </a:cubicBezTo>
                  <a:cubicBezTo>
                    <a:pt x="1103588" y="2596410"/>
                    <a:pt x="1121088" y="2578910"/>
                    <a:pt x="1142677" y="2578910"/>
                  </a:cubicBezTo>
                  <a:close/>
                  <a:moveTo>
                    <a:pt x="1045667" y="2578910"/>
                  </a:moveTo>
                  <a:cubicBezTo>
                    <a:pt x="1067254" y="2578910"/>
                    <a:pt x="1084755" y="2596410"/>
                    <a:pt x="1084755" y="2617997"/>
                  </a:cubicBezTo>
                  <a:cubicBezTo>
                    <a:pt x="1084755" y="2639585"/>
                    <a:pt x="1067254" y="2657085"/>
                    <a:pt x="1045667" y="2657085"/>
                  </a:cubicBezTo>
                  <a:cubicBezTo>
                    <a:pt x="1024081" y="2657085"/>
                    <a:pt x="1006581" y="2639585"/>
                    <a:pt x="1006581" y="2617997"/>
                  </a:cubicBezTo>
                  <a:cubicBezTo>
                    <a:pt x="1006581" y="2596410"/>
                    <a:pt x="1024081" y="2578910"/>
                    <a:pt x="1045667" y="2578910"/>
                  </a:cubicBezTo>
                  <a:close/>
                  <a:moveTo>
                    <a:pt x="3300455" y="2486637"/>
                  </a:moveTo>
                  <a:cubicBezTo>
                    <a:pt x="3322043" y="2486637"/>
                    <a:pt x="3339543" y="2504137"/>
                    <a:pt x="3339543" y="2525724"/>
                  </a:cubicBezTo>
                  <a:cubicBezTo>
                    <a:pt x="3339543" y="2547311"/>
                    <a:pt x="3322043" y="2564811"/>
                    <a:pt x="3300455" y="2564811"/>
                  </a:cubicBezTo>
                  <a:cubicBezTo>
                    <a:pt x="3278868" y="2564811"/>
                    <a:pt x="3261368" y="2547311"/>
                    <a:pt x="3261368" y="2525724"/>
                  </a:cubicBezTo>
                  <a:cubicBezTo>
                    <a:pt x="3261368" y="2504137"/>
                    <a:pt x="3278868" y="2486637"/>
                    <a:pt x="3300455" y="2486637"/>
                  </a:cubicBezTo>
                  <a:close/>
                  <a:moveTo>
                    <a:pt x="3205815" y="2486637"/>
                  </a:moveTo>
                  <a:cubicBezTo>
                    <a:pt x="3227403" y="2486637"/>
                    <a:pt x="3244903" y="2504137"/>
                    <a:pt x="3244903" y="2525724"/>
                  </a:cubicBezTo>
                  <a:cubicBezTo>
                    <a:pt x="3244903" y="2547311"/>
                    <a:pt x="3227403" y="2564811"/>
                    <a:pt x="3205815" y="2564811"/>
                  </a:cubicBezTo>
                  <a:cubicBezTo>
                    <a:pt x="3184228" y="2564811"/>
                    <a:pt x="3166728" y="2547311"/>
                    <a:pt x="3166728" y="2525724"/>
                  </a:cubicBezTo>
                  <a:cubicBezTo>
                    <a:pt x="3166728" y="2504137"/>
                    <a:pt x="3184228" y="2486637"/>
                    <a:pt x="3205815" y="2486637"/>
                  </a:cubicBezTo>
                  <a:close/>
                  <a:moveTo>
                    <a:pt x="3111175" y="2486637"/>
                  </a:moveTo>
                  <a:cubicBezTo>
                    <a:pt x="3132762" y="2486637"/>
                    <a:pt x="3150262" y="2504137"/>
                    <a:pt x="3150262" y="2525724"/>
                  </a:cubicBezTo>
                  <a:cubicBezTo>
                    <a:pt x="3150262" y="2547311"/>
                    <a:pt x="3132762" y="2564811"/>
                    <a:pt x="3111175" y="2564811"/>
                  </a:cubicBezTo>
                  <a:cubicBezTo>
                    <a:pt x="3089588" y="2564811"/>
                    <a:pt x="3072088" y="2547311"/>
                    <a:pt x="3072088" y="2525724"/>
                  </a:cubicBezTo>
                  <a:cubicBezTo>
                    <a:pt x="3072088" y="2504137"/>
                    <a:pt x="3089588" y="2486637"/>
                    <a:pt x="3111175" y="2486637"/>
                  </a:cubicBezTo>
                  <a:close/>
                  <a:moveTo>
                    <a:pt x="3018901" y="2486637"/>
                  </a:moveTo>
                  <a:cubicBezTo>
                    <a:pt x="3040488" y="2486637"/>
                    <a:pt x="3057988" y="2504137"/>
                    <a:pt x="3057988" y="2525724"/>
                  </a:cubicBezTo>
                  <a:cubicBezTo>
                    <a:pt x="3057988" y="2547311"/>
                    <a:pt x="3040488" y="2564811"/>
                    <a:pt x="3018901" y="2564811"/>
                  </a:cubicBezTo>
                  <a:cubicBezTo>
                    <a:pt x="2997313" y="2564811"/>
                    <a:pt x="2979813" y="2547311"/>
                    <a:pt x="2979813" y="2525724"/>
                  </a:cubicBezTo>
                  <a:cubicBezTo>
                    <a:pt x="2979813" y="2504137"/>
                    <a:pt x="2997313" y="2486637"/>
                    <a:pt x="3018901" y="2486637"/>
                  </a:cubicBezTo>
                  <a:close/>
                  <a:moveTo>
                    <a:pt x="2924262" y="2486637"/>
                  </a:moveTo>
                  <a:cubicBezTo>
                    <a:pt x="2945849" y="2486637"/>
                    <a:pt x="2963349" y="2504137"/>
                    <a:pt x="2963349" y="2525724"/>
                  </a:cubicBezTo>
                  <a:cubicBezTo>
                    <a:pt x="2963349" y="2547311"/>
                    <a:pt x="2945849" y="2564811"/>
                    <a:pt x="2924262" y="2564811"/>
                  </a:cubicBezTo>
                  <a:cubicBezTo>
                    <a:pt x="2902675" y="2564811"/>
                    <a:pt x="2885175" y="2547311"/>
                    <a:pt x="2885175" y="2525724"/>
                  </a:cubicBezTo>
                  <a:cubicBezTo>
                    <a:pt x="2885175" y="2504137"/>
                    <a:pt x="2902675" y="2486637"/>
                    <a:pt x="2924262" y="2486637"/>
                  </a:cubicBezTo>
                  <a:close/>
                  <a:moveTo>
                    <a:pt x="2831987" y="2486637"/>
                  </a:moveTo>
                  <a:cubicBezTo>
                    <a:pt x="2853574" y="2486637"/>
                    <a:pt x="2871074" y="2504137"/>
                    <a:pt x="2871074" y="2525724"/>
                  </a:cubicBezTo>
                  <a:cubicBezTo>
                    <a:pt x="2871074" y="2547311"/>
                    <a:pt x="2853574" y="2564811"/>
                    <a:pt x="2831987" y="2564811"/>
                  </a:cubicBezTo>
                  <a:cubicBezTo>
                    <a:pt x="2810400" y="2564811"/>
                    <a:pt x="2792900" y="2547311"/>
                    <a:pt x="2792900" y="2525724"/>
                  </a:cubicBezTo>
                  <a:cubicBezTo>
                    <a:pt x="2792900" y="2504137"/>
                    <a:pt x="2810400" y="2486637"/>
                    <a:pt x="2831987" y="2486637"/>
                  </a:cubicBezTo>
                  <a:close/>
                  <a:moveTo>
                    <a:pt x="1798047" y="2486637"/>
                  </a:moveTo>
                  <a:cubicBezTo>
                    <a:pt x="1819637" y="2486637"/>
                    <a:pt x="1837133" y="2504137"/>
                    <a:pt x="1837133" y="2525724"/>
                  </a:cubicBezTo>
                  <a:cubicBezTo>
                    <a:pt x="1837133" y="2547311"/>
                    <a:pt x="1819637" y="2564811"/>
                    <a:pt x="1798047" y="2564811"/>
                  </a:cubicBezTo>
                  <a:cubicBezTo>
                    <a:pt x="1776460" y="2564811"/>
                    <a:pt x="1758962" y="2547311"/>
                    <a:pt x="1758962" y="2525724"/>
                  </a:cubicBezTo>
                  <a:cubicBezTo>
                    <a:pt x="1758962" y="2504137"/>
                    <a:pt x="1776460" y="2486637"/>
                    <a:pt x="1798047" y="2486637"/>
                  </a:cubicBezTo>
                  <a:close/>
                  <a:moveTo>
                    <a:pt x="1703410" y="2486637"/>
                  </a:moveTo>
                  <a:cubicBezTo>
                    <a:pt x="1724996" y="2486637"/>
                    <a:pt x="1742497" y="2504137"/>
                    <a:pt x="1742497" y="2525724"/>
                  </a:cubicBezTo>
                  <a:cubicBezTo>
                    <a:pt x="1742497" y="2547311"/>
                    <a:pt x="1724996" y="2564811"/>
                    <a:pt x="1703410" y="2564811"/>
                  </a:cubicBezTo>
                  <a:cubicBezTo>
                    <a:pt x="1681822" y="2564811"/>
                    <a:pt x="1664323" y="2547311"/>
                    <a:pt x="1664323" y="2525724"/>
                  </a:cubicBezTo>
                  <a:cubicBezTo>
                    <a:pt x="1664323" y="2504137"/>
                    <a:pt x="1681822" y="2486637"/>
                    <a:pt x="1703410" y="2486637"/>
                  </a:cubicBezTo>
                  <a:close/>
                  <a:moveTo>
                    <a:pt x="1611133" y="2486637"/>
                  </a:moveTo>
                  <a:cubicBezTo>
                    <a:pt x="1632721" y="2486637"/>
                    <a:pt x="1650221" y="2504137"/>
                    <a:pt x="1650221" y="2525724"/>
                  </a:cubicBezTo>
                  <a:cubicBezTo>
                    <a:pt x="1650221" y="2547311"/>
                    <a:pt x="1632721" y="2564811"/>
                    <a:pt x="1611133" y="2564811"/>
                  </a:cubicBezTo>
                  <a:cubicBezTo>
                    <a:pt x="1589559" y="2564811"/>
                    <a:pt x="1572059" y="2547311"/>
                    <a:pt x="1572059" y="2525724"/>
                  </a:cubicBezTo>
                  <a:cubicBezTo>
                    <a:pt x="1572059" y="2504137"/>
                    <a:pt x="1589559" y="2486637"/>
                    <a:pt x="1611133" y="2486637"/>
                  </a:cubicBezTo>
                  <a:close/>
                  <a:moveTo>
                    <a:pt x="1516507" y="2486637"/>
                  </a:moveTo>
                  <a:cubicBezTo>
                    <a:pt x="1538093" y="2486637"/>
                    <a:pt x="1555594" y="2504137"/>
                    <a:pt x="1555594" y="2525724"/>
                  </a:cubicBezTo>
                  <a:cubicBezTo>
                    <a:pt x="1555594" y="2547311"/>
                    <a:pt x="1538093" y="2564811"/>
                    <a:pt x="1516507" y="2564811"/>
                  </a:cubicBezTo>
                  <a:cubicBezTo>
                    <a:pt x="1494919" y="2564811"/>
                    <a:pt x="1477419" y="2547311"/>
                    <a:pt x="1477419" y="2525724"/>
                  </a:cubicBezTo>
                  <a:cubicBezTo>
                    <a:pt x="1477419" y="2504137"/>
                    <a:pt x="1494919" y="2486637"/>
                    <a:pt x="1516507" y="2486637"/>
                  </a:cubicBezTo>
                  <a:close/>
                  <a:moveTo>
                    <a:pt x="1419502" y="2486637"/>
                  </a:moveTo>
                  <a:cubicBezTo>
                    <a:pt x="1441088" y="2486637"/>
                    <a:pt x="1458588" y="2504137"/>
                    <a:pt x="1458588" y="2525724"/>
                  </a:cubicBezTo>
                  <a:cubicBezTo>
                    <a:pt x="1458588" y="2547311"/>
                    <a:pt x="1441088" y="2564811"/>
                    <a:pt x="1419502" y="2564811"/>
                  </a:cubicBezTo>
                  <a:cubicBezTo>
                    <a:pt x="1397913" y="2564811"/>
                    <a:pt x="1380412" y="2547311"/>
                    <a:pt x="1380412" y="2525724"/>
                  </a:cubicBezTo>
                  <a:cubicBezTo>
                    <a:pt x="1380412" y="2504137"/>
                    <a:pt x="1397913" y="2486637"/>
                    <a:pt x="1419502" y="2486637"/>
                  </a:cubicBezTo>
                  <a:close/>
                  <a:moveTo>
                    <a:pt x="1329592" y="2486637"/>
                  </a:moveTo>
                  <a:cubicBezTo>
                    <a:pt x="1351178" y="2486637"/>
                    <a:pt x="1368679" y="2504137"/>
                    <a:pt x="1368679" y="2525724"/>
                  </a:cubicBezTo>
                  <a:cubicBezTo>
                    <a:pt x="1368679" y="2547311"/>
                    <a:pt x="1351178" y="2564811"/>
                    <a:pt x="1329592" y="2564811"/>
                  </a:cubicBezTo>
                  <a:cubicBezTo>
                    <a:pt x="1308006" y="2564811"/>
                    <a:pt x="1290506" y="2547311"/>
                    <a:pt x="1290506" y="2525724"/>
                  </a:cubicBezTo>
                  <a:cubicBezTo>
                    <a:pt x="1290506" y="2504137"/>
                    <a:pt x="1308006" y="2486637"/>
                    <a:pt x="1329592" y="2486637"/>
                  </a:cubicBezTo>
                  <a:close/>
                  <a:moveTo>
                    <a:pt x="1232589" y="2486637"/>
                  </a:moveTo>
                  <a:cubicBezTo>
                    <a:pt x="1254178" y="2486637"/>
                    <a:pt x="1271673" y="2504137"/>
                    <a:pt x="1271673" y="2525724"/>
                  </a:cubicBezTo>
                  <a:cubicBezTo>
                    <a:pt x="1271673" y="2547311"/>
                    <a:pt x="1254178" y="2564811"/>
                    <a:pt x="1232589" y="2564811"/>
                  </a:cubicBezTo>
                  <a:cubicBezTo>
                    <a:pt x="1211001" y="2564811"/>
                    <a:pt x="1193504" y="2547311"/>
                    <a:pt x="1193504" y="2525724"/>
                  </a:cubicBezTo>
                  <a:cubicBezTo>
                    <a:pt x="1193504" y="2504137"/>
                    <a:pt x="1211001" y="2486637"/>
                    <a:pt x="1232589" y="2486637"/>
                  </a:cubicBezTo>
                  <a:close/>
                  <a:moveTo>
                    <a:pt x="1142679" y="2486637"/>
                  </a:moveTo>
                  <a:cubicBezTo>
                    <a:pt x="1164267" y="2486637"/>
                    <a:pt x="1181766" y="2504137"/>
                    <a:pt x="1181766" y="2525724"/>
                  </a:cubicBezTo>
                  <a:cubicBezTo>
                    <a:pt x="1181766" y="2547311"/>
                    <a:pt x="1164267" y="2564811"/>
                    <a:pt x="1142679" y="2564811"/>
                  </a:cubicBezTo>
                  <a:cubicBezTo>
                    <a:pt x="1121091" y="2564811"/>
                    <a:pt x="1103589" y="2547311"/>
                    <a:pt x="1103589" y="2525724"/>
                  </a:cubicBezTo>
                  <a:cubicBezTo>
                    <a:pt x="1103589" y="2504137"/>
                    <a:pt x="1121091" y="2486637"/>
                    <a:pt x="1142679" y="2486637"/>
                  </a:cubicBezTo>
                  <a:close/>
                  <a:moveTo>
                    <a:pt x="1045669" y="2486637"/>
                  </a:moveTo>
                  <a:cubicBezTo>
                    <a:pt x="1067255" y="2486637"/>
                    <a:pt x="1084757" y="2504137"/>
                    <a:pt x="1084757" y="2525724"/>
                  </a:cubicBezTo>
                  <a:cubicBezTo>
                    <a:pt x="1084757" y="2547311"/>
                    <a:pt x="1067255" y="2564811"/>
                    <a:pt x="1045669" y="2564811"/>
                  </a:cubicBezTo>
                  <a:cubicBezTo>
                    <a:pt x="1024083" y="2564811"/>
                    <a:pt x="1006583" y="2547311"/>
                    <a:pt x="1006583" y="2525724"/>
                  </a:cubicBezTo>
                  <a:cubicBezTo>
                    <a:pt x="1006583" y="2504137"/>
                    <a:pt x="1024083" y="2486637"/>
                    <a:pt x="1045669" y="2486637"/>
                  </a:cubicBezTo>
                  <a:close/>
                  <a:moveTo>
                    <a:pt x="951032" y="2486637"/>
                  </a:moveTo>
                  <a:cubicBezTo>
                    <a:pt x="972619" y="2486637"/>
                    <a:pt x="990118" y="2504137"/>
                    <a:pt x="990118" y="2525724"/>
                  </a:cubicBezTo>
                  <a:cubicBezTo>
                    <a:pt x="990118" y="2547311"/>
                    <a:pt x="972619" y="2564811"/>
                    <a:pt x="951032" y="2564811"/>
                  </a:cubicBezTo>
                  <a:cubicBezTo>
                    <a:pt x="929446" y="2564811"/>
                    <a:pt x="911947" y="2547311"/>
                    <a:pt x="911947" y="2525724"/>
                  </a:cubicBezTo>
                  <a:cubicBezTo>
                    <a:pt x="911947" y="2504137"/>
                    <a:pt x="929446" y="2486637"/>
                    <a:pt x="951032" y="2486637"/>
                  </a:cubicBezTo>
                  <a:close/>
                  <a:moveTo>
                    <a:pt x="3392730" y="2401461"/>
                  </a:moveTo>
                  <a:cubicBezTo>
                    <a:pt x="3414317" y="2401461"/>
                    <a:pt x="3431817" y="2418961"/>
                    <a:pt x="3431817" y="2440548"/>
                  </a:cubicBezTo>
                  <a:cubicBezTo>
                    <a:pt x="3431817" y="2462135"/>
                    <a:pt x="3414317" y="2479635"/>
                    <a:pt x="3392730" y="2479635"/>
                  </a:cubicBezTo>
                  <a:cubicBezTo>
                    <a:pt x="3371143" y="2479635"/>
                    <a:pt x="3353643" y="2462135"/>
                    <a:pt x="3353643" y="2440548"/>
                  </a:cubicBezTo>
                  <a:cubicBezTo>
                    <a:pt x="3353643" y="2418961"/>
                    <a:pt x="3371143" y="2401461"/>
                    <a:pt x="3392730" y="2401461"/>
                  </a:cubicBezTo>
                  <a:close/>
                  <a:moveTo>
                    <a:pt x="3300455" y="2401461"/>
                  </a:moveTo>
                  <a:cubicBezTo>
                    <a:pt x="3322043" y="2401461"/>
                    <a:pt x="3339543" y="2418961"/>
                    <a:pt x="3339543" y="2440548"/>
                  </a:cubicBezTo>
                  <a:cubicBezTo>
                    <a:pt x="3339543" y="2462135"/>
                    <a:pt x="3322043" y="2479635"/>
                    <a:pt x="3300455" y="2479635"/>
                  </a:cubicBezTo>
                  <a:cubicBezTo>
                    <a:pt x="3278868" y="2479635"/>
                    <a:pt x="3261368" y="2462135"/>
                    <a:pt x="3261368" y="2440548"/>
                  </a:cubicBezTo>
                  <a:cubicBezTo>
                    <a:pt x="3261368" y="2418961"/>
                    <a:pt x="3278868" y="2401461"/>
                    <a:pt x="3300455" y="2401461"/>
                  </a:cubicBezTo>
                  <a:close/>
                  <a:moveTo>
                    <a:pt x="3205815" y="2401461"/>
                  </a:moveTo>
                  <a:cubicBezTo>
                    <a:pt x="3227403" y="2401461"/>
                    <a:pt x="3244903" y="2418961"/>
                    <a:pt x="3244903" y="2440548"/>
                  </a:cubicBezTo>
                  <a:cubicBezTo>
                    <a:pt x="3244903" y="2462135"/>
                    <a:pt x="3227403" y="2479635"/>
                    <a:pt x="3205815" y="2479635"/>
                  </a:cubicBezTo>
                  <a:cubicBezTo>
                    <a:pt x="3184228" y="2479635"/>
                    <a:pt x="3166728" y="2462135"/>
                    <a:pt x="3166728" y="2440548"/>
                  </a:cubicBezTo>
                  <a:cubicBezTo>
                    <a:pt x="3166728" y="2418961"/>
                    <a:pt x="3184228" y="2401461"/>
                    <a:pt x="3205815" y="2401461"/>
                  </a:cubicBezTo>
                  <a:close/>
                  <a:moveTo>
                    <a:pt x="3111175" y="2401461"/>
                  </a:moveTo>
                  <a:cubicBezTo>
                    <a:pt x="3132762" y="2401461"/>
                    <a:pt x="3150262" y="2418961"/>
                    <a:pt x="3150262" y="2440548"/>
                  </a:cubicBezTo>
                  <a:cubicBezTo>
                    <a:pt x="3150262" y="2462135"/>
                    <a:pt x="3132762" y="2479635"/>
                    <a:pt x="3111175" y="2479635"/>
                  </a:cubicBezTo>
                  <a:cubicBezTo>
                    <a:pt x="3089588" y="2479635"/>
                    <a:pt x="3072088" y="2462135"/>
                    <a:pt x="3072088" y="2440548"/>
                  </a:cubicBezTo>
                  <a:cubicBezTo>
                    <a:pt x="3072088" y="2418961"/>
                    <a:pt x="3089588" y="2401461"/>
                    <a:pt x="3111175" y="2401461"/>
                  </a:cubicBezTo>
                  <a:close/>
                  <a:moveTo>
                    <a:pt x="3018901" y="2401461"/>
                  </a:moveTo>
                  <a:cubicBezTo>
                    <a:pt x="3040488" y="2401461"/>
                    <a:pt x="3057988" y="2418961"/>
                    <a:pt x="3057988" y="2440548"/>
                  </a:cubicBezTo>
                  <a:cubicBezTo>
                    <a:pt x="3057988" y="2462135"/>
                    <a:pt x="3040488" y="2479635"/>
                    <a:pt x="3018901" y="2479635"/>
                  </a:cubicBezTo>
                  <a:cubicBezTo>
                    <a:pt x="2997313" y="2479635"/>
                    <a:pt x="2979813" y="2462135"/>
                    <a:pt x="2979813" y="2440548"/>
                  </a:cubicBezTo>
                  <a:cubicBezTo>
                    <a:pt x="2979813" y="2418961"/>
                    <a:pt x="2997313" y="2401461"/>
                    <a:pt x="3018901" y="2401461"/>
                  </a:cubicBezTo>
                  <a:close/>
                  <a:moveTo>
                    <a:pt x="2924262" y="2401461"/>
                  </a:moveTo>
                  <a:cubicBezTo>
                    <a:pt x="2945849" y="2401461"/>
                    <a:pt x="2963349" y="2418961"/>
                    <a:pt x="2963349" y="2440548"/>
                  </a:cubicBezTo>
                  <a:cubicBezTo>
                    <a:pt x="2963349" y="2462135"/>
                    <a:pt x="2945849" y="2479635"/>
                    <a:pt x="2924262" y="2479635"/>
                  </a:cubicBezTo>
                  <a:cubicBezTo>
                    <a:pt x="2902675" y="2479635"/>
                    <a:pt x="2885175" y="2462135"/>
                    <a:pt x="2885175" y="2440548"/>
                  </a:cubicBezTo>
                  <a:cubicBezTo>
                    <a:pt x="2885175" y="2418961"/>
                    <a:pt x="2902675" y="2401461"/>
                    <a:pt x="2924262" y="2401461"/>
                  </a:cubicBezTo>
                  <a:close/>
                  <a:moveTo>
                    <a:pt x="2831987" y="2401461"/>
                  </a:moveTo>
                  <a:cubicBezTo>
                    <a:pt x="2853574" y="2401461"/>
                    <a:pt x="2871074" y="2418961"/>
                    <a:pt x="2871074" y="2440548"/>
                  </a:cubicBezTo>
                  <a:cubicBezTo>
                    <a:pt x="2871074" y="2462135"/>
                    <a:pt x="2853574" y="2479635"/>
                    <a:pt x="2831987" y="2479635"/>
                  </a:cubicBezTo>
                  <a:cubicBezTo>
                    <a:pt x="2810400" y="2479635"/>
                    <a:pt x="2792900" y="2462135"/>
                    <a:pt x="2792900" y="2440548"/>
                  </a:cubicBezTo>
                  <a:cubicBezTo>
                    <a:pt x="2792900" y="2418961"/>
                    <a:pt x="2810400" y="2401461"/>
                    <a:pt x="2831987" y="2401461"/>
                  </a:cubicBezTo>
                  <a:close/>
                  <a:moveTo>
                    <a:pt x="2737353" y="2401461"/>
                  </a:moveTo>
                  <a:cubicBezTo>
                    <a:pt x="2758934" y="2401461"/>
                    <a:pt x="2776434" y="2418961"/>
                    <a:pt x="2776434" y="2440548"/>
                  </a:cubicBezTo>
                  <a:cubicBezTo>
                    <a:pt x="2776434" y="2462135"/>
                    <a:pt x="2758934" y="2479635"/>
                    <a:pt x="2737353" y="2479635"/>
                  </a:cubicBezTo>
                  <a:cubicBezTo>
                    <a:pt x="2715763" y="2479635"/>
                    <a:pt x="2698263" y="2462135"/>
                    <a:pt x="2698263" y="2440548"/>
                  </a:cubicBezTo>
                  <a:cubicBezTo>
                    <a:pt x="2698263" y="2418961"/>
                    <a:pt x="2715763" y="2401461"/>
                    <a:pt x="2737353" y="2401461"/>
                  </a:cubicBezTo>
                  <a:close/>
                  <a:moveTo>
                    <a:pt x="1611133" y="2401461"/>
                  </a:moveTo>
                  <a:cubicBezTo>
                    <a:pt x="1632721" y="2401461"/>
                    <a:pt x="1650223" y="2418961"/>
                    <a:pt x="1650223" y="2440548"/>
                  </a:cubicBezTo>
                  <a:cubicBezTo>
                    <a:pt x="1650223" y="2462135"/>
                    <a:pt x="1632721" y="2479635"/>
                    <a:pt x="1611133" y="2479635"/>
                  </a:cubicBezTo>
                  <a:cubicBezTo>
                    <a:pt x="1589561" y="2479635"/>
                    <a:pt x="1572061" y="2462135"/>
                    <a:pt x="1572061" y="2440548"/>
                  </a:cubicBezTo>
                  <a:cubicBezTo>
                    <a:pt x="1572061" y="2418961"/>
                    <a:pt x="1589561" y="2401461"/>
                    <a:pt x="1611133" y="2401461"/>
                  </a:cubicBezTo>
                  <a:close/>
                  <a:moveTo>
                    <a:pt x="1516509" y="2401461"/>
                  </a:moveTo>
                  <a:cubicBezTo>
                    <a:pt x="1538095" y="2401461"/>
                    <a:pt x="1555596" y="2418961"/>
                    <a:pt x="1555596" y="2440548"/>
                  </a:cubicBezTo>
                  <a:cubicBezTo>
                    <a:pt x="1555596" y="2462135"/>
                    <a:pt x="1538095" y="2479635"/>
                    <a:pt x="1516509" y="2479635"/>
                  </a:cubicBezTo>
                  <a:cubicBezTo>
                    <a:pt x="1494921" y="2479635"/>
                    <a:pt x="1477421" y="2462135"/>
                    <a:pt x="1477421" y="2440548"/>
                  </a:cubicBezTo>
                  <a:cubicBezTo>
                    <a:pt x="1477421" y="2418961"/>
                    <a:pt x="1494921" y="2401461"/>
                    <a:pt x="1516509" y="2401461"/>
                  </a:cubicBezTo>
                  <a:close/>
                  <a:moveTo>
                    <a:pt x="1419503" y="2401461"/>
                  </a:moveTo>
                  <a:cubicBezTo>
                    <a:pt x="1441089" y="2401461"/>
                    <a:pt x="1458589" y="2418961"/>
                    <a:pt x="1458589" y="2440548"/>
                  </a:cubicBezTo>
                  <a:cubicBezTo>
                    <a:pt x="1458589" y="2462135"/>
                    <a:pt x="1441089" y="2479635"/>
                    <a:pt x="1419503" y="2479635"/>
                  </a:cubicBezTo>
                  <a:cubicBezTo>
                    <a:pt x="1397914" y="2479635"/>
                    <a:pt x="1380413" y="2462135"/>
                    <a:pt x="1380413" y="2440548"/>
                  </a:cubicBezTo>
                  <a:cubicBezTo>
                    <a:pt x="1380413" y="2418961"/>
                    <a:pt x="1397914" y="2401461"/>
                    <a:pt x="1419503" y="2401461"/>
                  </a:cubicBezTo>
                  <a:close/>
                  <a:moveTo>
                    <a:pt x="1329593" y="2401461"/>
                  </a:moveTo>
                  <a:cubicBezTo>
                    <a:pt x="1351180" y="2401461"/>
                    <a:pt x="1368682" y="2418961"/>
                    <a:pt x="1368682" y="2440548"/>
                  </a:cubicBezTo>
                  <a:cubicBezTo>
                    <a:pt x="1368682" y="2462135"/>
                    <a:pt x="1351180" y="2479635"/>
                    <a:pt x="1329593" y="2479635"/>
                  </a:cubicBezTo>
                  <a:cubicBezTo>
                    <a:pt x="1308007" y="2479635"/>
                    <a:pt x="1290509" y="2462135"/>
                    <a:pt x="1290509" y="2440548"/>
                  </a:cubicBezTo>
                  <a:cubicBezTo>
                    <a:pt x="1290509" y="2418961"/>
                    <a:pt x="1308007" y="2401461"/>
                    <a:pt x="1329593" y="2401461"/>
                  </a:cubicBezTo>
                  <a:close/>
                  <a:moveTo>
                    <a:pt x="1232592" y="2401461"/>
                  </a:moveTo>
                  <a:cubicBezTo>
                    <a:pt x="1254179" y="2401461"/>
                    <a:pt x="1271676" y="2418961"/>
                    <a:pt x="1271676" y="2440548"/>
                  </a:cubicBezTo>
                  <a:cubicBezTo>
                    <a:pt x="1271676" y="2462135"/>
                    <a:pt x="1254179" y="2479635"/>
                    <a:pt x="1232592" y="2479635"/>
                  </a:cubicBezTo>
                  <a:cubicBezTo>
                    <a:pt x="1211003" y="2479635"/>
                    <a:pt x="1193507" y="2462135"/>
                    <a:pt x="1193507" y="2440548"/>
                  </a:cubicBezTo>
                  <a:cubicBezTo>
                    <a:pt x="1193507" y="2418961"/>
                    <a:pt x="1211003" y="2401461"/>
                    <a:pt x="1232592" y="2401461"/>
                  </a:cubicBezTo>
                  <a:close/>
                  <a:moveTo>
                    <a:pt x="1142682" y="2401461"/>
                  </a:moveTo>
                  <a:cubicBezTo>
                    <a:pt x="1164271" y="2401461"/>
                    <a:pt x="1181770" y="2418961"/>
                    <a:pt x="1181770" y="2440548"/>
                  </a:cubicBezTo>
                  <a:cubicBezTo>
                    <a:pt x="1181770" y="2462135"/>
                    <a:pt x="1164271" y="2479635"/>
                    <a:pt x="1142682" y="2479635"/>
                  </a:cubicBezTo>
                  <a:cubicBezTo>
                    <a:pt x="1121093" y="2479635"/>
                    <a:pt x="1103591" y="2462135"/>
                    <a:pt x="1103591" y="2440548"/>
                  </a:cubicBezTo>
                  <a:cubicBezTo>
                    <a:pt x="1103591" y="2418961"/>
                    <a:pt x="1121093" y="2401461"/>
                    <a:pt x="1142682" y="2401461"/>
                  </a:cubicBezTo>
                  <a:close/>
                  <a:moveTo>
                    <a:pt x="1045671" y="2401461"/>
                  </a:moveTo>
                  <a:cubicBezTo>
                    <a:pt x="1067258" y="2401461"/>
                    <a:pt x="1084758" y="2418961"/>
                    <a:pt x="1084758" y="2440548"/>
                  </a:cubicBezTo>
                  <a:cubicBezTo>
                    <a:pt x="1084758" y="2462135"/>
                    <a:pt x="1067258" y="2479635"/>
                    <a:pt x="1045671" y="2479635"/>
                  </a:cubicBezTo>
                  <a:cubicBezTo>
                    <a:pt x="1024084" y="2479635"/>
                    <a:pt x="1006585" y="2462135"/>
                    <a:pt x="1006585" y="2440548"/>
                  </a:cubicBezTo>
                  <a:cubicBezTo>
                    <a:pt x="1006585" y="2418961"/>
                    <a:pt x="1024084" y="2401461"/>
                    <a:pt x="1045671" y="2401461"/>
                  </a:cubicBezTo>
                  <a:close/>
                  <a:moveTo>
                    <a:pt x="951035" y="2401461"/>
                  </a:moveTo>
                  <a:cubicBezTo>
                    <a:pt x="972621" y="2401461"/>
                    <a:pt x="990120" y="2418961"/>
                    <a:pt x="990120" y="2440548"/>
                  </a:cubicBezTo>
                  <a:cubicBezTo>
                    <a:pt x="990120" y="2462135"/>
                    <a:pt x="972621" y="2479635"/>
                    <a:pt x="951035" y="2479635"/>
                  </a:cubicBezTo>
                  <a:cubicBezTo>
                    <a:pt x="929448" y="2479635"/>
                    <a:pt x="911949" y="2462135"/>
                    <a:pt x="911949" y="2440548"/>
                  </a:cubicBezTo>
                  <a:cubicBezTo>
                    <a:pt x="911949" y="2418961"/>
                    <a:pt x="929448" y="2401461"/>
                    <a:pt x="951035" y="2401461"/>
                  </a:cubicBezTo>
                  <a:close/>
                  <a:moveTo>
                    <a:pt x="3300457" y="2318653"/>
                  </a:moveTo>
                  <a:cubicBezTo>
                    <a:pt x="3322044" y="2318653"/>
                    <a:pt x="3339544" y="2336153"/>
                    <a:pt x="3339544" y="2357740"/>
                  </a:cubicBezTo>
                  <a:cubicBezTo>
                    <a:pt x="3339544" y="2379327"/>
                    <a:pt x="3322044" y="2396827"/>
                    <a:pt x="3300457" y="2396827"/>
                  </a:cubicBezTo>
                  <a:cubicBezTo>
                    <a:pt x="3278869" y="2396827"/>
                    <a:pt x="3261369" y="2379327"/>
                    <a:pt x="3261369" y="2357740"/>
                  </a:cubicBezTo>
                  <a:cubicBezTo>
                    <a:pt x="3261369" y="2336153"/>
                    <a:pt x="3278869" y="2318653"/>
                    <a:pt x="3300457" y="2318653"/>
                  </a:cubicBezTo>
                  <a:close/>
                  <a:moveTo>
                    <a:pt x="3205817" y="2318653"/>
                  </a:moveTo>
                  <a:cubicBezTo>
                    <a:pt x="3227404" y="2318653"/>
                    <a:pt x="3244904" y="2336153"/>
                    <a:pt x="3244904" y="2357740"/>
                  </a:cubicBezTo>
                  <a:cubicBezTo>
                    <a:pt x="3244904" y="2379327"/>
                    <a:pt x="3227404" y="2396827"/>
                    <a:pt x="3205817" y="2396827"/>
                  </a:cubicBezTo>
                  <a:cubicBezTo>
                    <a:pt x="3184229" y="2396827"/>
                    <a:pt x="3166729" y="2379327"/>
                    <a:pt x="3166729" y="2357740"/>
                  </a:cubicBezTo>
                  <a:cubicBezTo>
                    <a:pt x="3166729" y="2336153"/>
                    <a:pt x="3184229" y="2318653"/>
                    <a:pt x="3205817" y="2318653"/>
                  </a:cubicBezTo>
                  <a:close/>
                  <a:moveTo>
                    <a:pt x="3111177" y="2318653"/>
                  </a:moveTo>
                  <a:cubicBezTo>
                    <a:pt x="3132764" y="2318653"/>
                    <a:pt x="3150264" y="2336153"/>
                    <a:pt x="3150264" y="2357740"/>
                  </a:cubicBezTo>
                  <a:cubicBezTo>
                    <a:pt x="3150264" y="2379327"/>
                    <a:pt x="3132764" y="2396827"/>
                    <a:pt x="3111177" y="2396827"/>
                  </a:cubicBezTo>
                  <a:cubicBezTo>
                    <a:pt x="3089589" y="2396827"/>
                    <a:pt x="3072089" y="2379327"/>
                    <a:pt x="3072089" y="2357740"/>
                  </a:cubicBezTo>
                  <a:cubicBezTo>
                    <a:pt x="3072089" y="2336153"/>
                    <a:pt x="3089589" y="2318653"/>
                    <a:pt x="3111177" y="2318653"/>
                  </a:cubicBezTo>
                  <a:close/>
                  <a:moveTo>
                    <a:pt x="3018902" y="2318653"/>
                  </a:moveTo>
                  <a:cubicBezTo>
                    <a:pt x="3040489" y="2318653"/>
                    <a:pt x="3057989" y="2336153"/>
                    <a:pt x="3057989" y="2357740"/>
                  </a:cubicBezTo>
                  <a:cubicBezTo>
                    <a:pt x="3057989" y="2379327"/>
                    <a:pt x="3040489" y="2396827"/>
                    <a:pt x="3018902" y="2396827"/>
                  </a:cubicBezTo>
                  <a:cubicBezTo>
                    <a:pt x="2997315" y="2396827"/>
                    <a:pt x="2979815" y="2379327"/>
                    <a:pt x="2979815" y="2357740"/>
                  </a:cubicBezTo>
                  <a:cubicBezTo>
                    <a:pt x="2979815" y="2336153"/>
                    <a:pt x="2997315" y="2318653"/>
                    <a:pt x="3018902" y="2318653"/>
                  </a:cubicBezTo>
                  <a:close/>
                  <a:moveTo>
                    <a:pt x="2924263" y="2318653"/>
                  </a:moveTo>
                  <a:cubicBezTo>
                    <a:pt x="2945850" y="2318653"/>
                    <a:pt x="2963349" y="2336153"/>
                    <a:pt x="2963349" y="2357740"/>
                  </a:cubicBezTo>
                  <a:cubicBezTo>
                    <a:pt x="2963349" y="2379327"/>
                    <a:pt x="2945850" y="2396827"/>
                    <a:pt x="2924263" y="2396827"/>
                  </a:cubicBezTo>
                  <a:cubicBezTo>
                    <a:pt x="2902675" y="2396827"/>
                    <a:pt x="2885175" y="2379327"/>
                    <a:pt x="2885175" y="2357740"/>
                  </a:cubicBezTo>
                  <a:cubicBezTo>
                    <a:pt x="2885175" y="2336153"/>
                    <a:pt x="2902675" y="2318653"/>
                    <a:pt x="2924263" y="2318653"/>
                  </a:cubicBezTo>
                  <a:close/>
                  <a:moveTo>
                    <a:pt x="2831988" y="2318653"/>
                  </a:moveTo>
                  <a:cubicBezTo>
                    <a:pt x="2853575" y="2318653"/>
                    <a:pt x="2871075" y="2336153"/>
                    <a:pt x="2871075" y="2357740"/>
                  </a:cubicBezTo>
                  <a:cubicBezTo>
                    <a:pt x="2871075" y="2379327"/>
                    <a:pt x="2853575" y="2396827"/>
                    <a:pt x="2831988" y="2396827"/>
                  </a:cubicBezTo>
                  <a:cubicBezTo>
                    <a:pt x="2810401" y="2396827"/>
                    <a:pt x="2792901" y="2379327"/>
                    <a:pt x="2792901" y="2357740"/>
                  </a:cubicBezTo>
                  <a:cubicBezTo>
                    <a:pt x="2792901" y="2336153"/>
                    <a:pt x="2810401" y="2318653"/>
                    <a:pt x="2831988" y="2318653"/>
                  </a:cubicBezTo>
                  <a:close/>
                  <a:moveTo>
                    <a:pt x="2737354" y="2318653"/>
                  </a:moveTo>
                  <a:cubicBezTo>
                    <a:pt x="2758935" y="2318653"/>
                    <a:pt x="2776435" y="2336153"/>
                    <a:pt x="2776435" y="2357740"/>
                  </a:cubicBezTo>
                  <a:cubicBezTo>
                    <a:pt x="2776435" y="2379327"/>
                    <a:pt x="2758935" y="2396827"/>
                    <a:pt x="2737354" y="2396827"/>
                  </a:cubicBezTo>
                  <a:cubicBezTo>
                    <a:pt x="2715765" y="2396827"/>
                    <a:pt x="2698264" y="2379327"/>
                    <a:pt x="2698264" y="2357740"/>
                  </a:cubicBezTo>
                  <a:cubicBezTo>
                    <a:pt x="2698264" y="2336153"/>
                    <a:pt x="2715765" y="2318653"/>
                    <a:pt x="2737354" y="2318653"/>
                  </a:cubicBezTo>
                  <a:close/>
                  <a:moveTo>
                    <a:pt x="1516512" y="2318653"/>
                  </a:moveTo>
                  <a:cubicBezTo>
                    <a:pt x="1538098" y="2318653"/>
                    <a:pt x="1555598" y="2336153"/>
                    <a:pt x="1555598" y="2357740"/>
                  </a:cubicBezTo>
                  <a:cubicBezTo>
                    <a:pt x="1555598" y="2379327"/>
                    <a:pt x="1538098" y="2396827"/>
                    <a:pt x="1516512" y="2396827"/>
                  </a:cubicBezTo>
                  <a:cubicBezTo>
                    <a:pt x="1494923" y="2396827"/>
                    <a:pt x="1477423" y="2379327"/>
                    <a:pt x="1477423" y="2357740"/>
                  </a:cubicBezTo>
                  <a:cubicBezTo>
                    <a:pt x="1477423" y="2336153"/>
                    <a:pt x="1494923" y="2318653"/>
                    <a:pt x="1516512" y="2318653"/>
                  </a:cubicBezTo>
                  <a:close/>
                  <a:moveTo>
                    <a:pt x="1419506" y="2318653"/>
                  </a:moveTo>
                  <a:cubicBezTo>
                    <a:pt x="1441093" y="2318653"/>
                    <a:pt x="1458594" y="2336153"/>
                    <a:pt x="1458594" y="2357740"/>
                  </a:cubicBezTo>
                  <a:cubicBezTo>
                    <a:pt x="1458594" y="2379327"/>
                    <a:pt x="1441093" y="2396827"/>
                    <a:pt x="1419506" y="2396827"/>
                  </a:cubicBezTo>
                  <a:cubicBezTo>
                    <a:pt x="1397917" y="2396827"/>
                    <a:pt x="1380417" y="2379327"/>
                    <a:pt x="1380417" y="2357740"/>
                  </a:cubicBezTo>
                  <a:cubicBezTo>
                    <a:pt x="1380417" y="2336153"/>
                    <a:pt x="1397917" y="2318653"/>
                    <a:pt x="1419506" y="2318653"/>
                  </a:cubicBezTo>
                  <a:close/>
                  <a:moveTo>
                    <a:pt x="1329595" y="2318653"/>
                  </a:moveTo>
                  <a:cubicBezTo>
                    <a:pt x="1351182" y="2318653"/>
                    <a:pt x="1368683" y="2336153"/>
                    <a:pt x="1368683" y="2357740"/>
                  </a:cubicBezTo>
                  <a:cubicBezTo>
                    <a:pt x="1368683" y="2379327"/>
                    <a:pt x="1351182" y="2396827"/>
                    <a:pt x="1329595" y="2396827"/>
                  </a:cubicBezTo>
                  <a:cubicBezTo>
                    <a:pt x="1308010" y="2396827"/>
                    <a:pt x="1290510" y="2379327"/>
                    <a:pt x="1290510" y="2357740"/>
                  </a:cubicBezTo>
                  <a:cubicBezTo>
                    <a:pt x="1290510" y="2336153"/>
                    <a:pt x="1308010" y="2318653"/>
                    <a:pt x="1329595" y="2318653"/>
                  </a:cubicBezTo>
                  <a:close/>
                  <a:moveTo>
                    <a:pt x="1232594" y="2318653"/>
                  </a:moveTo>
                  <a:cubicBezTo>
                    <a:pt x="1254180" y="2318653"/>
                    <a:pt x="1271677" y="2336153"/>
                    <a:pt x="1271677" y="2357740"/>
                  </a:cubicBezTo>
                  <a:cubicBezTo>
                    <a:pt x="1271677" y="2379327"/>
                    <a:pt x="1254180" y="2396827"/>
                    <a:pt x="1232594" y="2396827"/>
                  </a:cubicBezTo>
                  <a:cubicBezTo>
                    <a:pt x="1211006" y="2396827"/>
                    <a:pt x="1193507" y="2379327"/>
                    <a:pt x="1193507" y="2357740"/>
                  </a:cubicBezTo>
                  <a:cubicBezTo>
                    <a:pt x="1193507" y="2336153"/>
                    <a:pt x="1211006" y="2318653"/>
                    <a:pt x="1232594" y="2318653"/>
                  </a:cubicBezTo>
                  <a:close/>
                  <a:moveTo>
                    <a:pt x="1142684" y="2318653"/>
                  </a:moveTo>
                  <a:cubicBezTo>
                    <a:pt x="1164272" y="2318653"/>
                    <a:pt x="1181772" y="2336153"/>
                    <a:pt x="1181772" y="2357740"/>
                  </a:cubicBezTo>
                  <a:cubicBezTo>
                    <a:pt x="1181772" y="2379327"/>
                    <a:pt x="1164272" y="2396827"/>
                    <a:pt x="1142684" y="2396827"/>
                  </a:cubicBezTo>
                  <a:cubicBezTo>
                    <a:pt x="1121096" y="2396827"/>
                    <a:pt x="1103594" y="2379327"/>
                    <a:pt x="1103594" y="2357740"/>
                  </a:cubicBezTo>
                  <a:cubicBezTo>
                    <a:pt x="1103594" y="2336153"/>
                    <a:pt x="1121096" y="2318653"/>
                    <a:pt x="1142684" y="2318653"/>
                  </a:cubicBezTo>
                  <a:close/>
                  <a:moveTo>
                    <a:pt x="1045673" y="2318653"/>
                  </a:moveTo>
                  <a:cubicBezTo>
                    <a:pt x="1067259" y="2318653"/>
                    <a:pt x="1084760" y="2336153"/>
                    <a:pt x="1084760" y="2357740"/>
                  </a:cubicBezTo>
                  <a:cubicBezTo>
                    <a:pt x="1084760" y="2379327"/>
                    <a:pt x="1067259" y="2396827"/>
                    <a:pt x="1045673" y="2396827"/>
                  </a:cubicBezTo>
                  <a:cubicBezTo>
                    <a:pt x="1024086" y="2396827"/>
                    <a:pt x="1006587" y="2379327"/>
                    <a:pt x="1006587" y="2357740"/>
                  </a:cubicBezTo>
                  <a:cubicBezTo>
                    <a:pt x="1006587" y="2336153"/>
                    <a:pt x="1024086" y="2318653"/>
                    <a:pt x="1045673" y="2318653"/>
                  </a:cubicBezTo>
                  <a:close/>
                  <a:moveTo>
                    <a:pt x="3489735" y="2318651"/>
                  </a:moveTo>
                  <a:cubicBezTo>
                    <a:pt x="3511323" y="2318651"/>
                    <a:pt x="3528823" y="2336151"/>
                    <a:pt x="3528823" y="2357738"/>
                  </a:cubicBezTo>
                  <a:cubicBezTo>
                    <a:pt x="3528823" y="2379325"/>
                    <a:pt x="3511323" y="2396825"/>
                    <a:pt x="3489735" y="2396825"/>
                  </a:cubicBezTo>
                  <a:cubicBezTo>
                    <a:pt x="3468148" y="2396825"/>
                    <a:pt x="3450649" y="2379325"/>
                    <a:pt x="3450649" y="2357738"/>
                  </a:cubicBezTo>
                  <a:cubicBezTo>
                    <a:pt x="3450649" y="2336151"/>
                    <a:pt x="3468148" y="2318651"/>
                    <a:pt x="3489735" y="2318651"/>
                  </a:cubicBezTo>
                  <a:close/>
                  <a:moveTo>
                    <a:pt x="3392730" y="2318651"/>
                  </a:moveTo>
                  <a:cubicBezTo>
                    <a:pt x="3414317" y="2318651"/>
                    <a:pt x="3431817" y="2336151"/>
                    <a:pt x="3431817" y="2357738"/>
                  </a:cubicBezTo>
                  <a:cubicBezTo>
                    <a:pt x="3431817" y="2379325"/>
                    <a:pt x="3414317" y="2396825"/>
                    <a:pt x="3392730" y="2396825"/>
                  </a:cubicBezTo>
                  <a:cubicBezTo>
                    <a:pt x="3371143" y="2396825"/>
                    <a:pt x="3353643" y="2379325"/>
                    <a:pt x="3353643" y="2357738"/>
                  </a:cubicBezTo>
                  <a:cubicBezTo>
                    <a:pt x="3353643" y="2336151"/>
                    <a:pt x="3371143" y="2318651"/>
                    <a:pt x="3392730" y="2318651"/>
                  </a:cubicBezTo>
                  <a:close/>
                  <a:moveTo>
                    <a:pt x="3489737" y="2233477"/>
                  </a:moveTo>
                  <a:cubicBezTo>
                    <a:pt x="3511324" y="2233477"/>
                    <a:pt x="3528823" y="2250977"/>
                    <a:pt x="3528823" y="2272564"/>
                  </a:cubicBezTo>
                  <a:cubicBezTo>
                    <a:pt x="3528823" y="2294151"/>
                    <a:pt x="3511324" y="2311651"/>
                    <a:pt x="3489737" y="2311651"/>
                  </a:cubicBezTo>
                  <a:cubicBezTo>
                    <a:pt x="3468149" y="2311651"/>
                    <a:pt x="3450649" y="2294151"/>
                    <a:pt x="3450649" y="2272564"/>
                  </a:cubicBezTo>
                  <a:cubicBezTo>
                    <a:pt x="3450649" y="2250977"/>
                    <a:pt x="3468149" y="2233477"/>
                    <a:pt x="3489737" y="2233477"/>
                  </a:cubicBezTo>
                  <a:close/>
                  <a:moveTo>
                    <a:pt x="3392731" y="2233477"/>
                  </a:moveTo>
                  <a:cubicBezTo>
                    <a:pt x="3414319" y="2233477"/>
                    <a:pt x="3431819" y="2250977"/>
                    <a:pt x="3431819" y="2272564"/>
                  </a:cubicBezTo>
                  <a:cubicBezTo>
                    <a:pt x="3431819" y="2294151"/>
                    <a:pt x="3414319" y="2311651"/>
                    <a:pt x="3392731" y="2311651"/>
                  </a:cubicBezTo>
                  <a:cubicBezTo>
                    <a:pt x="3371144" y="2311651"/>
                    <a:pt x="3353644" y="2294151"/>
                    <a:pt x="3353644" y="2272564"/>
                  </a:cubicBezTo>
                  <a:cubicBezTo>
                    <a:pt x="3353644" y="2250977"/>
                    <a:pt x="3371144" y="2233477"/>
                    <a:pt x="3392731" y="2233477"/>
                  </a:cubicBezTo>
                  <a:close/>
                  <a:moveTo>
                    <a:pt x="3300457" y="2233477"/>
                  </a:moveTo>
                  <a:cubicBezTo>
                    <a:pt x="3322044" y="2233477"/>
                    <a:pt x="3339544" y="2250977"/>
                    <a:pt x="3339544" y="2272564"/>
                  </a:cubicBezTo>
                  <a:cubicBezTo>
                    <a:pt x="3339544" y="2294151"/>
                    <a:pt x="3322044" y="2311651"/>
                    <a:pt x="3300457" y="2311651"/>
                  </a:cubicBezTo>
                  <a:cubicBezTo>
                    <a:pt x="3278869" y="2311651"/>
                    <a:pt x="3261369" y="2294151"/>
                    <a:pt x="3261369" y="2272564"/>
                  </a:cubicBezTo>
                  <a:cubicBezTo>
                    <a:pt x="3261369" y="2250977"/>
                    <a:pt x="3278869" y="2233477"/>
                    <a:pt x="3300457" y="2233477"/>
                  </a:cubicBezTo>
                  <a:close/>
                  <a:moveTo>
                    <a:pt x="3205817" y="2233477"/>
                  </a:moveTo>
                  <a:cubicBezTo>
                    <a:pt x="3227404" y="2233477"/>
                    <a:pt x="3244904" y="2250977"/>
                    <a:pt x="3244904" y="2272564"/>
                  </a:cubicBezTo>
                  <a:cubicBezTo>
                    <a:pt x="3244904" y="2294151"/>
                    <a:pt x="3227404" y="2311651"/>
                    <a:pt x="3205817" y="2311651"/>
                  </a:cubicBezTo>
                  <a:cubicBezTo>
                    <a:pt x="3184229" y="2311651"/>
                    <a:pt x="3166729" y="2294151"/>
                    <a:pt x="3166729" y="2272564"/>
                  </a:cubicBezTo>
                  <a:cubicBezTo>
                    <a:pt x="3166729" y="2250977"/>
                    <a:pt x="3184229" y="2233477"/>
                    <a:pt x="3205817" y="2233477"/>
                  </a:cubicBezTo>
                  <a:close/>
                  <a:moveTo>
                    <a:pt x="3111177" y="2233477"/>
                  </a:moveTo>
                  <a:cubicBezTo>
                    <a:pt x="3132764" y="2233477"/>
                    <a:pt x="3150264" y="2250977"/>
                    <a:pt x="3150264" y="2272564"/>
                  </a:cubicBezTo>
                  <a:cubicBezTo>
                    <a:pt x="3150264" y="2294151"/>
                    <a:pt x="3132764" y="2311651"/>
                    <a:pt x="3111177" y="2311651"/>
                  </a:cubicBezTo>
                  <a:cubicBezTo>
                    <a:pt x="3089589" y="2311651"/>
                    <a:pt x="3072089" y="2294151"/>
                    <a:pt x="3072089" y="2272564"/>
                  </a:cubicBezTo>
                  <a:cubicBezTo>
                    <a:pt x="3072089" y="2250977"/>
                    <a:pt x="3089589" y="2233477"/>
                    <a:pt x="3111177" y="2233477"/>
                  </a:cubicBezTo>
                  <a:close/>
                  <a:moveTo>
                    <a:pt x="3018902" y="2233477"/>
                  </a:moveTo>
                  <a:cubicBezTo>
                    <a:pt x="3040489" y="2233477"/>
                    <a:pt x="3057989" y="2250977"/>
                    <a:pt x="3057989" y="2272564"/>
                  </a:cubicBezTo>
                  <a:cubicBezTo>
                    <a:pt x="3057989" y="2294151"/>
                    <a:pt x="3040489" y="2311651"/>
                    <a:pt x="3018902" y="2311651"/>
                  </a:cubicBezTo>
                  <a:cubicBezTo>
                    <a:pt x="2997315" y="2311651"/>
                    <a:pt x="2979815" y="2294151"/>
                    <a:pt x="2979815" y="2272564"/>
                  </a:cubicBezTo>
                  <a:cubicBezTo>
                    <a:pt x="2979815" y="2250977"/>
                    <a:pt x="2997315" y="2233477"/>
                    <a:pt x="3018902" y="2233477"/>
                  </a:cubicBezTo>
                  <a:close/>
                  <a:moveTo>
                    <a:pt x="2924263" y="2233477"/>
                  </a:moveTo>
                  <a:cubicBezTo>
                    <a:pt x="2945850" y="2233477"/>
                    <a:pt x="2963349" y="2250977"/>
                    <a:pt x="2963349" y="2272564"/>
                  </a:cubicBezTo>
                  <a:cubicBezTo>
                    <a:pt x="2963349" y="2294151"/>
                    <a:pt x="2945850" y="2311651"/>
                    <a:pt x="2924263" y="2311651"/>
                  </a:cubicBezTo>
                  <a:cubicBezTo>
                    <a:pt x="2902675" y="2311651"/>
                    <a:pt x="2885175" y="2294151"/>
                    <a:pt x="2885175" y="2272564"/>
                  </a:cubicBezTo>
                  <a:cubicBezTo>
                    <a:pt x="2885175" y="2250977"/>
                    <a:pt x="2902675" y="2233477"/>
                    <a:pt x="2924263" y="2233477"/>
                  </a:cubicBezTo>
                  <a:close/>
                  <a:moveTo>
                    <a:pt x="2831988" y="2233477"/>
                  </a:moveTo>
                  <a:cubicBezTo>
                    <a:pt x="2853575" y="2233477"/>
                    <a:pt x="2871075" y="2250977"/>
                    <a:pt x="2871075" y="2272564"/>
                  </a:cubicBezTo>
                  <a:cubicBezTo>
                    <a:pt x="2871075" y="2294151"/>
                    <a:pt x="2853575" y="2311651"/>
                    <a:pt x="2831988" y="2311651"/>
                  </a:cubicBezTo>
                  <a:cubicBezTo>
                    <a:pt x="2810401" y="2311651"/>
                    <a:pt x="2792901" y="2294151"/>
                    <a:pt x="2792901" y="2272564"/>
                  </a:cubicBezTo>
                  <a:cubicBezTo>
                    <a:pt x="2792901" y="2250977"/>
                    <a:pt x="2810401" y="2233477"/>
                    <a:pt x="2831988" y="2233477"/>
                  </a:cubicBezTo>
                  <a:close/>
                  <a:moveTo>
                    <a:pt x="2737354" y="2233477"/>
                  </a:moveTo>
                  <a:cubicBezTo>
                    <a:pt x="2758935" y="2233477"/>
                    <a:pt x="2776435" y="2250977"/>
                    <a:pt x="2776435" y="2272564"/>
                  </a:cubicBezTo>
                  <a:cubicBezTo>
                    <a:pt x="2776435" y="2294151"/>
                    <a:pt x="2758935" y="2311651"/>
                    <a:pt x="2737354" y="2311651"/>
                  </a:cubicBezTo>
                  <a:cubicBezTo>
                    <a:pt x="2715765" y="2311651"/>
                    <a:pt x="2698264" y="2294151"/>
                    <a:pt x="2698264" y="2272564"/>
                  </a:cubicBezTo>
                  <a:cubicBezTo>
                    <a:pt x="2698264" y="2250977"/>
                    <a:pt x="2715765" y="2233477"/>
                    <a:pt x="2737354" y="2233477"/>
                  </a:cubicBezTo>
                  <a:close/>
                  <a:moveTo>
                    <a:pt x="2645073" y="2233477"/>
                  </a:moveTo>
                  <a:cubicBezTo>
                    <a:pt x="2666661" y="2233477"/>
                    <a:pt x="2684163" y="2250977"/>
                    <a:pt x="2684163" y="2272564"/>
                  </a:cubicBezTo>
                  <a:cubicBezTo>
                    <a:pt x="2684163" y="2294151"/>
                    <a:pt x="2666661" y="2311651"/>
                    <a:pt x="2645073" y="2311651"/>
                  </a:cubicBezTo>
                  <a:cubicBezTo>
                    <a:pt x="2623487" y="2311651"/>
                    <a:pt x="2605987" y="2294151"/>
                    <a:pt x="2605987" y="2272564"/>
                  </a:cubicBezTo>
                  <a:cubicBezTo>
                    <a:pt x="2605987" y="2250977"/>
                    <a:pt x="2623487" y="2233477"/>
                    <a:pt x="2645073" y="2233477"/>
                  </a:cubicBezTo>
                  <a:close/>
                  <a:moveTo>
                    <a:pt x="2550435" y="2233477"/>
                  </a:moveTo>
                  <a:cubicBezTo>
                    <a:pt x="2572021" y="2233477"/>
                    <a:pt x="2589521" y="2250977"/>
                    <a:pt x="2589521" y="2272564"/>
                  </a:cubicBezTo>
                  <a:cubicBezTo>
                    <a:pt x="2589521" y="2294151"/>
                    <a:pt x="2572021" y="2311651"/>
                    <a:pt x="2550435" y="2311651"/>
                  </a:cubicBezTo>
                  <a:cubicBezTo>
                    <a:pt x="2528848" y="2311651"/>
                    <a:pt x="2511349" y="2294151"/>
                    <a:pt x="2511349" y="2272564"/>
                  </a:cubicBezTo>
                  <a:cubicBezTo>
                    <a:pt x="2511349" y="2250977"/>
                    <a:pt x="2528848" y="2233477"/>
                    <a:pt x="2550435" y="2233477"/>
                  </a:cubicBezTo>
                  <a:close/>
                  <a:moveTo>
                    <a:pt x="2458164" y="2233477"/>
                  </a:moveTo>
                  <a:cubicBezTo>
                    <a:pt x="2479749" y="2233477"/>
                    <a:pt x="2497250" y="2250977"/>
                    <a:pt x="2497250" y="2272564"/>
                  </a:cubicBezTo>
                  <a:cubicBezTo>
                    <a:pt x="2497250" y="2294151"/>
                    <a:pt x="2479749" y="2311651"/>
                    <a:pt x="2458164" y="2311651"/>
                  </a:cubicBezTo>
                  <a:cubicBezTo>
                    <a:pt x="2436578" y="2311651"/>
                    <a:pt x="2419078" y="2294151"/>
                    <a:pt x="2419078" y="2272564"/>
                  </a:cubicBezTo>
                  <a:cubicBezTo>
                    <a:pt x="2419078" y="2250977"/>
                    <a:pt x="2436578" y="2233477"/>
                    <a:pt x="2458164" y="2233477"/>
                  </a:cubicBezTo>
                  <a:close/>
                  <a:moveTo>
                    <a:pt x="2363524" y="2233477"/>
                  </a:moveTo>
                  <a:cubicBezTo>
                    <a:pt x="2385111" y="2233477"/>
                    <a:pt x="2402611" y="2250977"/>
                    <a:pt x="2402611" y="2272564"/>
                  </a:cubicBezTo>
                  <a:cubicBezTo>
                    <a:pt x="2402611" y="2294151"/>
                    <a:pt x="2385111" y="2311651"/>
                    <a:pt x="2363524" y="2311651"/>
                  </a:cubicBezTo>
                  <a:cubicBezTo>
                    <a:pt x="2341937" y="2311651"/>
                    <a:pt x="2324437" y="2294151"/>
                    <a:pt x="2324437" y="2272564"/>
                  </a:cubicBezTo>
                  <a:cubicBezTo>
                    <a:pt x="2324437" y="2250977"/>
                    <a:pt x="2341937" y="2233477"/>
                    <a:pt x="2363524" y="2233477"/>
                  </a:cubicBezTo>
                  <a:close/>
                  <a:moveTo>
                    <a:pt x="1329597" y="2233477"/>
                  </a:moveTo>
                  <a:cubicBezTo>
                    <a:pt x="1351184" y="2233477"/>
                    <a:pt x="1368685" y="2250977"/>
                    <a:pt x="1368685" y="2272564"/>
                  </a:cubicBezTo>
                  <a:cubicBezTo>
                    <a:pt x="1368685" y="2294151"/>
                    <a:pt x="1351184" y="2311651"/>
                    <a:pt x="1329597" y="2311651"/>
                  </a:cubicBezTo>
                  <a:cubicBezTo>
                    <a:pt x="1308012" y="2311651"/>
                    <a:pt x="1290512" y="2294151"/>
                    <a:pt x="1290512" y="2272564"/>
                  </a:cubicBezTo>
                  <a:cubicBezTo>
                    <a:pt x="1290512" y="2250977"/>
                    <a:pt x="1308012" y="2233477"/>
                    <a:pt x="1329597" y="2233477"/>
                  </a:cubicBezTo>
                  <a:close/>
                  <a:moveTo>
                    <a:pt x="1232596" y="2233477"/>
                  </a:moveTo>
                  <a:cubicBezTo>
                    <a:pt x="1254184" y="2233477"/>
                    <a:pt x="1271678" y="2250977"/>
                    <a:pt x="1271678" y="2272564"/>
                  </a:cubicBezTo>
                  <a:cubicBezTo>
                    <a:pt x="1271678" y="2294151"/>
                    <a:pt x="1254184" y="2311651"/>
                    <a:pt x="1232596" y="2311651"/>
                  </a:cubicBezTo>
                  <a:cubicBezTo>
                    <a:pt x="1211007" y="2311651"/>
                    <a:pt x="1193508" y="2294151"/>
                    <a:pt x="1193508" y="2272564"/>
                  </a:cubicBezTo>
                  <a:cubicBezTo>
                    <a:pt x="1193508" y="2250977"/>
                    <a:pt x="1211007" y="2233477"/>
                    <a:pt x="1232596" y="2233477"/>
                  </a:cubicBezTo>
                  <a:close/>
                  <a:moveTo>
                    <a:pt x="1142686" y="2233477"/>
                  </a:moveTo>
                  <a:cubicBezTo>
                    <a:pt x="1164275" y="2233477"/>
                    <a:pt x="1181776" y="2250977"/>
                    <a:pt x="1181776" y="2272564"/>
                  </a:cubicBezTo>
                  <a:cubicBezTo>
                    <a:pt x="1181776" y="2294151"/>
                    <a:pt x="1164275" y="2311651"/>
                    <a:pt x="1142686" y="2311651"/>
                  </a:cubicBezTo>
                  <a:cubicBezTo>
                    <a:pt x="1121097" y="2311651"/>
                    <a:pt x="1103596" y="2294151"/>
                    <a:pt x="1103596" y="2272564"/>
                  </a:cubicBezTo>
                  <a:cubicBezTo>
                    <a:pt x="1103596" y="2250977"/>
                    <a:pt x="1121097" y="2233477"/>
                    <a:pt x="1142686" y="2233477"/>
                  </a:cubicBezTo>
                  <a:close/>
                  <a:moveTo>
                    <a:pt x="1045675" y="2233477"/>
                  </a:moveTo>
                  <a:cubicBezTo>
                    <a:pt x="1067261" y="2233477"/>
                    <a:pt x="1084762" y="2250977"/>
                    <a:pt x="1084762" y="2272564"/>
                  </a:cubicBezTo>
                  <a:cubicBezTo>
                    <a:pt x="1084762" y="2294151"/>
                    <a:pt x="1067261" y="2311651"/>
                    <a:pt x="1045675" y="2311651"/>
                  </a:cubicBezTo>
                  <a:cubicBezTo>
                    <a:pt x="1024088" y="2311651"/>
                    <a:pt x="1006589" y="2294151"/>
                    <a:pt x="1006589" y="2272564"/>
                  </a:cubicBezTo>
                  <a:cubicBezTo>
                    <a:pt x="1006589" y="2250977"/>
                    <a:pt x="1024088" y="2233477"/>
                    <a:pt x="1045675" y="2233477"/>
                  </a:cubicBezTo>
                  <a:close/>
                  <a:moveTo>
                    <a:pt x="3584377" y="2145935"/>
                  </a:moveTo>
                  <a:cubicBezTo>
                    <a:pt x="3605964" y="2145935"/>
                    <a:pt x="3623463" y="2163435"/>
                    <a:pt x="3623463" y="2185022"/>
                  </a:cubicBezTo>
                  <a:cubicBezTo>
                    <a:pt x="3623463" y="2206609"/>
                    <a:pt x="3605964" y="2224109"/>
                    <a:pt x="3584377" y="2224109"/>
                  </a:cubicBezTo>
                  <a:cubicBezTo>
                    <a:pt x="3562789" y="2224109"/>
                    <a:pt x="3545289" y="2206609"/>
                    <a:pt x="3545289" y="2185022"/>
                  </a:cubicBezTo>
                  <a:cubicBezTo>
                    <a:pt x="3545289" y="2163435"/>
                    <a:pt x="3562789" y="2145935"/>
                    <a:pt x="3584377" y="2145935"/>
                  </a:cubicBezTo>
                  <a:close/>
                  <a:moveTo>
                    <a:pt x="3489737" y="2145935"/>
                  </a:moveTo>
                  <a:cubicBezTo>
                    <a:pt x="3511324" y="2145935"/>
                    <a:pt x="3528823" y="2163435"/>
                    <a:pt x="3528823" y="2185022"/>
                  </a:cubicBezTo>
                  <a:cubicBezTo>
                    <a:pt x="3528823" y="2206609"/>
                    <a:pt x="3511324" y="2224109"/>
                    <a:pt x="3489737" y="2224109"/>
                  </a:cubicBezTo>
                  <a:cubicBezTo>
                    <a:pt x="3468149" y="2224109"/>
                    <a:pt x="3450649" y="2206609"/>
                    <a:pt x="3450649" y="2185022"/>
                  </a:cubicBezTo>
                  <a:cubicBezTo>
                    <a:pt x="3450649" y="2163435"/>
                    <a:pt x="3468149" y="2145935"/>
                    <a:pt x="3489737" y="2145935"/>
                  </a:cubicBezTo>
                  <a:close/>
                  <a:moveTo>
                    <a:pt x="3392731" y="2145935"/>
                  </a:moveTo>
                  <a:cubicBezTo>
                    <a:pt x="3414319" y="2145935"/>
                    <a:pt x="3431819" y="2163435"/>
                    <a:pt x="3431819" y="2185022"/>
                  </a:cubicBezTo>
                  <a:cubicBezTo>
                    <a:pt x="3431819" y="2206609"/>
                    <a:pt x="3414319" y="2224109"/>
                    <a:pt x="3392731" y="2224109"/>
                  </a:cubicBezTo>
                  <a:cubicBezTo>
                    <a:pt x="3371144" y="2224109"/>
                    <a:pt x="3353644" y="2206609"/>
                    <a:pt x="3353644" y="2185022"/>
                  </a:cubicBezTo>
                  <a:cubicBezTo>
                    <a:pt x="3353644" y="2163435"/>
                    <a:pt x="3371144" y="2145935"/>
                    <a:pt x="3392731" y="2145935"/>
                  </a:cubicBezTo>
                  <a:close/>
                  <a:moveTo>
                    <a:pt x="3300457" y="2145935"/>
                  </a:moveTo>
                  <a:cubicBezTo>
                    <a:pt x="3322044" y="2145935"/>
                    <a:pt x="3339544" y="2163435"/>
                    <a:pt x="3339544" y="2185022"/>
                  </a:cubicBezTo>
                  <a:cubicBezTo>
                    <a:pt x="3339544" y="2206609"/>
                    <a:pt x="3322044" y="2224109"/>
                    <a:pt x="3300457" y="2224109"/>
                  </a:cubicBezTo>
                  <a:cubicBezTo>
                    <a:pt x="3278869" y="2224109"/>
                    <a:pt x="3261369" y="2206609"/>
                    <a:pt x="3261369" y="2185022"/>
                  </a:cubicBezTo>
                  <a:cubicBezTo>
                    <a:pt x="3261369" y="2163435"/>
                    <a:pt x="3278869" y="2145935"/>
                    <a:pt x="3300457" y="2145935"/>
                  </a:cubicBezTo>
                  <a:close/>
                  <a:moveTo>
                    <a:pt x="3205817" y="2145935"/>
                  </a:moveTo>
                  <a:cubicBezTo>
                    <a:pt x="3227404" y="2145935"/>
                    <a:pt x="3244904" y="2163435"/>
                    <a:pt x="3244904" y="2185022"/>
                  </a:cubicBezTo>
                  <a:cubicBezTo>
                    <a:pt x="3244904" y="2206609"/>
                    <a:pt x="3227404" y="2224109"/>
                    <a:pt x="3205817" y="2224109"/>
                  </a:cubicBezTo>
                  <a:cubicBezTo>
                    <a:pt x="3184229" y="2224109"/>
                    <a:pt x="3166729" y="2206609"/>
                    <a:pt x="3166729" y="2185022"/>
                  </a:cubicBezTo>
                  <a:cubicBezTo>
                    <a:pt x="3166729" y="2163435"/>
                    <a:pt x="3184229" y="2145935"/>
                    <a:pt x="3205817" y="2145935"/>
                  </a:cubicBezTo>
                  <a:close/>
                  <a:moveTo>
                    <a:pt x="3111177" y="2145935"/>
                  </a:moveTo>
                  <a:cubicBezTo>
                    <a:pt x="3132764" y="2145935"/>
                    <a:pt x="3150264" y="2163435"/>
                    <a:pt x="3150264" y="2185022"/>
                  </a:cubicBezTo>
                  <a:cubicBezTo>
                    <a:pt x="3150264" y="2206609"/>
                    <a:pt x="3132764" y="2224109"/>
                    <a:pt x="3111177" y="2224109"/>
                  </a:cubicBezTo>
                  <a:cubicBezTo>
                    <a:pt x="3089589" y="2224109"/>
                    <a:pt x="3072089" y="2206609"/>
                    <a:pt x="3072089" y="2185022"/>
                  </a:cubicBezTo>
                  <a:cubicBezTo>
                    <a:pt x="3072089" y="2163435"/>
                    <a:pt x="3089589" y="2145935"/>
                    <a:pt x="3111177" y="2145935"/>
                  </a:cubicBezTo>
                  <a:close/>
                  <a:moveTo>
                    <a:pt x="3018902" y="2145935"/>
                  </a:moveTo>
                  <a:cubicBezTo>
                    <a:pt x="3040489" y="2145935"/>
                    <a:pt x="3057989" y="2163435"/>
                    <a:pt x="3057989" y="2185022"/>
                  </a:cubicBezTo>
                  <a:cubicBezTo>
                    <a:pt x="3057989" y="2206609"/>
                    <a:pt x="3040489" y="2224109"/>
                    <a:pt x="3018902" y="2224109"/>
                  </a:cubicBezTo>
                  <a:cubicBezTo>
                    <a:pt x="2997315" y="2224109"/>
                    <a:pt x="2979815" y="2206609"/>
                    <a:pt x="2979815" y="2185022"/>
                  </a:cubicBezTo>
                  <a:cubicBezTo>
                    <a:pt x="2979815" y="2163435"/>
                    <a:pt x="2997315" y="2145935"/>
                    <a:pt x="3018902" y="2145935"/>
                  </a:cubicBezTo>
                  <a:close/>
                  <a:moveTo>
                    <a:pt x="2924263" y="2145935"/>
                  </a:moveTo>
                  <a:cubicBezTo>
                    <a:pt x="2945850" y="2145935"/>
                    <a:pt x="2963349" y="2163435"/>
                    <a:pt x="2963349" y="2185022"/>
                  </a:cubicBezTo>
                  <a:cubicBezTo>
                    <a:pt x="2963349" y="2206609"/>
                    <a:pt x="2945850" y="2224109"/>
                    <a:pt x="2924263" y="2224109"/>
                  </a:cubicBezTo>
                  <a:cubicBezTo>
                    <a:pt x="2902675" y="2224109"/>
                    <a:pt x="2885175" y="2206609"/>
                    <a:pt x="2885175" y="2185022"/>
                  </a:cubicBezTo>
                  <a:cubicBezTo>
                    <a:pt x="2885175" y="2163435"/>
                    <a:pt x="2902675" y="2145935"/>
                    <a:pt x="2924263" y="2145935"/>
                  </a:cubicBezTo>
                  <a:close/>
                  <a:moveTo>
                    <a:pt x="2831988" y="2145935"/>
                  </a:moveTo>
                  <a:cubicBezTo>
                    <a:pt x="2853575" y="2145935"/>
                    <a:pt x="2871075" y="2163435"/>
                    <a:pt x="2871075" y="2185022"/>
                  </a:cubicBezTo>
                  <a:cubicBezTo>
                    <a:pt x="2871075" y="2206609"/>
                    <a:pt x="2853575" y="2224109"/>
                    <a:pt x="2831988" y="2224109"/>
                  </a:cubicBezTo>
                  <a:cubicBezTo>
                    <a:pt x="2810401" y="2224109"/>
                    <a:pt x="2792901" y="2206609"/>
                    <a:pt x="2792901" y="2185022"/>
                  </a:cubicBezTo>
                  <a:cubicBezTo>
                    <a:pt x="2792901" y="2163435"/>
                    <a:pt x="2810401" y="2145935"/>
                    <a:pt x="2831988" y="2145935"/>
                  </a:cubicBezTo>
                  <a:close/>
                  <a:moveTo>
                    <a:pt x="2737355" y="2145935"/>
                  </a:moveTo>
                  <a:cubicBezTo>
                    <a:pt x="2758935" y="2145935"/>
                    <a:pt x="2776435" y="2163435"/>
                    <a:pt x="2776435" y="2185022"/>
                  </a:cubicBezTo>
                  <a:cubicBezTo>
                    <a:pt x="2776435" y="2206609"/>
                    <a:pt x="2758935" y="2224109"/>
                    <a:pt x="2737355" y="2224109"/>
                  </a:cubicBezTo>
                  <a:cubicBezTo>
                    <a:pt x="2715766" y="2224109"/>
                    <a:pt x="2698264" y="2206609"/>
                    <a:pt x="2698264" y="2185022"/>
                  </a:cubicBezTo>
                  <a:cubicBezTo>
                    <a:pt x="2698264" y="2163435"/>
                    <a:pt x="2715766" y="2145935"/>
                    <a:pt x="2737355" y="2145935"/>
                  </a:cubicBezTo>
                  <a:close/>
                  <a:moveTo>
                    <a:pt x="2645073" y="2145935"/>
                  </a:moveTo>
                  <a:cubicBezTo>
                    <a:pt x="2666661" y="2145935"/>
                    <a:pt x="2684163" y="2163435"/>
                    <a:pt x="2684163" y="2185022"/>
                  </a:cubicBezTo>
                  <a:cubicBezTo>
                    <a:pt x="2684163" y="2206609"/>
                    <a:pt x="2666661" y="2224109"/>
                    <a:pt x="2645073" y="2224109"/>
                  </a:cubicBezTo>
                  <a:cubicBezTo>
                    <a:pt x="2623487" y="2224109"/>
                    <a:pt x="2605987" y="2206609"/>
                    <a:pt x="2605987" y="2185022"/>
                  </a:cubicBezTo>
                  <a:cubicBezTo>
                    <a:pt x="2605987" y="2163435"/>
                    <a:pt x="2623487" y="2145935"/>
                    <a:pt x="2645073" y="2145935"/>
                  </a:cubicBezTo>
                  <a:close/>
                  <a:moveTo>
                    <a:pt x="2550435" y="2145935"/>
                  </a:moveTo>
                  <a:cubicBezTo>
                    <a:pt x="2572023" y="2145935"/>
                    <a:pt x="2589521" y="2163435"/>
                    <a:pt x="2589521" y="2185022"/>
                  </a:cubicBezTo>
                  <a:cubicBezTo>
                    <a:pt x="2589521" y="2206609"/>
                    <a:pt x="2572023" y="2224109"/>
                    <a:pt x="2550435" y="2224109"/>
                  </a:cubicBezTo>
                  <a:cubicBezTo>
                    <a:pt x="2528848" y="2224109"/>
                    <a:pt x="2511350" y="2206609"/>
                    <a:pt x="2511350" y="2185022"/>
                  </a:cubicBezTo>
                  <a:cubicBezTo>
                    <a:pt x="2511350" y="2163435"/>
                    <a:pt x="2528848" y="2145935"/>
                    <a:pt x="2550435" y="2145935"/>
                  </a:cubicBezTo>
                  <a:close/>
                  <a:moveTo>
                    <a:pt x="2458164" y="2145935"/>
                  </a:moveTo>
                  <a:cubicBezTo>
                    <a:pt x="2479749" y="2145935"/>
                    <a:pt x="2497250" y="2163435"/>
                    <a:pt x="2497250" y="2185022"/>
                  </a:cubicBezTo>
                  <a:cubicBezTo>
                    <a:pt x="2497250" y="2206609"/>
                    <a:pt x="2479749" y="2224109"/>
                    <a:pt x="2458164" y="2224109"/>
                  </a:cubicBezTo>
                  <a:cubicBezTo>
                    <a:pt x="2436578" y="2224109"/>
                    <a:pt x="2419078" y="2206609"/>
                    <a:pt x="2419078" y="2185022"/>
                  </a:cubicBezTo>
                  <a:cubicBezTo>
                    <a:pt x="2419078" y="2163435"/>
                    <a:pt x="2436578" y="2145935"/>
                    <a:pt x="2458164" y="2145935"/>
                  </a:cubicBezTo>
                  <a:close/>
                  <a:moveTo>
                    <a:pt x="2363524" y="2145935"/>
                  </a:moveTo>
                  <a:cubicBezTo>
                    <a:pt x="2385113" y="2145935"/>
                    <a:pt x="2402611" y="2163435"/>
                    <a:pt x="2402611" y="2185022"/>
                  </a:cubicBezTo>
                  <a:cubicBezTo>
                    <a:pt x="2402611" y="2206609"/>
                    <a:pt x="2385113" y="2224109"/>
                    <a:pt x="2363524" y="2224109"/>
                  </a:cubicBezTo>
                  <a:cubicBezTo>
                    <a:pt x="2341939" y="2224109"/>
                    <a:pt x="2324437" y="2206609"/>
                    <a:pt x="2324437" y="2185022"/>
                  </a:cubicBezTo>
                  <a:cubicBezTo>
                    <a:pt x="2324437" y="2163435"/>
                    <a:pt x="2341939" y="2145935"/>
                    <a:pt x="2363524" y="2145935"/>
                  </a:cubicBezTo>
                  <a:close/>
                  <a:moveTo>
                    <a:pt x="2266521" y="2145935"/>
                  </a:moveTo>
                  <a:cubicBezTo>
                    <a:pt x="2288105" y="2145935"/>
                    <a:pt x="2305606" y="2163435"/>
                    <a:pt x="2305606" y="2185022"/>
                  </a:cubicBezTo>
                  <a:cubicBezTo>
                    <a:pt x="2305606" y="2206609"/>
                    <a:pt x="2288105" y="2224109"/>
                    <a:pt x="2266521" y="2224109"/>
                  </a:cubicBezTo>
                  <a:cubicBezTo>
                    <a:pt x="2244929" y="2224109"/>
                    <a:pt x="2227432" y="2206609"/>
                    <a:pt x="2227432" y="2185022"/>
                  </a:cubicBezTo>
                  <a:cubicBezTo>
                    <a:pt x="2227432" y="2163435"/>
                    <a:pt x="2244929" y="2145935"/>
                    <a:pt x="2266521" y="2145935"/>
                  </a:cubicBezTo>
                  <a:close/>
                  <a:moveTo>
                    <a:pt x="1232598" y="2145935"/>
                  </a:moveTo>
                  <a:cubicBezTo>
                    <a:pt x="1254184" y="2145935"/>
                    <a:pt x="1271681" y="2163435"/>
                    <a:pt x="1271681" y="2185022"/>
                  </a:cubicBezTo>
                  <a:cubicBezTo>
                    <a:pt x="1271681" y="2206609"/>
                    <a:pt x="1254184" y="2224109"/>
                    <a:pt x="1232598" y="2224109"/>
                  </a:cubicBezTo>
                  <a:cubicBezTo>
                    <a:pt x="1211010" y="2224109"/>
                    <a:pt x="1193510" y="2206609"/>
                    <a:pt x="1193510" y="2185022"/>
                  </a:cubicBezTo>
                  <a:cubicBezTo>
                    <a:pt x="1193510" y="2163435"/>
                    <a:pt x="1211010" y="2145935"/>
                    <a:pt x="1232598" y="2145935"/>
                  </a:cubicBezTo>
                  <a:close/>
                  <a:moveTo>
                    <a:pt x="1142689" y="2145935"/>
                  </a:moveTo>
                  <a:cubicBezTo>
                    <a:pt x="1164277" y="2145935"/>
                    <a:pt x="1181778" y="2163435"/>
                    <a:pt x="1181778" y="2185022"/>
                  </a:cubicBezTo>
                  <a:cubicBezTo>
                    <a:pt x="1181778" y="2206609"/>
                    <a:pt x="1164277" y="2224109"/>
                    <a:pt x="1142689" y="2224109"/>
                  </a:cubicBezTo>
                  <a:cubicBezTo>
                    <a:pt x="1121099" y="2224109"/>
                    <a:pt x="1103598" y="2206609"/>
                    <a:pt x="1103598" y="2185022"/>
                  </a:cubicBezTo>
                  <a:cubicBezTo>
                    <a:pt x="1103598" y="2163435"/>
                    <a:pt x="1121099" y="2145935"/>
                    <a:pt x="1142689" y="2145935"/>
                  </a:cubicBezTo>
                  <a:close/>
                  <a:moveTo>
                    <a:pt x="1045676" y="2145935"/>
                  </a:moveTo>
                  <a:cubicBezTo>
                    <a:pt x="1067262" y="2145935"/>
                    <a:pt x="1084764" y="2163435"/>
                    <a:pt x="1084764" y="2185022"/>
                  </a:cubicBezTo>
                  <a:cubicBezTo>
                    <a:pt x="1084764" y="2206609"/>
                    <a:pt x="1067262" y="2224109"/>
                    <a:pt x="1045676" y="2224109"/>
                  </a:cubicBezTo>
                  <a:cubicBezTo>
                    <a:pt x="1024090" y="2224109"/>
                    <a:pt x="1006591" y="2206609"/>
                    <a:pt x="1006591" y="2185022"/>
                  </a:cubicBezTo>
                  <a:cubicBezTo>
                    <a:pt x="1006591" y="2163435"/>
                    <a:pt x="1024090" y="2145935"/>
                    <a:pt x="1045676" y="2145935"/>
                  </a:cubicBezTo>
                  <a:close/>
                  <a:moveTo>
                    <a:pt x="951041" y="2145935"/>
                  </a:moveTo>
                  <a:cubicBezTo>
                    <a:pt x="972627" y="2145935"/>
                    <a:pt x="990126" y="2163435"/>
                    <a:pt x="990126" y="2185022"/>
                  </a:cubicBezTo>
                  <a:cubicBezTo>
                    <a:pt x="990126" y="2206609"/>
                    <a:pt x="972627" y="2224109"/>
                    <a:pt x="951041" y="2224109"/>
                  </a:cubicBezTo>
                  <a:cubicBezTo>
                    <a:pt x="929455" y="2224109"/>
                    <a:pt x="911956" y="2206609"/>
                    <a:pt x="911956" y="2185022"/>
                  </a:cubicBezTo>
                  <a:cubicBezTo>
                    <a:pt x="911956" y="2163435"/>
                    <a:pt x="929455" y="2145935"/>
                    <a:pt x="951041" y="2145935"/>
                  </a:cubicBezTo>
                  <a:close/>
                  <a:moveTo>
                    <a:pt x="856406" y="2145935"/>
                  </a:moveTo>
                  <a:cubicBezTo>
                    <a:pt x="877992" y="2145935"/>
                    <a:pt x="895491" y="2163435"/>
                    <a:pt x="895491" y="2185022"/>
                  </a:cubicBezTo>
                  <a:cubicBezTo>
                    <a:pt x="895491" y="2206609"/>
                    <a:pt x="877992" y="2224109"/>
                    <a:pt x="856406" y="2224109"/>
                  </a:cubicBezTo>
                  <a:cubicBezTo>
                    <a:pt x="834820" y="2224109"/>
                    <a:pt x="817321" y="2206609"/>
                    <a:pt x="817321" y="2185022"/>
                  </a:cubicBezTo>
                  <a:cubicBezTo>
                    <a:pt x="817321" y="2163435"/>
                    <a:pt x="834820" y="2145935"/>
                    <a:pt x="856406" y="2145935"/>
                  </a:cubicBezTo>
                  <a:close/>
                  <a:moveTo>
                    <a:pt x="3300457" y="2056027"/>
                  </a:moveTo>
                  <a:cubicBezTo>
                    <a:pt x="3322044" y="2056027"/>
                    <a:pt x="3339544" y="2073527"/>
                    <a:pt x="3339544" y="2095114"/>
                  </a:cubicBezTo>
                  <a:cubicBezTo>
                    <a:pt x="3339544" y="2116701"/>
                    <a:pt x="3322044" y="2134201"/>
                    <a:pt x="3300457" y="2134201"/>
                  </a:cubicBezTo>
                  <a:cubicBezTo>
                    <a:pt x="3278869" y="2134201"/>
                    <a:pt x="3261369" y="2116701"/>
                    <a:pt x="3261369" y="2095114"/>
                  </a:cubicBezTo>
                  <a:cubicBezTo>
                    <a:pt x="3261369" y="2073527"/>
                    <a:pt x="3278869" y="2056027"/>
                    <a:pt x="3300457" y="2056027"/>
                  </a:cubicBezTo>
                  <a:close/>
                  <a:moveTo>
                    <a:pt x="3205817" y="2056027"/>
                  </a:moveTo>
                  <a:cubicBezTo>
                    <a:pt x="3227404" y="2056027"/>
                    <a:pt x="3244904" y="2073527"/>
                    <a:pt x="3244904" y="2095114"/>
                  </a:cubicBezTo>
                  <a:cubicBezTo>
                    <a:pt x="3244904" y="2116701"/>
                    <a:pt x="3227404" y="2134201"/>
                    <a:pt x="3205817" y="2134201"/>
                  </a:cubicBezTo>
                  <a:cubicBezTo>
                    <a:pt x="3184229" y="2134201"/>
                    <a:pt x="3166729" y="2116701"/>
                    <a:pt x="3166729" y="2095114"/>
                  </a:cubicBezTo>
                  <a:cubicBezTo>
                    <a:pt x="3166729" y="2073527"/>
                    <a:pt x="3184229" y="2056027"/>
                    <a:pt x="3205817" y="2056027"/>
                  </a:cubicBezTo>
                  <a:close/>
                  <a:moveTo>
                    <a:pt x="3111177" y="2056027"/>
                  </a:moveTo>
                  <a:cubicBezTo>
                    <a:pt x="3132764" y="2056027"/>
                    <a:pt x="3150264" y="2073527"/>
                    <a:pt x="3150264" y="2095114"/>
                  </a:cubicBezTo>
                  <a:cubicBezTo>
                    <a:pt x="3150264" y="2116701"/>
                    <a:pt x="3132764" y="2134201"/>
                    <a:pt x="3111177" y="2134201"/>
                  </a:cubicBezTo>
                  <a:cubicBezTo>
                    <a:pt x="3089589" y="2134201"/>
                    <a:pt x="3072089" y="2116701"/>
                    <a:pt x="3072089" y="2095114"/>
                  </a:cubicBezTo>
                  <a:cubicBezTo>
                    <a:pt x="3072089" y="2073527"/>
                    <a:pt x="3089589" y="2056027"/>
                    <a:pt x="3111177" y="2056027"/>
                  </a:cubicBezTo>
                  <a:close/>
                  <a:moveTo>
                    <a:pt x="3018902" y="2056027"/>
                  </a:moveTo>
                  <a:cubicBezTo>
                    <a:pt x="3040489" y="2056027"/>
                    <a:pt x="3057989" y="2073527"/>
                    <a:pt x="3057989" y="2095114"/>
                  </a:cubicBezTo>
                  <a:cubicBezTo>
                    <a:pt x="3057989" y="2116701"/>
                    <a:pt x="3040489" y="2134201"/>
                    <a:pt x="3018902" y="2134201"/>
                  </a:cubicBezTo>
                  <a:cubicBezTo>
                    <a:pt x="2997315" y="2134201"/>
                    <a:pt x="2979815" y="2116701"/>
                    <a:pt x="2979815" y="2095114"/>
                  </a:cubicBezTo>
                  <a:cubicBezTo>
                    <a:pt x="2979815" y="2073527"/>
                    <a:pt x="2997315" y="2056027"/>
                    <a:pt x="3018902" y="2056027"/>
                  </a:cubicBezTo>
                  <a:close/>
                  <a:moveTo>
                    <a:pt x="2924263" y="2056027"/>
                  </a:moveTo>
                  <a:cubicBezTo>
                    <a:pt x="2945850" y="2056027"/>
                    <a:pt x="2963349" y="2073527"/>
                    <a:pt x="2963349" y="2095114"/>
                  </a:cubicBezTo>
                  <a:cubicBezTo>
                    <a:pt x="2963349" y="2116701"/>
                    <a:pt x="2945850" y="2134201"/>
                    <a:pt x="2924263" y="2134201"/>
                  </a:cubicBezTo>
                  <a:cubicBezTo>
                    <a:pt x="2902675" y="2134201"/>
                    <a:pt x="2885175" y="2116701"/>
                    <a:pt x="2885175" y="2095114"/>
                  </a:cubicBezTo>
                  <a:cubicBezTo>
                    <a:pt x="2885175" y="2073527"/>
                    <a:pt x="2902675" y="2056027"/>
                    <a:pt x="2924263" y="2056027"/>
                  </a:cubicBezTo>
                  <a:close/>
                  <a:moveTo>
                    <a:pt x="2831987" y="2056026"/>
                  </a:moveTo>
                  <a:cubicBezTo>
                    <a:pt x="2853574" y="2056026"/>
                    <a:pt x="2871074" y="2073526"/>
                    <a:pt x="2871074" y="2095113"/>
                  </a:cubicBezTo>
                  <a:cubicBezTo>
                    <a:pt x="2871074" y="2116700"/>
                    <a:pt x="2853574" y="2134200"/>
                    <a:pt x="2831987" y="2134200"/>
                  </a:cubicBezTo>
                  <a:cubicBezTo>
                    <a:pt x="2810400" y="2134200"/>
                    <a:pt x="2792900" y="2116700"/>
                    <a:pt x="2792900" y="2095113"/>
                  </a:cubicBezTo>
                  <a:cubicBezTo>
                    <a:pt x="2792900" y="2073526"/>
                    <a:pt x="2810400" y="2056026"/>
                    <a:pt x="2831987" y="2056026"/>
                  </a:cubicBezTo>
                  <a:close/>
                  <a:moveTo>
                    <a:pt x="2737355" y="2056026"/>
                  </a:moveTo>
                  <a:cubicBezTo>
                    <a:pt x="2758934" y="2056026"/>
                    <a:pt x="2776434" y="2073526"/>
                    <a:pt x="2776434" y="2095113"/>
                  </a:cubicBezTo>
                  <a:cubicBezTo>
                    <a:pt x="2776434" y="2116700"/>
                    <a:pt x="2758934" y="2134200"/>
                    <a:pt x="2737355" y="2134200"/>
                  </a:cubicBezTo>
                  <a:cubicBezTo>
                    <a:pt x="2715766" y="2134200"/>
                    <a:pt x="2698264" y="2116700"/>
                    <a:pt x="2698264" y="2095113"/>
                  </a:cubicBezTo>
                  <a:cubicBezTo>
                    <a:pt x="2698264" y="2073526"/>
                    <a:pt x="2715766" y="2056026"/>
                    <a:pt x="2737355" y="2056026"/>
                  </a:cubicBezTo>
                  <a:close/>
                  <a:moveTo>
                    <a:pt x="2645073" y="2056026"/>
                  </a:moveTo>
                  <a:cubicBezTo>
                    <a:pt x="2666661" y="2056026"/>
                    <a:pt x="2684163" y="2073526"/>
                    <a:pt x="2684163" y="2095113"/>
                  </a:cubicBezTo>
                  <a:cubicBezTo>
                    <a:pt x="2684163" y="2116700"/>
                    <a:pt x="2666661" y="2134200"/>
                    <a:pt x="2645073" y="2134200"/>
                  </a:cubicBezTo>
                  <a:cubicBezTo>
                    <a:pt x="2623487" y="2134200"/>
                    <a:pt x="2605987" y="2116700"/>
                    <a:pt x="2605987" y="2095113"/>
                  </a:cubicBezTo>
                  <a:cubicBezTo>
                    <a:pt x="2605987" y="2073526"/>
                    <a:pt x="2623487" y="2056026"/>
                    <a:pt x="2645073" y="2056026"/>
                  </a:cubicBezTo>
                  <a:close/>
                  <a:moveTo>
                    <a:pt x="2550435" y="2056026"/>
                  </a:moveTo>
                  <a:cubicBezTo>
                    <a:pt x="2572023" y="2056026"/>
                    <a:pt x="2589522" y="2073526"/>
                    <a:pt x="2589522" y="2095113"/>
                  </a:cubicBezTo>
                  <a:cubicBezTo>
                    <a:pt x="2589522" y="2116700"/>
                    <a:pt x="2572023" y="2134200"/>
                    <a:pt x="2550435" y="2134200"/>
                  </a:cubicBezTo>
                  <a:cubicBezTo>
                    <a:pt x="2528848" y="2134200"/>
                    <a:pt x="2511350" y="2116700"/>
                    <a:pt x="2511350" y="2095113"/>
                  </a:cubicBezTo>
                  <a:cubicBezTo>
                    <a:pt x="2511350" y="2073526"/>
                    <a:pt x="2528848" y="2056026"/>
                    <a:pt x="2550435" y="2056026"/>
                  </a:cubicBezTo>
                  <a:close/>
                  <a:moveTo>
                    <a:pt x="2458164" y="2056026"/>
                  </a:moveTo>
                  <a:cubicBezTo>
                    <a:pt x="2479749" y="2056026"/>
                    <a:pt x="2497250" y="2073526"/>
                    <a:pt x="2497250" y="2095113"/>
                  </a:cubicBezTo>
                  <a:cubicBezTo>
                    <a:pt x="2497250" y="2116700"/>
                    <a:pt x="2479749" y="2134200"/>
                    <a:pt x="2458164" y="2134200"/>
                  </a:cubicBezTo>
                  <a:cubicBezTo>
                    <a:pt x="2436578" y="2134200"/>
                    <a:pt x="2419078" y="2116700"/>
                    <a:pt x="2419078" y="2095113"/>
                  </a:cubicBezTo>
                  <a:cubicBezTo>
                    <a:pt x="2419078" y="2073526"/>
                    <a:pt x="2436578" y="2056026"/>
                    <a:pt x="2458164" y="2056026"/>
                  </a:cubicBezTo>
                  <a:close/>
                  <a:moveTo>
                    <a:pt x="2363524" y="2056026"/>
                  </a:moveTo>
                  <a:cubicBezTo>
                    <a:pt x="2385111" y="2056026"/>
                    <a:pt x="2402609" y="2073526"/>
                    <a:pt x="2402609" y="2095113"/>
                  </a:cubicBezTo>
                  <a:cubicBezTo>
                    <a:pt x="2402609" y="2116700"/>
                    <a:pt x="2385111" y="2134200"/>
                    <a:pt x="2363524" y="2134200"/>
                  </a:cubicBezTo>
                  <a:cubicBezTo>
                    <a:pt x="2341937" y="2134200"/>
                    <a:pt x="2324437" y="2116700"/>
                    <a:pt x="2324437" y="2095113"/>
                  </a:cubicBezTo>
                  <a:cubicBezTo>
                    <a:pt x="2324437" y="2073526"/>
                    <a:pt x="2341937" y="2056026"/>
                    <a:pt x="2363524" y="2056026"/>
                  </a:cubicBezTo>
                  <a:close/>
                  <a:moveTo>
                    <a:pt x="2266520" y="2056026"/>
                  </a:moveTo>
                  <a:cubicBezTo>
                    <a:pt x="2288105" y="2056026"/>
                    <a:pt x="2305606" y="2073526"/>
                    <a:pt x="2305606" y="2095113"/>
                  </a:cubicBezTo>
                  <a:cubicBezTo>
                    <a:pt x="2305606" y="2116700"/>
                    <a:pt x="2288105" y="2134200"/>
                    <a:pt x="2266520" y="2134200"/>
                  </a:cubicBezTo>
                  <a:cubicBezTo>
                    <a:pt x="2244929" y="2134200"/>
                    <a:pt x="2227431" y="2116700"/>
                    <a:pt x="2227431" y="2095113"/>
                  </a:cubicBezTo>
                  <a:cubicBezTo>
                    <a:pt x="2227431" y="2073526"/>
                    <a:pt x="2244929" y="2056026"/>
                    <a:pt x="2266520" y="2056026"/>
                  </a:cubicBezTo>
                  <a:close/>
                  <a:moveTo>
                    <a:pt x="856407" y="2056026"/>
                  </a:moveTo>
                  <a:cubicBezTo>
                    <a:pt x="877993" y="2056026"/>
                    <a:pt x="895492" y="2073526"/>
                    <a:pt x="895492" y="2095113"/>
                  </a:cubicBezTo>
                  <a:cubicBezTo>
                    <a:pt x="895492" y="2116700"/>
                    <a:pt x="877993" y="2134200"/>
                    <a:pt x="856407" y="2134200"/>
                  </a:cubicBezTo>
                  <a:cubicBezTo>
                    <a:pt x="834821" y="2134200"/>
                    <a:pt x="817323" y="2116700"/>
                    <a:pt x="817323" y="2095113"/>
                  </a:cubicBezTo>
                  <a:cubicBezTo>
                    <a:pt x="817323" y="2073526"/>
                    <a:pt x="834821" y="2056026"/>
                    <a:pt x="856407" y="2056026"/>
                  </a:cubicBezTo>
                  <a:close/>
                  <a:moveTo>
                    <a:pt x="764138" y="2056026"/>
                  </a:moveTo>
                  <a:cubicBezTo>
                    <a:pt x="785725" y="2056026"/>
                    <a:pt x="803223" y="2073526"/>
                    <a:pt x="803223" y="2095113"/>
                  </a:cubicBezTo>
                  <a:cubicBezTo>
                    <a:pt x="803223" y="2116700"/>
                    <a:pt x="785725" y="2134200"/>
                    <a:pt x="764138" y="2134200"/>
                  </a:cubicBezTo>
                  <a:cubicBezTo>
                    <a:pt x="742548" y="2134200"/>
                    <a:pt x="725053" y="2116700"/>
                    <a:pt x="725053" y="2095113"/>
                  </a:cubicBezTo>
                  <a:cubicBezTo>
                    <a:pt x="725053" y="2073526"/>
                    <a:pt x="742548" y="2056026"/>
                    <a:pt x="764138" y="2056026"/>
                  </a:cubicBezTo>
                  <a:close/>
                  <a:moveTo>
                    <a:pt x="3584377" y="1973215"/>
                  </a:moveTo>
                  <a:cubicBezTo>
                    <a:pt x="3605964" y="1973215"/>
                    <a:pt x="3623463" y="1990715"/>
                    <a:pt x="3623463" y="2012302"/>
                  </a:cubicBezTo>
                  <a:cubicBezTo>
                    <a:pt x="3623463" y="2033889"/>
                    <a:pt x="3605964" y="2051389"/>
                    <a:pt x="3584377" y="2051389"/>
                  </a:cubicBezTo>
                  <a:cubicBezTo>
                    <a:pt x="3562789" y="2051389"/>
                    <a:pt x="3545289" y="2033889"/>
                    <a:pt x="3545289" y="2012302"/>
                  </a:cubicBezTo>
                  <a:cubicBezTo>
                    <a:pt x="3545289" y="1990715"/>
                    <a:pt x="3562789" y="1973215"/>
                    <a:pt x="3584377" y="1973215"/>
                  </a:cubicBezTo>
                  <a:close/>
                  <a:moveTo>
                    <a:pt x="3489737" y="1973215"/>
                  </a:moveTo>
                  <a:cubicBezTo>
                    <a:pt x="3511324" y="1973215"/>
                    <a:pt x="3528823" y="1990715"/>
                    <a:pt x="3528823" y="2012302"/>
                  </a:cubicBezTo>
                  <a:cubicBezTo>
                    <a:pt x="3528823" y="2033889"/>
                    <a:pt x="3511324" y="2051389"/>
                    <a:pt x="3489737" y="2051389"/>
                  </a:cubicBezTo>
                  <a:cubicBezTo>
                    <a:pt x="3468149" y="2051389"/>
                    <a:pt x="3450649" y="2033889"/>
                    <a:pt x="3450649" y="2012302"/>
                  </a:cubicBezTo>
                  <a:cubicBezTo>
                    <a:pt x="3450649" y="1990715"/>
                    <a:pt x="3468149" y="1973215"/>
                    <a:pt x="3489737" y="1973215"/>
                  </a:cubicBezTo>
                  <a:close/>
                  <a:moveTo>
                    <a:pt x="3392731" y="1973215"/>
                  </a:moveTo>
                  <a:cubicBezTo>
                    <a:pt x="3414319" y="1973215"/>
                    <a:pt x="3431819" y="1990715"/>
                    <a:pt x="3431819" y="2012302"/>
                  </a:cubicBezTo>
                  <a:cubicBezTo>
                    <a:pt x="3431819" y="2033889"/>
                    <a:pt x="3414319" y="2051389"/>
                    <a:pt x="3392731" y="2051389"/>
                  </a:cubicBezTo>
                  <a:cubicBezTo>
                    <a:pt x="3371144" y="2051389"/>
                    <a:pt x="3353644" y="2033889"/>
                    <a:pt x="3353644" y="2012302"/>
                  </a:cubicBezTo>
                  <a:cubicBezTo>
                    <a:pt x="3353644" y="1990715"/>
                    <a:pt x="3371144" y="1973215"/>
                    <a:pt x="3392731" y="1973215"/>
                  </a:cubicBezTo>
                  <a:close/>
                  <a:moveTo>
                    <a:pt x="3205815" y="1973215"/>
                  </a:moveTo>
                  <a:cubicBezTo>
                    <a:pt x="3227403" y="1973215"/>
                    <a:pt x="3244903" y="1990715"/>
                    <a:pt x="3244903" y="2012302"/>
                  </a:cubicBezTo>
                  <a:cubicBezTo>
                    <a:pt x="3244903" y="2033889"/>
                    <a:pt x="3227403" y="2051389"/>
                    <a:pt x="3205815" y="2051389"/>
                  </a:cubicBezTo>
                  <a:cubicBezTo>
                    <a:pt x="3184228" y="2051389"/>
                    <a:pt x="3166728" y="2033889"/>
                    <a:pt x="3166728" y="2012302"/>
                  </a:cubicBezTo>
                  <a:cubicBezTo>
                    <a:pt x="3166728" y="1990715"/>
                    <a:pt x="3184228" y="1973215"/>
                    <a:pt x="3205815" y="1973215"/>
                  </a:cubicBezTo>
                  <a:close/>
                  <a:moveTo>
                    <a:pt x="3111175" y="1973215"/>
                  </a:moveTo>
                  <a:cubicBezTo>
                    <a:pt x="3132763" y="1973215"/>
                    <a:pt x="3150263" y="1990715"/>
                    <a:pt x="3150263" y="2012302"/>
                  </a:cubicBezTo>
                  <a:cubicBezTo>
                    <a:pt x="3150263" y="2033889"/>
                    <a:pt x="3132763" y="2051389"/>
                    <a:pt x="3111175" y="2051389"/>
                  </a:cubicBezTo>
                  <a:cubicBezTo>
                    <a:pt x="3089588" y="2051389"/>
                    <a:pt x="3072088" y="2033889"/>
                    <a:pt x="3072088" y="2012302"/>
                  </a:cubicBezTo>
                  <a:cubicBezTo>
                    <a:pt x="3072088" y="1990715"/>
                    <a:pt x="3089588" y="1973215"/>
                    <a:pt x="3111175" y="1973215"/>
                  </a:cubicBezTo>
                  <a:close/>
                  <a:moveTo>
                    <a:pt x="3018902" y="1973215"/>
                  </a:moveTo>
                  <a:cubicBezTo>
                    <a:pt x="3040489" y="1973215"/>
                    <a:pt x="3057989" y="1990715"/>
                    <a:pt x="3057989" y="2012302"/>
                  </a:cubicBezTo>
                  <a:cubicBezTo>
                    <a:pt x="3057989" y="2033889"/>
                    <a:pt x="3040489" y="2051389"/>
                    <a:pt x="3018902" y="2051389"/>
                  </a:cubicBezTo>
                  <a:cubicBezTo>
                    <a:pt x="2997315" y="2051389"/>
                    <a:pt x="2979815" y="2033889"/>
                    <a:pt x="2979815" y="2012302"/>
                  </a:cubicBezTo>
                  <a:cubicBezTo>
                    <a:pt x="2979815" y="1990715"/>
                    <a:pt x="2997315" y="1973215"/>
                    <a:pt x="3018902" y="1973215"/>
                  </a:cubicBezTo>
                  <a:close/>
                  <a:moveTo>
                    <a:pt x="2924263" y="1973215"/>
                  </a:moveTo>
                  <a:cubicBezTo>
                    <a:pt x="2945850" y="1973215"/>
                    <a:pt x="2963349" y="1990715"/>
                    <a:pt x="2963349" y="2012302"/>
                  </a:cubicBezTo>
                  <a:cubicBezTo>
                    <a:pt x="2963349" y="2033889"/>
                    <a:pt x="2945850" y="2051389"/>
                    <a:pt x="2924263" y="2051389"/>
                  </a:cubicBezTo>
                  <a:cubicBezTo>
                    <a:pt x="2902675" y="2051389"/>
                    <a:pt x="2885175" y="2033889"/>
                    <a:pt x="2885175" y="2012302"/>
                  </a:cubicBezTo>
                  <a:cubicBezTo>
                    <a:pt x="2885175" y="1990715"/>
                    <a:pt x="2902675" y="1973215"/>
                    <a:pt x="2924263" y="1973215"/>
                  </a:cubicBezTo>
                  <a:close/>
                  <a:moveTo>
                    <a:pt x="2831987" y="1973215"/>
                  </a:moveTo>
                  <a:cubicBezTo>
                    <a:pt x="2853574" y="1973215"/>
                    <a:pt x="2871074" y="1990715"/>
                    <a:pt x="2871074" y="2012302"/>
                  </a:cubicBezTo>
                  <a:cubicBezTo>
                    <a:pt x="2871074" y="2033889"/>
                    <a:pt x="2853574" y="2051389"/>
                    <a:pt x="2831987" y="2051389"/>
                  </a:cubicBezTo>
                  <a:cubicBezTo>
                    <a:pt x="2810400" y="2051389"/>
                    <a:pt x="2792900" y="2033889"/>
                    <a:pt x="2792900" y="2012302"/>
                  </a:cubicBezTo>
                  <a:cubicBezTo>
                    <a:pt x="2792900" y="1990715"/>
                    <a:pt x="2810400" y="1973215"/>
                    <a:pt x="2831987" y="1973215"/>
                  </a:cubicBezTo>
                  <a:close/>
                  <a:moveTo>
                    <a:pt x="2737356" y="1973215"/>
                  </a:moveTo>
                  <a:cubicBezTo>
                    <a:pt x="2758934" y="1973215"/>
                    <a:pt x="2776434" y="1990715"/>
                    <a:pt x="2776434" y="2012302"/>
                  </a:cubicBezTo>
                  <a:cubicBezTo>
                    <a:pt x="2776434" y="2033889"/>
                    <a:pt x="2758934" y="2051389"/>
                    <a:pt x="2737356" y="2051389"/>
                  </a:cubicBezTo>
                  <a:cubicBezTo>
                    <a:pt x="2715766" y="2051389"/>
                    <a:pt x="2698264" y="2033889"/>
                    <a:pt x="2698264" y="2012302"/>
                  </a:cubicBezTo>
                  <a:cubicBezTo>
                    <a:pt x="2698264" y="1990715"/>
                    <a:pt x="2715766" y="1973215"/>
                    <a:pt x="2737356" y="1973215"/>
                  </a:cubicBezTo>
                  <a:close/>
                  <a:moveTo>
                    <a:pt x="2645073" y="1973215"/>
                  </a:moveTo>
                  <a:cubicBezTo>
                    <a:pt x="2666661" y="1973215"/>
                    <a:pt x="2684163" y="1990715"/>
                    <a:pt x="2684163" y="2012302"/>
                  </a:cubicBezTo>
                  <a:cubicBezTo>
                    <a:pt x="2684163" y="2033889"/>
                    <a:pt x="2666661" y="2051389"/>
                    <a:pt x="2645073" y="2051389"/>
                  </a:cubicBezTo>
                  <a:cubicBezTo>
                    <a:pt x="2623487" y="2051389"/>
                    <a:pt x="2605987" y="2033889"/>
                    <a:pt x="2605987" y="2012302"/>
                  </a:cubicBezTo>
                  <a:cubicBezTo>
                    <a:pt x="2605987" y="1990715"/>
                    <a:pt x="2623487" y="1973215"/>
                    <a:pt x="2645073" y="1973215"/>
                  </a:cubicBezTo>
                  <a:close/>
                  <a:moveTo>
                    <a:pt x="2550435" y="1973215"/>
                  </a:moveTo>
                  <a:cubicBezTo>
                    <a:pt x="2572023" y="1973215"/>
                    <a:pt x="2589522" y="1990715"/>
                    <a:pt x="2589522" y="2012302"/>
                  </a:cubicBezTo>
                  <a:cubicBezTo>
                    <a:pt x="2589522" y="2033889"/>
                    <a:pt x="2572023" y="2051389"/>
                    <a:pt x="2550435" y="2051389"/>
                  </a:cubicBezTo>
                  <a:cubicBezTo>
                    <a:pt x="2528848" y="2051389"/>
                    <a:pt x="2511351" y="2033889"/>
                    <a:pt x="2511351" y="2012302"/>
                  </a:cubicBezTo>
                  <a:cubicBezTo>
                    <a:pt x="2511351" y="1990715"/>
                    <a:pt x="2528848" y="1973215"/>
                    <a:pt x="2550435" y="1973215"/>
                  </a:cubicBezTo>
                  <a:close/>
                  <a:moveTo>
                    <a:pt x="2458164" y="1973215"/>
                  </a:moveTo>
                  <a:cubicBezTo>
                    <a:pt x="2479749" y="1973215"/>
                    <a:pt x="2497250" y="1990715"/>
                    <a:pt x="2497250" y="2012302"/>
                  </a:cubicBezTo>
                  <a:cubicBezTo>
                    <a:pt x="2497250" y="2033889"/>
                    <a:pt x="2479749" y="2051389"/>
                    <a:pt x="2458164" y="2051389"/>
                  </a:cubicBezTo>
                  <a:cubicBezTo>
                    <a:pt x="2436579" y="2051389"/>
                    <a:pt x="2419078" y="2033889"/>
                    <a:pt x="2419078" y="2012302"/>
                  </a:cubicBezTo>
                  <a:cubicBezTo>
                    <a:pt x="2419078" y="1990715"/>
                    <a:pt x="2436579" y="1973215"/>
                    <a:pt x="2458164" y="1973215"/>
                  </a:cubicBezTo>
                  <a:close/>
                  <a:moveTo>
                    <a:pt x="2363524" y="1973215"/>
                  </a:moveTo>
                  <a:cubicBezTo>
                    <a:pt x="2385111" y="1973215"/>
                    <a:pt x="2402609" y="1990715"/>
                    <a:pt x="2402609" y="2012302"/>
                  </a:cubicBezTo>
                  <a:cubicBezTo>
                    <a:pt x="2402609" y="2033889"/>
                    <a:pt x="2385111" y="2051389"/>
                    <a:pt x="2363524" y="2051389"/>
                  </a:cubicBezTo>
                  <a:cubicBezTo>
                    <a:pt x="2341939" y="2051389"/>
                    <a:pt x="2324437" y="2033889"/>
                    <a:pt x="2324437" y="2012302"/>
                  </a:cubicBezTo>
                  <a:cubicBezTo>
                    <a:pt x="2324437" y="1990715"/>
                    <a:pt x="2341939" y="1973215"/>
                    <a:pt x="2363524" y="1973215"/>
                  </a:cubicBezTo>
                  <a:close/>
                  <a:moveTo>
                    <a:pt x="2266521" y="1973215"/>
                  </a:moveTo>
                  <a:cubicBezTo>
                    <a:pt x="2288105" y="1973215"/>
                    <a:pt x="2305606" y="1990715"/>
                    <a:pt x="2305606" y="2012302"/>
                  </a:cubicBezTo>
                  <a:cubicBezTo>
                    <a:pt x="2305606" y="2033889"/>
                    <a:pt x="2288105" y="2051389"/>
                    <a:pt x="2266521" y="2051389"/>
                  </a:cubicBezTo>
                  <a:cubicBezTo>
                    <a:pt x="2244929" y="2051389"/>
                    <a:pt x="2227431" y="2033889"/>
                    <a:pt x="2227431" y="2012302"/>
                  </a:cubicBezTo>
                  <a:cubicBezTo>
                    <a:pt x="2227431" y="1990715"/>
                    <a:pt x="2244929" y="1973215"/>
                    <a:pt x="2266521" y="1973215"/>
                  </a:cubicBezTo>
                  <a:close/>
                  <a:moveTo>
                    <a:pt x="1142694" y="1973215"/>
                  </a:moveTo>
                  <a:cubicBezTo>
                    <a:pt x="1164282" y="1973215"/>
                    <a:pt x="1181781" y="1990715"/>
                    <a:pt x="1181781" y="2012302"/>
                  </a:cubicBezTo>
                  <a:cubicBezTo>
                    <a:pt x="1181781" y="2033889"/>
                    <a:pt x="1164282" y="2051389"/>
                    <a:pt x="1142694" y="2051389"/>
                  </a:cubicBezTo>
                  <a:cubicBezTo>
                    <a:pt x="1121104" y="2051389"/>
                    <a:pt x="1103602" y="2033889"/>
                    <a:pt x="1103602" y="2012302"/>
                  </a:cubicBezTo>
                  <a:cubicBezTo>
                    <a:pt x="1103602" y="1990715"/>
                    <a:pt x="1121104" y="1973215"/>
                    <a:pt x="1142694" y="1973215"/>
                  </a:cubicBezTo>
                  <a:close/>
                  <a:moveTo>
                    <a:pt x="764140" y="1973215"/>
                  </a:moveTo>
                  <a:cubicBezTo>
                    <a:pt x="785728" y="1973215"/>
                    <a:pt x="803226" y="1990715"/>
                    <a:pt x="803226" y="2012302"/>
                  </a:cubicBezTo>
                  <a:cubicBezTo>
                    <a:pt x="803226" y="2033889"/>
                    <a:pt x="785728" y="2051389"/>
                    <a:pt x="764140" y="2051389"/>
                  </a:cubicBezTo>
                  <a:cubicBezTo>
                    <a:pt x="742552" y="2051389"/>
                    <a:pt x="725056" y="2033889"/>
                    <a:pt x="725056" y="2012302"/>
                  </a:cubicBezTo>
                  <a:cubicBezTo>
                    <a:pt x="725056" y="1990715"/>
                    <a:pt x="742552" y="1973215"/>
                    <a:pt x="764140" y="1973215"/>
                  </a:cubicBezTo>
                  <a:close/>
                  <a:moveTo>
                    <a:pt x="669495" y="1973215"/>
                  </a:moveTo>
                  <a:cubicBezTo>
                    <a:pt x="691093" y="1973215"/>
                    <a:pt x="708592" y="1990715"/>
                    <a:pt x="708592" y="2012302"/>
                  </a:cubicBezTo>
                  <a:cubicBezTo>
                    <a:pt x="708592" y="2033889"/>
                    <a:pt x="691093" y="2051389"/>
                    <a:pt x="669495" y="2051389"/>
                  </a:cubicBezTo>
                  <a:cubicBezTo>
                    <a:pt x="647918" y="2051389"/>
                    <a:pt x="630416" y="2033889"/>
                    <a:pt x="630416" y="2012302"/>
                  </a:cubicBezTo>
                  <a:cubicBezTo>
                    <a:pt x="630416" y="1990715"/>
                    <a:pt x="647918" y="1973215"/>
                    <a:pt x="669495" y="1973215"/>
                  </a:cubicBezTo>
                  <a:close/>
                  <a:moveTo>
                    <a:pt x="577223" y="1973215"/>
                  </a:moveTo>
                  <a:cubicBezTo>
                    <a:pt x="598813" y="1973215"/>
                    <a:pt x="616315" y="1990715"/>
                    <a:pt x="616315" y="2012302"/>
                  </a:cubicBezTo>
                  <a:cubicBezTo>
                    <a:pt x="616315" y="2033889"/>
                    <a:pt x="598813" y="2051389"/>
                    <a:pt x="577223" y="2051389"/>
                  </a:cubicBezTo>
                  <a:cubicBezTo>
                    <a:pt x="555634" y="2051389"/>
                    <a:pt x="538132" y="2033889"/>
                    <a:pt x="538132" y="2012302"/>
                  </a:cubicBezTo>
                  <a:cubicBezTo>
                    <a:pt x="538132" y="1990715"/>
                    <a:pt x="555634" y="1973215"/>
                    <a:pt x="577223" y="1973215"/>
                  </a:cubicBezTo>
                  <a:close/>
                  <a:moveTo>
                    <a:pt x="484944" y="1973215"/>
                  </a:moveTo>
                  <a:cubicBezTo>
                    <a:pt x="506530" y="1973215"/>
                    <a:pt x="524029" y="1990715"/>
                    <a:pt x="524029" y="2012302"/>
                  </a:cubicBezTo>
                  <a:cubicBezTo>
                    <a:pt x="524029" y="2033889"/>
                    <a:pt x="506530" y="2051389"/>
                    <a:pt x="484944" y="2051389"/>
                  </a:cubicBezTo>
                  <a:cubicBezTo>
                    <a:pt x="463352" y="2051389"/>
                    <a:pt x="445862" y="2033889"/>
                    <a:pt x="445862" y="2012302"/>
                  </a:cubicBezTo>
                  <a:cubicBezTo>
                    <a:pt x="445862" y="1990715"/>
                    <a:pt x="463352" y="1973215"/>
                    <a:pt x="484944" y="1973215"/>
                  </a:cubicBezTo>
                  <a:close/>
                  <a:moveTo>
                    <a:pt x="3679017" y="1892773"/>
                  </a:moveTo>
                  <a:cubicBezTo>
                    <a:pt x="3700604" y="1892773"/>
                    <a:pt x="3718103" y="1910273"/>
                    <a:pt x="3718103" y="1931860"/>
                  </a:cubicBezTo>
                  <a:cubicBezTo>
                    <a:pt x="3718103" y="1953447"/>
                    <a:pt x="3700604" y="1970947"/>
                    <a:pt x="3679017" y="1970947"/>
                  </a:cubicBezTo>
                  <a:cubicBezTo>
                    <a:pt x="3657429" y="1970947"/>
                    <a:pt x="3639929" y="1953447"/>
                    <a:pt x="3639929" y="1931860"/>
                  </a:cubicBezTo>
                  <a:cubicBezTo>
                    <a:pt x="3639929" y="1910273"/>
                    <a:pt x="3657429" y="1892773"/>
                    <a:pt x="3679017" y="1892773"/>
                  </a:cubicBezTo>
                  <a:close/>
                  <a:moveTo>
                    <a:pt x="3584377" y="1892773"/>
                  </a:moveTo>
                  <a:cubicBezTo>
                    <a:pt x="3605964" y="1892773"/>
                    <a:pt x="3623463" y="1910273"/>
                    <a:pt x="3623463" y="1931860"/>
                  </a:cubicBezTo>
                  <a:cubicBezTo>
                    <a:pt x="3623463" y="1953447"/>
                    <a:pt x="3605964" y="1970947"/>
                    <a:pt x="3584377" y="1970947"/>
                  </a:cubicBezTo>
                  <a:cubicBezTo>
                    <a:pt x="3562789" y="1970947"/>
                    <a:pt x="3545289" y="1953447"/>
                    <a:pt x="3545289" y="1931860"/>
                  </a:cubicBezTo>
                  <a:cubicBezTo>
                    <a:pt x="3545289" y="1910273"/>
                    <a:pt x="3562789" y="1892773"/>
                    <a:pt x="3584377" y="1892773"/>
                  </a:cubicBezTo>
                  <a:close/>
                  <a:moveTo>
                    <a:pt x="3489737" y="1892773"/>
                  </a:moveTo>
                  <a:cubicBezTo>
                    <a:pt x="3511324" y="1892773"/>
                    <a:pt x="3528823" y="1910273"/>
                    <a:pt x="3528823" y="1931860"/>
                  </a:cubicBezTo>
                  <a:cubicBezTo>
                    <a:pt x="3528823" y="1953447"/>
                    <a:pt x="3511324" y="1970947"/>
                    <a:pt x="3489737" y="1970947"/>
                  </a:cubicBezTo>
                  <a:cubicBezTo>
                    <a:pt x="3468149" y="1970947"/>
                    <a:pt x="3450649" y="1953447"/>
                    <a:pt x="3450649" y="1931860"/>
                  </a:cubicBezTo>
                  <a:cubicBezTo>
                    <a:pt x="3450649" y="1910273"/>
                    <a:pt x="3468149" y="1892773"/>
                    <a:pt x="3489737" y="1892773"/>
                  </a:cubicBezTo>
                  <a:close/>
                  <a:moveTo>
                    <a:pt x="3392731" y="1892773"/>
                  </a:moveTo>
                  <a:cubicBezTo>
                    <a:pt x="3414319" y="1892773"/>
                    <a:pt x="3431819" y="1910273"/>
                    <a:pt x="3431819" y="1931860"/>
                  </a:cubicBezTo>
                  <a:cubicBezTo>
                    <a:pt x="3431819" y="1953447"/>
                    <a:pt x="3414319" y="1970947"/>
                    <a:pt x="3392731" y="1970947"/>
                  </a:cubicBezTo>
                  <a:cubicBezTo>
                    <a:pt x="3371144" y="1970947"/>
                    <a:pt x="3353644" y="1953447"/>
                    <a:pt x="3353644" y="1931860"/>
                  </a:cubicBezTo>
                  <a:cubicBezTo>
                    <a:pt x="3353644" y="1910273"/>
                    <a:pt x="3371144" y="1892773"/>
                    <a:pt x="3392731" y="1892773"/>
                  </a:cubicBezTo>
                  <a:close/>
                  <a:moveTo>
                    <a:pt x="3205815" y="1892773"/>
                  </a:moveTo>
                  <a:cubicBezTo>
                    <a:pt x="3227403" y="1892773"/>
                    <a:pt x="3244903" y="1910273"/>
                    <a:pt x="3244903" y="1931860"/>
                  </a:cubicBezTo>
                  <a:cubicBezTo>
                    <a:pt x="3244903" y="1953447"/>
                    <a:pt x="3227403" y="1970947"/>
                    <a:pt x="3205815" y="1970947"/>
                  </a:cubicBezTo>
                  <a:cubicBezTo>
                    <a:pt x="3184228" y="1970947"/>
                    <a:pt x="3166728" y="1953447"/>
                    <a:pt x="3166728" y="1931860"/>
                  </a:cubicBezTo>
                  <a:cubicBezTo>
                    <a:pt x="3166728" y="1910273"/>
                    <a:pt x="3184228" y="1892773"/>
                    <a:pt x="3205815" y="1892773"/>
                  </a:cubicBezTo>
                  <a:close/>
                  <a:moveTo>
                    <a:pt x="3111175" y="1892773"/>
                  </a:moveTo>
                  <a:cubicBezTo>
                    <a:pt x="3132763" y="1892773"/>
                    <a:pt x="3150263" y="1910273"/>
                    <a:pt x="3150263" y="1931860"/>
                  </a:cubicBezTo>
                  <a:cubicBezTo>
                    <a:pt x="3150263" y="1953447"/>
                    <a:pt x="3132763" y="1970947"/>
                    <a:pt x="3111175" y="1970947"/>
                  </a:cubicBezTo>
                  <a:cubicBezTo>
                    <a:pt x="3089588" y="1970947"/>
                    <a:pt x="3072088" y="1953447"/>
                    <a:pt x="3072088" y="1931860"/>
                  </a:cubicBezTo>
                  <a:cubicBezTo>
                    <a:pt x="3072088" y="1910273"/>
                    <a:pt x="3089588" y="1892773"/>
                    <a:pt x="3111175" y="1892773"/>
                  </a:cubicBezTo>
                  <a:close/>
                  <a:moveTo>
                    <a:pt x="3018902" y="1892773"/>
                  </a:moveTo>
                  <a:cubicBezTo>
                    <a:pt x="3040489" y="1892773"/>
                    <a:pt x="3057989" y="1910273"/>
                    <a:pt x="3057989" y="1931860"/>
                  </a:cubicBezTo>
                  <a:cubicBezTo>
                    <a:pt x="3057989" y="1953447"/>
                    <a:pt x="3040489" y="1970947"/>
                    <a:pt x="3018902" y="1970947"/>
                  </a:cubicBezTo>
                  <a:cubicBezTo>
                    <a:pt x="2997315" y="1970947"/>
                    <a:pt x="2979815" y="1953447"/>
                    <a:pt x="2979815" y="1931860"/>
                  </a:cubicBezTo>
                  <a:cubicBezTo>
                    <a:pt x="2979815" y="1910273"/>
                    <a:pt x="2997315" y="1892773"/>
                    <a:pt x="3018902" y="1892773"/>
                  </a:cubicBezTo>
                  <a:close/>
                  <a:moveTo>
                    <a:pt x="2924263" y="1892773"/>
                  </a:moveTo>
                  <a:cubicBezTo>
                    <a:pt x="2945850" y="1892773"/>
                    <a:pt x="2963349" y="1910273"/>
                    <a:pt x="2963349" y="1931860"/>
                  </a:cubicBezTo>
                  <a:cubicBezTo>
                    <a:pt x="2963349" y="1953447"/>
                    <a:pt x="2945850" y="1970947"/>
                    <a:pt x="2924263" y="1970947"/>
                  </a:cubicBezTo>
                  <a:cubicBezTo>
                    <a:pt x="2902675" y="1970947"/>
                    <a:pt x="2885175" y="1953447"/>
                    <a:pt x="2885175" y="1931860"/>
                  </a:cubicBezTo>
                  <a:cubicBezTo>
                    <a:pt x="2885175" y="1910273"/>
                    <a:pt x="2902675" y="1892773"/>
                    <a:pt x="2924263" y="1892773"/>
                  </a:cubicBezTo>
                  <a:close/>
                  <a:moveTo>
                    <a:pt x="2831987" y="1892773"/>
                  </a:moveTo>
                  <a:cubicBezTo>
                    <a:pt x="2853574" y="1892773"/>
                    <a:pt x="2871074" y="1910273"/>
                    <a:pt x="2871074" y="1931860"/>
                  </a:cubicBezTo>
                  <a:cubicBezTo>
                    <a:pt x="2871074" y="1953447"/>
                    <a:pt x="2853574" y="1970947"/>
                    <a:pt x="2831987" y="1970947"/>
                  </a:cubicBezTo>
                  <a:cubicBezTo>
                    <a:pt x="2810400" y="1970947"/>
                    <a:pt x="2792900" y="1953447"/>
                    <a:pt x="2792900" y="1931860"/>
                  </a:cubicBezTo>
                  <a:cubicBezTo>
                    <a:pt x="2792900" y="1910273"/>
                    <a:pt x="2810400" y="1892773"/>
                    <a:pt x="2831987" y="1892773"/>
                  </a:cubicBezTo>
                  <a:close/>
                  <a:moveTo>
                    <a:pt x="2737356" y="1892773"/>
                  </a:moveTo>
                  <a:cubicBezTo>
                    <a:pt x="2758934" y="1892773"/>
                    <a:pt x="2776434" y="1910273"/>
                    <a:pt x="2776434" y="1931860"/>
                  </a:cubicBezTo>
                  <a:cubicBezTo>
                    <a:pt x="2776434" y="1953447"/>
                    <a:pt x="2758934" y="1970947"/>
                    <a:pt x="2737356" y="1970947"/>
                  </a:cubicBezTo>
                  <a:cubicBezTo>
                    <a:pt x="2715766" y="1970947"/>
                    <a:pt x="2698265" y="1953447"/>
                    <a:pt x="2698265" y="1931860"/>
                  </a:cubicBezTo>
                  <a:cubicBezTo>
                    <a:pt x="2698265" y="1910273"/>
                    <a:pt x="2715766" y="1892773"/>
                    <a:pt x="2737356" y="1892773"/>
                  </a:cubicBezTo>
                  <a:close/>
                  <a:moveTo>
                    <a:pt x="2645073" y="1892773"/>
                  </a:moveTo>
                  <a:cubicBezTo>
                    <a:pt x="2666661" y="1892773"/>
                    <a:pt x="2684163" y="1910273"/>
                    <a:pt x="2684163" y="1931860"/>
                  </a:cubicBezTo>
                  <a:cubicBezTo>
                    <a:pt x="2684163" y="1953447"/>
                    <a:pt x="2666661" y="1970947"/>
                    <a:pt x="2645073" y="1970947"/>
                  </a:cubicBezTo>
                  <a:cubicBezTo>
                    <a:pt x="2623487" y="1970947"/>
                    <a:pt x="2605987" y="1953447"/>
                    <a:pt x="2605987" y="1931860"/>
                  </a:cubicBezTo>
                  <a:cubicBezTo>
                    <a:pt x="2605987" y="1910273"/>
                    <a:pt x="2623487" y="1892773"/>
                    <a:pt x="2645073" y="1892773"/>
                  </a:cubicBezTo>
                  <a:close/>
                  <a:moveTo>
                    <a:pt x="2550436" y="1892773"/>
                  </a:moveTo>
                  <a:cubicBezTo>
                    <a:pt x="2572023" y="1892773"/>
                    <a:pt x="2589522" y="1910273"/>
                    <a:pt x="2589522" y="1931860"/>
                  </a:cubicBezTo>
                  <a:cubicBezTo>
                    <a:pt x="2589522" y="1953447"/>
                    <a:pt x="2572023" y="1970947"/>
                    <a:pt x="2550436" y="1970947"/>
                  </a:cubicBezTo>
                  <a:cubicBezTo>
                    <a:pt x="2528849" y="1970947"/>
                    <a:pt x="2511351" y="1953447"/>
                    <a:pt x="2511351" y="1931860"/>
                  </a:cubicBezTo>
                  <a:cubicBezTo>
                    <a:pt x="2511351" y="1910273"/>
                    <a:pt x="2528849" y="1892773"/>
                    <a:pt x="2550436" y="1892773"/>
                  </a:cubicBezTo>
                  <a:close/>
                  <a:moveTo>
                    <a:pt x="2458164" y="1892773"/>
                  </a:moveTo>
                  <a:cubicBezTo>
                    <a:pt x="2479752" y="1892773"/>
                    <a:pt x="2497251" y="1910273"/>
                    <a:pt x="2497251" y="1931860"/>
                  </a:cubicBezTo>
                  <a:cubicBezTo>
                    <a:pt x="2497251" y="1953447"/>
                    <a:pt x="2479752" y="1970947"/>
                    <a:pt x="2458164" y="1970947"/>
                  </a:cubicBezTo>
                  <a:cubicBezTo>
                    <a:pt x="2436580" y="1970947"/>
                    <a:pt x="2419078" y="1953447"/>
                    <a:pt x="2419078" y="1931860"/>
                  </a:cubicBezTo>
                  <a:cubicBezTo>
                    <a:pt x="2419078" y="1910273"/>
                    <a:pt x="2436580" y="1892773"/>
                    <a:pt x="2458164" y="1892773"/>
                  </a:cubicBezTo>
                  <a:close/>
                  <a:moveTo>
                    <a:pt x="2363524" y="1892773"/>
                  </a:moveTo>
                  <a:cubicBezTo>
                    <a:pt x="2385113" y="1892773"/>
                    <a:pt x="2402611" y="1910273"/>
                    <a:pt x="2402611" y="1931860"/>
                  </a:cubicBezTo>
                  <a:cubicBezTo>
                    <a:pt x="2402611" y="1953447"/>
                    <a:pt x="2385113" y="1970947"/>
                    <a:pt x="2363524" y="1970947"/>
                  </a:cubicBezTo>
                  <a:cubicBezTo>
                    <a:pt x="2341940" y="1970947"/>
                    <a:pt x="2324437" y="1953447"/>
                    <a:pt x="2324437" y="1931860"/>
                  </a:cubicBezTo>
                  <a:cubicBezTo>
                    <a:pt x="2324437" y="1910273"/>
                    <a:pt x="2341940" y="1892773"/>
                    <a:pt x="2363524" y="1892773"/>
                  </a:cubicBezTo>
                  <a:close/>
                  <a:moveTo>
                    <a:pt x="2266521" y="1892773"/>
                  </a:moveTo>
                  <a:cubicBezTo>
                    <a:pt x="2288107" y="1892773"/>
                    <a:pt x="2305606" y="1910273"/>
                    <a:pt x="2305606" y="1931860"/>
                  </a:cubicBezTo>
                  <a:cubicBezTo>
                    <a:pt x="2305606" y="1953447"/>
                    <a:pt x="2288107" y="1970947"/>
                    <a:pt x="2266521" y="1970947"/>
                  </a:cubicBezTo>
                  <a:cubicBezTo>
                    <a:pt x="2244929" y="1970947"/>
                    <a:pt x="2227432" y="1953447"/>
                    <a:pt x="2227432" y="1931860"/>
                  </a:cubicBezTo>
                  <a:cubicBezTo>
                    <a:pt x="2227432" y="1910273"/>
                    <a:pt x="2244929" y="1892773"/>
                    <a:pt x="2266521" y="1892773"/>
                  </a:cubicBezTo>
                  <a:close/>
                  <a:moveTo>
                    <a:pt x="951048" y="1892773"/>
                  </a:moveTo>
                  <a:cubicBezTo>
                    <a:pt x="972633" y="1892773"/>
                    <a:pt x="990133" y="1910273"/>
                    <a:pt x="990133" y="1931860"/>
                  </a:cubicBezTo>
                  <a:cubicBezTo>
                    <a:pt x="990133" y="1953447"/>
                    <a:pt x="972633" y="1970947"/>
                    <a:pt x="951048" y="1970947"/>
                  </a:cubicBezTo>
                  <a:cubicBezTo>
                    <a:pt x="929462" y="1970947"/>
                    <a:pt x="911963" y="1953447"/>
                    <a:pt x="911963" y="1931860"/>
                  </a:cubicBezTo>
                  <a:cubicBezTo>
                    <a:pt x="911963" y="1910273"/>
                    <a:pt x="929462" y="1892773"/>
                    <a:pt x="951048" y="1892773"/>
                  </a:cubicBezTo>
                  <a:close/>
                  <a:moveTo>
                    <a:pt x="764144" y="1892773"/>
                  </a:moveTo>
                  <a:cubicBezTo>
                    <a:pt x="785731" y="1892773"/>
                    <a:pt x="803230" y="1910273"/>
                    <a:pt x="803230" y="1931860"/>
                  </a:cubicBezTo>
                  <a:cubicBezTo>
                    <a:pt x="803230" y="1953447"/>
                    <a:pt x="785731" y="1970947"/>
                    <a:pt x="764144" y="1970947"/>
                  </a:cubicBezTo>
                  <a:cubicBezTo>
                    <a:pt x="742556" y="1970947"/>
                    <a:pt x="725059" y="1953447"/>
                    <a:pt x="725059" y="1931860"/>
                  </a:cubicBezTo>
                  <a:cubicBezTo>
                    <a:pt x="725059" y="1910273"/>
                    <a:pt x="742556" y="1892773"/>
                    <a:pt x="764144" y="1892773"/>
                  </a:cubicBezTo>
                  <a:close/>
                  <a:moveTo>
                    <a:pt x="577226" y="1892773"/>
                  </a:moveTo>
                  <a:cubicBezTo>
                    <a:pt x="598816" y="1892773"/>
                    <a:pt x="616318" y="1910273"/>
                    <a:pt x="616318" y="1931860"/>
                  </a:cubicBezTo>
                  <a:cubicBezTo>
                    <a:pt x="616318" y="1953447"/>
                    <a:pt x="598816" y="1970947"/>
                    <a:pt x="577226" y="1970947"/>
                  </a:cubicBezTo>
                  <a:cubicBezTo>
                    <a:pt x="555636" y="1970947"/>
                    <a:pt x="538134" y="1953447"/>
                    <a:pt x="538134" y="1931860"/>
                  </a:cubicBezTo>
                  <a:cubicBezTo>
                    <a:pt x="538134" y="1910273"/>
                    <a:pt x="555636" y="1892773"/>
                    <a:pt x="577226" y="1892773"/>
                  </a:cubicBezTo>
                  <a:close/>
                  <a:moveTo>
                    <a:pt x="484945" y="1892773"/>
                  </a:moveTo>
                  <a:cubicBezTo>
                    <a:pt x="506533" y="1892773"/>
                    <a:pt x="524032" y="1910273"/>
                    <a:pt x="524032" y="1931860"/>
                  </a:cubicBezTo>
                  <a:cubicBezTo>
                    <a:pt x="524032" y="1953447"/>
                    <a:pt x="506533" y="1970947"/>
                    <a:pt x="484945" y="1970947"/>
                  </a:cubicBezTo>
                  <a:cubicBezTo>
                    <a:pt x="463353" y="1970947"/>
                    <a:pt x="445867" y="1953447"/>
                    <a:pt x="445867" y="1931860"/>
                  </a:cubicBezTo>
                  <a:cubicBezTo>
                    <a:pt x="445867" y="1910273"/>
                    <a:pt x="463353" y="1892773"/>
                    <a:pt x="484945" y="1892773"/>
                  </a:cubicBezTo>
                  <a:close/>
                  <a:moveTo>
                    <a:pt x="3861717" y="1806975"/>
                  </a:moveTo>
                  <a:lnTo>
                    <a:pt x="3858023" y="1880127"/>
                  </a:lnTo>
                  <a:lnTo>
                    <a:pt x="3838294" y="1871955"/>
                  </a:lnTo>
                  <a:cubicBezTo>
                    <a:pt x="3831220" y="1864881"/>
                    <a:pt x="3826845" y="1855109"/>
                    <a:pt x="3826845" y="1844316"/>
                  </a:cubicBezTo>
                  <a:cubicBezTo>
                    <a:pt x="3826845" y="1833522"/>
                    <a:pt x="3831220" y="1823750"/>
                    <a:pt x="3838294" y="1816677"/>
                  </a:cubicBezTo>
                  <a:close/>
                  <a:moveTo>
                    <a:pt x="3679017" y="1805229"/>
                  </a:moveTo>
                  <a:cubicBezTo>
                    <a:pt x="3700604" y="1805229"/>
                    <a:pt x="3718103" y="1822729"/>
                    <a:pt x="3718103" y="1844316"/>
                  </a:cubicBezTo>
                  <a:cubicBezTo>
                    <a:pt x="3718103" y="1865903"/>
                    <a:pt x="3700604" y="1883404"/>
                    <a:pt x="3679017" y="1883404"/>
                  </a:cubicBezTo>
                  <a:cubicBezTo>
                    <a:pt x="3657429" y="1883404"/>
                    <a:pt x="3639929" y="1865903"/>
                    <a:pt x="3639929" y="1844316"/>
                  </a:cubicBezTo>
                  <a:cubicBezTo>
                    <a:pt x="3639929" y="1822729"/>
                    <a:pt x="3657429" y="1805229"/>
                    <a:pt x="3679017" y="1805229"/>
                  </a:cubicBezTo>
                  <a:close/>
                  <a:moveTo>
                    <a:pt x="3300457" y="1805229"/>
                  </a:moveTo>
                  <a:cubicBezTo>
                    <a:pt x="3322044" y="1805229"/>
                    <a:pt x="3339544" y="1822729"/>
                    <a:pt x="3339544" y="1844316"/>
                  </a:cubicBezTo>
                  <a:cubicBezTo>
                    <a:pt x="3339544" y="1865903"/>
                    <a:pt x="3322044" y="1883404"/>
                    <a:pt x="3300457" y="1883404"/>
                  </a:cubicBezTo>
                  <a:cubicBezTo>
                    <a:pt x="3278869" y="1883404"/>
                    <a:pt x="3261369" y="1865903"/>
                    <a:pt x="3261369" y="1844316"/>
                  </a:cubicBezTo>
                  <a:cubicBezTo>
                    <a:pt x="3261369" y="1822729"/>
                    <a:pt x="3278869" y="1805229"/>
                    <a:pt x="3300457" y="1805229"/>
                  </a:cubicBezTo>
                  <a:close/>
                  <a:moveTo>
                    <a:pt x="3111175" y="1805229"/>
                  </a:moveTo>
                  <a:cubicBezTo>
                    <a:pt x="3132763" y="1805229"/>
                    <a:pt x="3150263" y="1822729"/>
                    <a:pt x="3150263" y="1844316"/>
                  </a:cubicBezTo>
                  <a:cubicBezTo>
                    <a:pt x="3150263" y="1865903"/>
                    <a:pt x="3132763" y="1883404"/>
                    <a:pt x="3111175" y="1883404"/>
                  </a:cubicBezTo>
                  <a:cubicBezTo>
                    <a:pt x="3089588" y="1883404"/>
                    <a:pt x="3072088" y="1865903"/>
                    <a:pt x="3072088" y="1844316"/>
                  </a:cubicBezTo>
                  <a:cubicBezTo>
                    <a:pt x="3072088" y="1822729"/>
                    <a:pt x="3089588" y="1805229"/>
                    <a:pt x="3111175" y="1805229"/>
                  </a:cubicBezTo>
                  <a:close/>
                  <a:moveTo>
                    <a:pt x="3018902" y="1805229"/>
                  </a:moveTo>
                  <a:cubicBezTo>
                    <a:pt x="3040489" y="1805229"/>
                    <a:pt x="3057989" y="1822729"/>
                    <a:pt x="3057989" y="1844316"/>
                  </a:cubicBezTo>
                  <a:cubicBezTo>
                    <a:pt x="3057989" y="1865903"/>
                    <a:pt x="3040489" y="1883404"/>
                    <a:pt x="3018902" y="1883404"/>
                  </a:cubicBezTo>
                  <a:cubicBezTo>
                    <a:pt x="2997315" y="1883404"/>
                    <a:pt x="2979815" y="1865903"/>
                    <a:pt x="2979815" y="1844316"/>
                  </a:cubicBezTo>
                  <a:cubicBezTo>
                    <a:pt x="2979815" y="1822729"/>
                    <a:pt x="2997315" y="1805229"/>
                    <a:pt x="3018902" y="1805229"/>
                  </a:cubicBezTo>
                  <a:close/>
                  <a:moveTo>
                    <a:pt x="2831988" y="1805229"/>
                  </a:moveTo>
                  <a:cubicBezTo>
                    <a:pt x="2853575" y="1805229"/>
                    <a:pt x="2871075" y="1822729"/>
                    <a:pt x="2871075" y="1844316"/>
                  </a:cubicBezTo>
                  <a:cubicBezTo>
                    <a:pt x="2871075" y="1865903"/>
                    <a:pt x="2853575" y="1883404"/>
                    <a:pt x="2831988" y="1883404"/>
                  </a:cubicBezTo>
                  <a:cubicBezTo>
                    <a:pt x="2810401" y="1883404"/>
                    <a:pt x="2792901" y="1865903"/>
                    <a:pt x="2792901" y="1844316"/>
                  </a:cubicBezTo>
                  <a:cubicBezTo>
                    <a:pt x="2792901" y="1822729"/>
                    <a:pt x="2810401" y="1805229"/>
                    <a:pt x="2831988" y="1805229"/>
                  </a:cubicBezTo>
                  <a:close/>
                  <a:moveTo>
                    <a:pt x="2737358" y="1805229"/>
                  </a:moveTo>
                  <a:cubicBezTo>
                    <a:pt x="2758934" y="1805229"/>
                    <a:pt x="2776434" y="1822729"/>
                    <a:pt x="2776434" y="1844316"/>
                  </a:cubicBezTo>
                  <a:cubicBezTo>
                    <a:pt x="2776434" y="1865903"/>
                    <a:pt x="2758934" y="1883404"/>
                    <a:pt x="2737358" y="1883404"/>
                  </a:cubicBezTo>
                  <a:cubicBezTo>
                    <a:pt x="2715768" y="1883404"/>
                    <a:pt x="2698265" y="1865903"/>
                    <a:pt x="2698265" y="1844316"/>
                  </a:cubicBezTo>
                  <a:cubicBezTo>
                    <a:pt x="2698265" y="1822729"/>
                    <a:pt x="2715768" y="1805229"/>
                    <a:pt x="2737358" y="1805229"/>
                  </a:cubicBezTo>
                  <a:close/>
                  <a:moveTo>
                    <a:pt x="2645073" y="1805229"/>
                  </a:moveTo>
                  <a:cubicBezTo>
                    <a:pt x="2666661" y="1805229"/>
                    <a:pt x="2684163" y="1822729"/>
                    <a:pt x="2684163" y="1844316"/>
                  </a:cubicBezTo>
                  <a:cubicBezTo>
                    <a:pt x="2684163" y="1865903"/>
                    <a:pt x="2666661" y="1883404"/>
                    <a:pt x="2645073" y="1883404"/>
                  </a:cubicBezTo>
                  <a:cubicBezTo>
                    <a:pt x="2623487" y="1883404"/>
                    <a:pt x="2605987" y="1865903"/>
                    <a:pt x="2605987" y="1844316"/>
                  </a:cubicBezTo>
                  <a:cubicBezTo>
                    <a:pt x="2605987" y="1822729"/>
                    <a:pt x="2623487" y="1805229"/>
                    <a:pt x="2645073" y="1805229"/>
                  </a:cubicBezTo>
                  <a:close/>
                  <a:moveTo>
                    <a:pt x="2550436" y="1805229"/>
                  </a:moveTo>
                  <a:cubicBezTo>
                    <a:pt x="2572023" y="1805229"/>
                    <a:pt x="2589522" y="1822729"/>
                    <a:pt x="2589522" y="1844316"/>
                  </a:cubicBezTo>
                  <a:cubicBezTo>
                    <a:pt x="2589522" y="1865903"/>
                    <a:pt x="2572023" y="1883404"/>
                    <a:pt x="2550436" y="1883404"/>
                  </a:cubicBezTo>
                  <a:cubicBezTo>
                    <a:pt x="2528849" y="1883404"/>
                    <a:pt x="2511352" y="1865903"/>
                    <a:pt x="2511352" y="1844316"/>
                  </a:cubicBezTo>
                  <a:cubicBezTo>
                    <a:pt x="2511352" y="1822729"/>
                    <a:pt x="2528849" y="1805229"/>
                    <a:pt x="2550436" y="1805229"/>
                  </a:cubicBezTo>
                  <a:close/>
                  <a:moveTo>
                    <a:pt x="2363525" y="1805229"/>
                  </a:moveTo>
                  <a:cubicBezTo>
                    <a:pt x="2385114" y="1805229"/>
                    <a:pt x="2402611" y="1822729"/>
                    <a:pt x="2402611" y="1844316"/>
                  </a:cubicBezTo>
                  <a:cubicBezTo>
                    <a:pt x="2402611" y="1865903"/>
                    <a:pt x="2385114" y="1883404"/>
                    <a:pt x="2363525" y="1883404"/>
                  </a:cubicBezTo>
                  <a:cubicBezTo>
                    <a:pt x="2341941" y="1883404"/>
                    <a:pt x="2324438" y="1865903"/>
                    <a:pt x="2324438" y="1844316"/>
                  </a:cubicBezTo>
                  <a:cubicBezTo>
                    <a:pt x="2324438" y="1822729"/>
                    <a:pt x="2341941" y="1805229"/>
                    <a:pt x="2363525" y="1805229"/>
                  </a:cubicBezTo>
                  <a:close/>
                  <a:moveTo>
                    <a:pt x="3771293" y="1805229"/>
                  </a:moveTo>
                  <a:cubicBezTo>
                    <a:pt x="3792880" y="1805229"/>
                    <a:pt x="3810379" y="1822728"/>
                    <a:pt x="3810379" y="1844316"/>
                  </a:cubicBezTo>
                  <a:cubicBezTo>
                    <a:pt x="3810379" y="1865903"/>
                    <a:pt x="3792880" y="1883403"/>
                    <a:pt x="3771293" y="1883403"/>
                  </a:cubicBezTo>
                  <a:cubicBezTo>
                    <a:pt x="3749705" y="1883403"/>
                    <a:pt x="3732205" y="1865903"/>
                    <a:pt x="3732205" y="1844316"/>
                  </a:cubicBezTo>
                  <a:cubicBezTo>
                    <a:pt x="3732205" y="1822728"/>
                    <a:pt x="3749705" y="1805229"/>
                    <a:pt x="3771293" y="1805229"/>
                  </a:cubicBezTo>
                  <a:close/>
                  <a:moveTo>
                    <a:pt x="3584377" y="1805229"/>
                  </a:moveTo>
                  <a:cubicBezTo>
                    <a:pt x="3605964" y="1805229"/>
                    <a:pt x="3623463" y="1822728"/>
                    <a:pt x="3623463" y="1844316"/>
                  </a:cubicBezTo>
                  <a:cubicBezTo>
                    <a:pt x="3623463" y="1865903"/>
                    <a:pt x="3605964" y="1883403"/>
                    <a:pt x="3584377" y="1883403"/>
                  </a:cubicBezTo>
                  <a:cubicBezTo>
                    <a:pt x="3562789" y="1883403"/>
                    <a:pt x="3545289" y="1865903"/>
                    <a:pt x="3545289" y="1844316"/>
                  </a:cubicBezTo>
                  <a:cubicBezTo>
                    <a:pt x="3545289" y="1822728"/>
                    <a:pt x="3562789" y="1805229"/>
                    <a:pt x="3584377" y="1805229"/>
                  </a:cubicBezTo>
                  <a:close/>
                  <a:moveTo>
                    <a:pt x="3489737" y="1805229"/>
                  </a:moveTo>
                  <a:cubicBezTo>
                    <a:pt x="3511324" y="1805229"/>
                    <a:pt x="3528823" y="1822728"/>
                    <a:pt x="3528823" y="1844316"/>
                  </a:cubicBezTo>
                  <a:cubicBezTo>
                    <a:pt x="3528823" y="1865903"/>
                    <a:pt x="3511324" y="1883403"/>
                    <a:pt x="3489737" y="1883403"/>
                  </a:cubicBezTo>
                  <a:cubicBezTo>
                    <a:pt x="3468149" y="1883403"/>
                    <a:pt x="3450649" y="1865903"/>
                    <a:pt x="3450649" y="1844316"/>
                  </a:cubicBezTo>
                  <a:cubicBezTo>
                    <a:pt x="3450649" y="1822728"/>
                    <a:pt x="3468149" y="1805229"/>
                    <a:pt x="3489737" y="1805229"/>
                  </a:cubicBezTo>
                  <a:close/>
                  <a:moveTo>
                    <a:pt x="3392731" y="1805229"/>
                  </a:moveTo>
                  <a:cubicBezTo>
                    <a:pt x="3414319" y="1805229"/>
                    <a:pt x="3431819" y="1822728"/>
                    <a:pt x="3431819" y="1844316"/>
                  </a:cubicBezTo>
                  <a:cubicBezTo>
                    <a:pt x="3431819" y="1865903"/>
                    <a:pt x="3414319" y="1883403"/>
                    <a:pt x="3392731" y="1883403"/>
                  </a:cubicBezTo>
                  <a:cubicBezTo>
                    <a:pt x="3371144" y="1883403"/>
                    <a:pt x="3353644" y="1865903"/>
                    <a:pt x="3353644" y="1844316"/>
                  </a:cubicBezTo>
                  <a:cubicBezTo>
                    <a:pt x="3353644" y="1822728"/>
                    <a:pt x="3371144" y="1805229"/>
                    <a:pt x="3392731" y="1805229"/>
                  </a:cubicBezTo>
                  <a:close/>
                  <a:moveTo>
                    <a:pt x="3205817" y="1805229"/>
                  </a:moveTo>
                  <a:cubicBezTo>
                    <a:pt x="3227404" y="1805229"/>
                    <a:pt x="3244904" y="1822728"/>
                    <a:pt x="3244904" y="1844316"/>
                  </a:cubicBezTo>
                  <a:cubicBezTo>
                    <a:pt x="3244904" y="1865903"/>
                    <a:pt x="3227404" y="1883403"/>
                    <a:pt x="3205817" y="1883403"/>
                  </a:cubicBezTo>
                  <a:cubicBezTo>
                    <a:pt x="3184229" y="1883403"/>
                    <a:pt x="3166729" y="1865903"/>
                    <a:pt x="3166729" y="1844316"/>
                  </a:cubicBezTo>
                  <a:cubicBezTo>
                    <a:pt x="3166729" y="1822728"/>
                    <a:pt x="3184229" y="1805229"/>
                    <a:pt x="3205817" y="1805229"/>
                  </a:cubicBezTo>
                  <a:close/>
                  <a:moveTo>
                    <a:pt x="2924263" y="1805229"/>
                  </a:moveTo>
                  <a:cubicBezTo>
                    <a:pt x="2945850" y="1805229"/>
                    <a:pt x="2963349" y="1822728"/>
                    <a:pt x="2963349" y="1844316"/>
                  </a:cubicBezTo>
                  <a:cubicBezTo>
                    <a:pt x="2963349" y="1865903"/>
                    <a:pt x="2945850" y="1883403"/>
                    <a:pt x="2924263" y="1883403"/>
                  </a:cubicBezTo>
                  <a:cubicBezTo>
                    <a:pt x="2902675" y="1883403"/>
                    <a:pt x="2885175" y="1865903"/>
                    <a:pt x="2885175" y="1844316"/>
                  </a:cubicBezTo>
                  <a:cubicBezTo>
                    <a:pt x="2885175" y="1822728"/>
                    <a:pt x="2902675" y="1805229"/>
                    <a:pt x="2924263" y="1805229"/>
                  </a:cubicBezTo>
                  <a:close/>
                  <a:moveTo>
                    <a:pt x="2458164" y="1805229"/>
                  </a:moveTo>
                  <a:cubicBezTo>
                    <a:pt x="2479753" y="1805229"/>
                    <a:pt x="2497252" y="1822728"/>
                    <a:pt x="2497252" y="1844316"/>
                  </a:cubicBezTo>
                  <a:cubicBezTo>
                    <a:pt x="2497252" y="1865903"/>
                    <a:pt x="2479753" y="1883403"/>
                    <a:pt x="2458164" y="1883403"/>
                  </a:cubicBezTo>
                  <a:cubicBezTo>
                    <a:pt x="2436582" y="1883403"/>
                    <a:pt x="2419079" y="1865903"/>
                    <a:pt x="2419079" y="1844316"/>
                  </a:cubicBezTo>
                  <a:cubicBezTo>
                    <a:pt x="2419079" y="1822728"/>
                    <a:pt x="2436582" y="1805229"/>
                    <a:pt x="2458164" y="1805229"/>
                  </a:cubicBezTo>
                  <a:close/>
                  <a:moveTo>
                    <a:pt x="2266523" y="1805229"/>
                  </a:moveTo>
                  <a:cubicBezTo>
                    <a:pt x="2288108" y="1805229"/>
                    <a:pt x="2305609" y="1822728"/>
                    <a:pt x="2305609" y="1844316"/>
                  </a:cubicBezTo>
                  <a:cubicBezTo>
                    <a:pt x="2305609" y="1865903"/>
                    <a:pt x="2288108" y="1883403"/>
                    <a:pt x="2266523" y="1883403"/>
                  </a:cubicBezTo>
                  <a:cubicBezTo>
                    <a:pt x="2244931" y="1883403"/>
                    <a:pt x="2227433" y="1865903"/>
                    <a:pt x="2227433" y="1844316"/>
                  </a:cubicBezTo>
                  <a:cubicBezTo>
                    <a:pt x="2227433" y="1822728"/>
                    <a:pt x="2244931" y="1805229"/>
                    <a:pt x="2266523" y="1805229"/>
                  </a:cubicBezTo>
                  <a:close/>
                  <a:moveTo>
                    <a:pt x="577230" y="1805229"/>
                  </a:moveTo>
                  <a:cubicBezTo>
                    <a:pt x="598820" y="1805229"/>
                    <a:pt x="616322" y="1822728"/>
                    <a:pt x="616322" y="1844316"/>
                  </a:cubicBezTo>
                  <a:cubicBezTo>
                    <a:pt x="616322" y="1865903"/>
                    <a:pt x="598820" y="1883403"/>
                    <a:pt x="577230" y="1883403"/>
                  </a:cubicBezTo>
                  <a:cubicBezTo>
                    <a:pt x="555640" y="1883403"/>
                    <a:pt x="538137" y="1865903"/>
                    <a:pt x="538137" y="1844316"/>
                  </a:cubicBezTo>
                  <a:cubicBezTo>
                    <a:pt x="538137" y="1822728"/>
                    <a:pt x="555640" y="1805229"/>
                    <a:pt x="577230" y="1805229"/>
                  </a:cubicBezTo>
                  <a:close/>
                  <a:moveTo>
                    <a:pt x="484947" y="1805229"/>
                  </a:moveTo>
                  <a:cubicBezTo>
                    <a:pt x="506537" y="1805229"/>
                    <a:pt x="524035" y="1822728"/>
                    <a:pt x="524035" y="1844316"/>
                  </a:cubicBezTo>
                  <a:cubicBezTo>
                    <a:pt x="524035" y="1865903"/>
                    <a:pt x="506537" y="1883403"/>
                    <a:pt x="484947" y="1883403"/>
                  </a:cubicBezTo>
                  <a:cubicBezTo>
                    <a:pt x="463357" y="1883403"/>
                    <a:pt x="445867" y="1865903"/>
                    <a:pt x="445867" y="1844316"/>
                  </a:cubicBezTo>
                  <a:cubicBezTo>
                    <a:pt x="445867" y="1822728"/>
                    <a:pt x="463357" y="1805229"/>
                    <a:pt x="484947" y="1805229"/>
                  </a:cubicBezTo>
                  <a:close/>
                  <a:moveTo>
                    <a:pt x="390307" y="1805229"/>
                  </a:moveTo>
                  <a:cubicBezTo>
                    <a:pt x="411895" y="1805229"/>
                    <a:pt x="429399" y="1822728"/>
                    <a:pt x="429399" y="1844316"/>
                  </a:cubicBezTo>
                  <a:cubicBezTo>
                    <a:pt x="429399" y="1865903"/>
                    <a:pt x="411895" y="1883403"/>
                    <a:pt x="390307" y="1883403"/>
                  </a:cubicBezTo>
                  <a:cubicBezTo>
                    <a:pt x="368727" y="1883403"/>
                    <a:pt x="351227" y="1865903"/>
                    <a:pt x="351227" y="1844316"/>
                  </a:cubicBezTo>
                  <a:cubicBezTo>
                    <a:pt x="351227" y="1822728"/>
                    <a:pt x="368727" y="1805229"/>
                    <a:pt x="390307" y="1805229"/>
                  </a:cubicBezTo>
                  <a:close/>
                  <a:moveTo>
                    <a:pt x="3858672" y="1720694"/>
                  </a:moveTo>
                  <a:lnTo>
                    <a:pt x="3862373" y="1793978"/>
                  </a:lnTo>
                  <a:lnTo>
                    <a:pt x="3862353" y="1794377"/>
                  </a:lnTo>
                  <a:lnTo>
                    <a:pt x="3838294" y="1784412"/>
                  </a:lnTo>
                  <a:cubicBezTo>
                    <a:pt x="3831220" y="1777339"/>
                    <a:pt x="3826845" y="1767568"/>
                    <a:pt x="3826845" y="1756774"/>
                  </a:cubicBezTo>
                  <a:cubicBezTo>
                    <a:pt x="3826845" y="1745980"/>
                    <a:pt x="3831220" y="1736208"/>
                    <a:pt x="3838294" y="1729135"/>
                  </a:cubicBezTo>
                  <a:close/>
                  <a:moveTo>
                    <a:pt x="3771293" y="1717686"/>
                  </a:moveTo>
                  <a:cubicBezTo>
                    <a:pt x="3792880" y="1717686"/>
                    <a:pt x="3810379" y="1735186"/>
                    <a:pt x="3810379" y="1756774"/>
                  </a:cubicBezTo>
                  <a:cubicBezTo>
                    <a:pt x="3810379" y="1778361"/>
                    <a:pt x="3792880" y="1795860"/>
                    <a:pt x="3771293" y="1795860"/>
                  </a:cubicBezTo>
                  <a:cubicBezTo>
                    <a:pt x="3749705" y="1795860"/>
                    <a:pt x="3732205" y="1778361"/>
                    <a:pt x="3732205" y="1756774"/>
                  </a:cubicBezTo>
                  <a:cubicBezTo>
                    <a:pt x="3732205" y="1735186"/>
                    <a:pt x="3749705" y="1717686"/>
                    <a:pt x="3771293" y="1717686"/>
                  </a:cubicBezTo>
                  <a:close/>
                  <a:moveTo>
                    <a:pt x="3679017" y="1717686"/>
                  </a:moveTo>
                  <a:cubicBezTo>
                    <a:pt x="3700604" y="1717686"/>
                    <a:pt x="3718103" y="1735186"/>
                    <a:pt x="3718103" y="1756774"/>
                  </a:cubicBezTo>
                  <a:cubicBezTo>
                    <a:pt x="3718103" y="1778361"/>
                    <a:pt x="3700604" y="1795860"/>
                    <a:pt x="3679017" y="1795860"/>
                  </a:cubicBezTo>
                  <a:cubicBezTo>
                    <a:pt x="3657429" y="1795860"/>
                    <a:pt x="3639929" y="1778361"/>
                    <a:pt x="3639929" y="1756774"/>
                  </a:cubicBezTo>
                  <a:cubicBezTo>
                    <a:pt x="3639929" y="1735186"/>
                    <a:pt x="3657429" y="1717686"/>
                    <a:pt x="3679017" y="1717686"/>
                  </a:cubicBezTo>
                  <a:close/>
                  <a:moveTo>
                    <a:pt x="3584377" y="1717686"/>
                  </a:moveTo>
                  <a:cubicBezTo>
                    <a:pt x="3605964" y="1717686"/>
                    <a:pt x="3623463" y="1735186"/>
                    <a:pt x="3623463" y="1756774"/>
                  </a:cubicBezTo>
                  <a:cubicBezTo>
                    <a:pt x="3623463" y="1778361"/>
                    <a:pt x="3605964" y="1795860"/>
                    <a:pt x="3584377" y="1795860"/>
                  </a:cubicBezTo>
                  <a:cubicBezTo>
                    <a:pt x="3562789" y="1795860"/>
                    <a:pt x="3545289" y="1778361"/>
                    <a:pt x="3545289" y="1756774"/>
                  </a:cubicBezTo>
                  <a:cubicBezTo>
                    <a:pt x="3545289" y="1735186"/>
                    <a:pt x="3562789" y="1717686"/>
                    <a:pt x="3584377" y="1717686"/>
                  </a:cubicBezTo>
                  <a:close/>
                  <a:moveTo>
                    <a:pt x="3489737" y="1717686"/>
                  </a:moveTo>
                  <a:cubicBezTo>
                    <a:pt x="3511324" y="1717686"/>
                    <a:pt x="3528823" y="1735186"/>
                    <a:pt x="3528823" y="1756774"/>
                  </a:cubicBezTo>
                  <a:cubicBezTo>
                    <a:pt x="3528823" y="1778361"/>
                    <a:pt x="3511324" y="1795860"/>
                    <a:pt x="3489737" y="1795860"/>
                  </a:cubicBezTo>
                  <a:cubicBezTo>
                    <a:pt x="3468149" y="1795860"/>
                    <a:pt x="3450649" y="1778361"/>
                    <a:pt x="3450649" y="1756774"/>
                  </a:cubicBezTo>
                  <a:cubicBezTo>
                    <a:pt x="3450649" y="1735186"/>
                    <a:pt x="3468149" y="1717686"/>
                    <a:pt x="3489737" y="1717686"/>
                  </a:cubicBezTo>
                  <a:close/>
                  <a:moveTo>
                    <a:pt x="3392731" y="1717686"/>
                  </a:moveTo>
                  <a:cubicBezTo>
                    <a:pt x="3414319" y="1717686"/>
                    <a:pt x="3431819" y="1735186"/>
                    <a:pt x="3431819" y="1756774"/>
                  </a:cubicBezTo>
                  <a:cubicBezTo>
                    <a:pt x="3431819" y="1778361"/>
                    <a:pt x="3414319" y="1795860"/>
                    <a:pt x="3392731" y="1795860"/>
                  </a:cubicBezTo>
                  <a:cubicBezTo>
                    <a:pt x="3371144" y="1795860"/>
                    <a:pt x="3353644" y="1778361"/>
                    <a:pt x="3353644" y="1756774"/>
                  </a:cubicBezTo>
                  <a:cubicBezTo>
                    <a:pt x="3353644" y="1735186"/>
                    <a:pt x="3371144" y="1717686"/>
                    <a:pt x="3392731" y="1717686"/>
                  </a:cubicBezTo>
                  <a:close/>
                  <a:moveTo>
                    <a:pt x="3300457" y="1717686"/>
                  </a:moveTo>
                  <a:cubicBezTo>
                    <a:pt x="3322044" y="1717686"/>
                    <a:pt x="3339544" y="1735186"/>
                    <a:pt x="3339544" y="1756774"/>
                  </a:cubicBezTo>
                  <a:cubicBezTo>
                    <a:pt x="3339544" y="1778361"/>
                    <a:pt x="3322044" y="1795860"/>
                    <a:pt x="3300457" y="1795860"/>
                  </a:cubicBezTo>
                  <a:cubicBezTo>
                    <a:pt x="3278869" y="1795860"/>
                    <a:pt x="3261369" y="1778361"/>
                    <a:pt x="3261369" y="1756774"/>
                  </a:cubicBezTo>
                  <a:cubicBezTo>
                    <a:pt x="3261369" y="1735186"/>
                    <a:pt x="3278869" y="1717686"/>
                    <a:pt x="3300457" y="1717686"/>
                  </a:cubicBezTo>
                  <a:close/>
                  <a:moveTo>
                    <a:pt x="3205817" y="1717686"/>
                  </a:moveTo>
                  <a:cubicBezTo>
                    <a:pt x="3227404" y="1717686"/>
                    <a:pt x="3244904" y="1735186"/>
                    <a:pt x="3244904" y="1756774"/>
                  </a:cubicBezTo>
                  <a:cubicBezTo>
                    <a:pt x="3244904" y="1778361"/>
                    <a:pt x="3227404" y="1795860"/>
                    <a:pt x="3205817" y="1795860"/>
                  </a:cubicBezTo>
                  <a:cubicBezTo>
                    <a:pt x="3184229" y="1795860"/>
                    <a:pt x="3166729" y="1778361"/>
                    <a:pt x="3166729" y="1756774"/>
                  </a:cubicBezTo>
                  <a:cubicBezTo>
                    <a:pt x="3166729" y="1735186"/>
                    <a:pt x="3184229" y="1717686"/>
                    <a:pt x="3205817" y="1717686"/>
                  </a:cubicBezTo>
                  <a:close/>
                  <a:moveTo>
                    <a:pt x="3111175" y="1717686"/>
                  </a:moveTo>
                  <a:cubicBezTo>
                    <a:pt x="3132763" y="1717686"/>
                    <a:pt x="3150263" y="1735186"/>
                    <a:pt x="3150263" y="1756774"/>
                  </a:cubicBezTo>
                  <a:cubicBezTo>
                    <a:pt x="3150263" y="1778361"/>
                    <a:pt x="3132763" y="1795860"/>
                    <a:pt x="3111175" y="1795860"/>
                  </a:cubicBezTo>
                  <a:cubicBezTo>
                    <a:pt x="3089588" y="1795860"/>
                    <a:pt x="3072088" y="1778361"/>
                    <a:pt x="3072088" y="1756774"/>
                  </a:cubicBezTo>
                  <a:cubicBezTo>
                    <a:pt x="3072088" y="1735186"/>
                    <a:pt x="3089588" y="1717686"/>
                    <a:pt x="3111175" y="1717686"/>
                  </a:cubicBezTo>
                  <a:close/>
                  <a:moveTo>
                    <a:pt x="3018902" y="1717686"/>
                  </a:moveTo>
                  <a:cubicBezTo>
                    <a:pt x="3040489" y="1717686"/>
                    <a:pt x="3057989" y="1735186"/>
                    <a:pt x="3057989" y="1756774"/>
                  </a:cubicBezTo>
                  <a:cubicBezTo>
                    <a:pt x="3057989" y="1778361"/>
                    <a:pt x="3040489" y="1795860"/>
                    <a:pt x="3018902" y="1795860"/>
                  </a:cubicBezTo>
                  <a:cubicBezTo>
                    <a:pt x="2997315" y="1795860"/>
                    <a:pt x="2979815" y="1778361"/>
                    <a:pt x="2979815" y="1756774"/>
                  </a:cubicBezTo>
                  <a:cubicBezTo>
                    <a:pt x="2979815" y="1735186"/>
                    <a:pt x="2997315" y="1717686"/>
                    <a:pt x="3018902" y="1717686"/>
                  </a:cubicBezTo>
                  <a:close/>
                  <a:moveTo>
                    <a:pt x="2924263" y="1717686"/>
                  </a:moveTo>
                  <a:cubicBezTo>
                    <a:pt x="2945850" y="1717686"/>
                    <a:pt x="2963349" y="1735186"/>
                    <a:pt x="2963349" y="1756774"/>
                  </a:cubicBezTo>
                  <a:cubicBezTo>
                    <a:pt x="2963349" y="1778361"/>
                    <a:pt x="2945850" y="1795860"/>
                    <a:pt x="2924263" y="1795860"/>
                  </a:cubicBezTo>
                  <a:cubicBezTo>
                    <a:pt x="2902675" y="1795860"/>
                    <a:pt x="2885175" y="1778361"/>
                    <a:pt x="2885175" y="1756774"/>
                  </a:cubicBezTo>
                  <a:cubicBezTo>
                    <a:pt x="2885175" y="1735186"/>
                    <a:pt x="2902675" y="1717686"/>
                    <a:pt x="2924263" y="1717686"/>
                  </a:cubicBezTo>
                  <a:close/>
                  <a:moveTo>
                    <a:pt x="2831988" y="1717686"/>
                  </a:moveTo>
                  <a:cubicBezTo>
                    <a:pt x="2853575" y="1717686"/>
                    <a:pt x="2871075" y="1735186"/>
                    <a:pt x="2871075" y="1756774"/>
                  </a:cubicBezTo>
                  <a:cubicBezTo>
                    <a:pt x="2871075" y="1778361"/>
                    <a:pt x="2853575" y="1795860"/>
                    <a:pt x="2831988" y="1795860"/>
                  </a:cubicBezTo>
                  <a:cubicBezTo>
                    <a:pt x="2810401" y="1795860"/>
                    <a:pt x="2792901" y="1778361"/>
                    <a:pt x="2792901" y="1756774"/>
                  </a:cubicBezTo>
                  <a:cubicBezTo>
                    <a:pt x="2792901" y="1735186"/>
                    <a:pt x="2810401" y="1717686"/>
                    <a:pt x="2831988" y="1717686"/>
                  </a:cubicBezTo>
                  <a:close/>
                  <a:moveTo>
                    <a:pt x="2737359" y="1717686"/>
                  </a:moveTo>
                  <a:cubicBezTo>
                    <a:pt x="2758934" y="1717686"/>
                    <a:pt x="2776434" y="1735186"/>
                    <a:pt x="2776434" y="1756774"/>
                  </a:cubicBezTo>
                  <a:cubicBezTo>
                    <a:pt x="2776434" y="1778361"/>
                    <a:pt x="2758934" y="1795860"/>
                    <a:pt x="2737359" y="1795860"/>
                  </a:cubicBezTo>
                  <a:cubicBezTo>
                    <a:pt x="2715768" y="1795860"/>
                    <a:pt x="2698265" y="1778361"/>
                    <a:pt x="2698265" y="1756774"/>
                  </a:cubicBezTo>
                  <a:cubicBezTo>
                    <a:pt x="2698265" y="1735186"/>
                    <a:pt x="2715768" y="1717686"/>
                    <a:pt x="2737359" y="1717686"/>
                  </a:cubicBezTo>
                  <a:close/>
                  <a:moveTo>
                    <a:pt x="2645073" y="1717686"/>
                  </a:moveTo>
                  <a:cubicBezTo>
                    <a:pt x="2666662" y="1717686"/>
                    <a:pt x="2684164" y="1735186"/>
                    <a:pt x="2684164" y="1756774"/>
                  </a:cubicBezTo>
                  <a:cubicBezTo>
                    <a:pt x="2684164" y="1778361"/>
                    <a:pt x="2666662" y="1795860"/>
                    <a:pt x="2645073" y="1795860"/>
                  </a:cubicBezTo>
                  <a:cubicBezTo>
                    <a:pt x="2623487" y="1795860"/>
                    <a:pt x="2605987" y="1778361"/>
                    <a:pt x="2605987" y="1756774"/>
                  </a:cubicBezTo>
                  <a:cubicBezTo>
                    <a:pt x="2605987" y="1735186"/>
                    <a:pt x="2623487" y="1717686"/>
                    <a:pt x="2645073" y="1717686"/>
                  </a:cubicBezTo>
                  <a:close/>
                  <a:moveTo>
                    <a:pt x="2550436" y="1717686"/>
                  </a:moveTo>
                  <a:cubicBezTo>
                    <a:pt x="2572023" y="1717686"/>
                    <a:pt x="2589522" y="1735186"/>
                    <a:pt x="2589522" y="1756774"/>
                  </a:cubicBezTo>
                  <a:cubicBezTo>
                    <a:pt x="2589522" y="1778361"/>
                    <a:pt x="2572023" y="1795860"/>
                    <a:pt x="2550436" y="1795860"/>
                  </a:cubicBezTo>
                  <a:cubicBezTo>
                    <a:pt x="2528849" y="1795860"/>
                    <a:pt x="2511353" y="1778361"/>
                    <a:pt x="2511353" y="1756774"/>
                  </a:cubicBezTo>
                  <a:cubicBezTo>
                    <a:pt x="2511353" y="1735186"/>
                    <a:pt x="2528849" y="1717686"/>
                    <a:pt x="2550436" y="1717686"/>
                  </a:cubicBezTo>
                  <a:close/>
                  <a:moveTo>
                    <a:pt x="2458164" y="1717686"/>
                  </a:moveTo>
                  <a:cubicBezTo>
                    <a:pt x="2479753" y="1717686"/>
                    <a:pt x="2497252" y="1735186"/>
                    <a:pt x="2497252" y="1756774"/>
                  </a:cubicBezTo>
                  <a:cubicBezTo>
                    <a:pt x="2497252" y="1778361"/>
                    <a:pt x="2479753" y="1795860"/>
                    <a:pt x="2458164" y="1795860"/>
                  </a:cubicBezTo>
                  <a:cubicBezTo>
                    <a:pt x="2436583" y="1795860"/>
                    <a:pt x="2419080" y="1778361"/>
                    <a:pt x="2419080" y="1756774"/>
                  </a:cubicBezTo>
                  <a:cubicBezTo>
                    <a:pt x="2419080" y="1735186"/>
                    <a:pt x="2436583" y="1717686"/>
                    <a:pt x="2458164" y="1717686"/>
                  </a:cubicBezTo>
                  <a:close/>
                  <a:moveTo>
                    <a:pt x="2363525" y="1717686"/>
                  </a:moveTo>
                  <a:cubicBezTo>
                    <a:pt x="2385114" y="1717686"/>
                    <a:pt x="2402611" y="1735186"/>
                    <a:pt x="2402611" y="1756774"/>
                  </a:cubicBezTo>
                  <a:cubicBezTo>
                    <a:pt x="2402611" y="1778361"/>
                    <a:pt x="2385114" y="1795860"/>
                    <a:pt x="2363525" y="1795860"/>
                  </a:cubicBezTo>
                  <a:cubicBezTo>
                    <a:pt x="2341941" y="1795860"/>
                    <a:pt x="2324438" y="1778361"/>
                    <a:pt x="2324438" y="1756774"/>
                  </a:cubicBezTo>
                  <a:cubicBezTo>
                    <a:pt x="2324438" y="1735186"/>
                    <a:pt x="2341941" y="1717686"/>
                    <a:pt x="2363525" y="1717686"/>
                  </a:cubicBezTo>
                  <a:close/>
                  <a:moveTo>
                    <a:pt x="951054" y="1717686"/>
                  </a:moveTo>
                  <a:cubicBezTo>
                    <a:pt x="972639" y="1717686"/>
                    <a:pt x="990138" y="1735186"/>
                    <a:pt x="990138" y="1756774"/>
                  </a:cubicBezTo>
                  <a:cubicBezTo>
                    <a:pt x="990138" y="1778361"/>
                    <a:pt x="972639" y="1795860"/>
                    <a:pt x="951054" y="1795860"/>
                  </a:cubicBezTo>
                  <a:cubicBezTo>
                    <a:pt x="929469" y="1795860"/>
                    <a:pt x="911970" y="1778361"/>
                    <a:pt x="911970" y="1756774"/>
                  </a:cubicBezTo>
                  <a:cubicBezTo>
                    <a:pt x="911970" y="1735186"/>
                    <a:pt x="929469" y="1717686"/>
                    <a:pt x="951054" y="1717686"/>
                  </a:cubicBezTo>
                  <a:close/>
                  <a:moveTo>
                    <a:pt x="577233" y="1717686"/>
                  </a:moveTo>
                  <a:cubicBezTo>
                    <a:pt x="598824" y="1717686"/>
                    <a:pt x="616327" y="1735186"/>
                    <a:pt x="616327" y="1756774"/>
                  </a:cubicBezTo>
                  <a:cubicBezTo>
                    <a:pt x="616327" y="1778361"/>
                    <a:pt x="598824" y="1795860"/>
                    <a:pt x="577233" y="1795860"/>
                  </a:cubicBezTo>
                  <a:cubicBezTo>
                    <a:pt x="555643" y="1795860"/>
                    <a:pt x="538140" y="1778361"/>
                    <a:pt x="538140" y="1756774"/>
                  </a:cubicBezTo>
                  <a:cubicBezTo>
                    <a:pt x="538140" y="1735186"/>
                    <a:pt x="555643" y="1717686"/>
                    <a:pt x="577233" y="1717686"/>
                  </a:cubicBezTo>
                  <a:close/>
                  <a:moveTo>
                    <a:pt x="484950" y="1717686"/>
                  </a:moveTo>
                  <a:cubicBezTo>
                    <a:pt x="506539" y="1717686"/>
                    <a:pt x="524038" y="1735186"/>
                    <a:pt x="524038" y="1756774"/>
                  </a:cubicBezTo>
                  <a:cubicBezTo>
                    <a:pt x="524038" y="1778361"/>
                    <a:pt x="506539" y="1795860"/>
                    <a:pt x="484950" y="1795860"/>
                  </a:cubicBezTo>
                  <a:cubicBezTo>
                    <a:pt x="463359" y="1795860"/>
                    <a:pt x="445871" y="1778361"/>
                    <a:pt x="445871" y="1756774"/>
                  </a:cubicBezTo>
                  <a:cubicBezTo>
                    <a:pt x="445871" y="1735186"/>
                    <a:pt x="463359" y="1717686"/>
                    <a:pt x="484950" y="1717686"/>
                  </a:cubicBezTo>
                  <a:close/>
                  <a:moveTo>
                    <a:pt x="390308" y="1717686"/>
                  </a:moveTo>
                  <a:cubicBezTo>
                    <a:pt x="411895" y="1717686"/>
                    <a:pt x="429402" y="1735186"/>
                    <a:pt x="429402" y="1756774"/>
                  </a:cubicBezTo>
                  <a:cubicBezTo>
                    <a:pt x="429402" y="1778361"/>
                    <a:pt x="411895" y="1795860"/>
                    <a:pt x="390308" y="1795860"/>
                  </a:cubicBezTo>
                  <a:cubicBezTo>
                    <a:pt x="368730" y="1795860"/>
                    <a:pt x="351231" y="1778361"/>
                    <a:pt x="351231" y="1756774"/>
                  </a:cubicBezTo>
                  <a:cubicBezTo>
                    <a:pt x="351231" y="1735186"/>
                    <a:pt x="368730" y="1717686"/>
                    <a:pt x="390308" y="1717686"/>
                  </a:cubicBezTo>
                  <a:close/>
                  <a:moveTo>
                    <a:pt x="298037" y="1717686"/>
                  </a:moveTo>
                  <a:cubicBezTo>
                    <a:pt x="319621" y="1717686"/>
                    <a:pt x="337130" y="1735186"/>
                    <a:pt x="337130" y="1756774"/>
                  </a:cubicBezTo>
                  <a:cubicBezTo>
                    <a:pt x="337130" y="1778361"/>
                    <a:pt x="319621" y="1795860"/>
                    <a:pt x="298037" y="1795860"/>
                  </a:cubicBezTo>
                  <a:cubicBezTo>
                    <a:pt x="276449" y="1795860"/>
                    <a:pt x="258948" y="1778361"/>
                    <a:pt x="258948" y="1756774"/>
                  </a:cubicBezTo>
                  <a:cubicBezTo>
                    <a:pt x="258948" y="1735186"/>
                    <a:pt x="276449" y="1717686"/>
                    <a:pt x="298037" y="1717686"/>
                  </a:cubicBezTo>
                  <a:close/>
                  <a:moveTo>
                    <a:pt x="3854460" y="1637264"/>
                  </a:moveTo>
                  <a:lnTo>
                    <a:pt x="3858001" y="1707402"/>
                  </a:lnTo>
                  <a:lnTo>
                    <a:pt x="3838292" y="1699238"/>
                  </a:lnTo>
                  <a:cubicBezTo>
                    <a:pt x="3831219" y="1692165"/>
                    <a:pt x="3826844" y="1682393"/>
                    <a:pt x="3826844" y="1671599"/>
                  </a:cubicBezTo>
                  <a:cubicBezTo>
                    <a:pt x="3826844" y="1660806"/>
                    <a:pt x="3831219" y="1651034"/>
                    <a:pt x="3838292" y="1643961"/>
                  </a:cubicBezTo>
                  <a:close/>
                  <a:moveTo>
                    <a:pt x="3771291" y="1632512"/>
                  </a:moveTo>
                  <a:cubicBezTo>
                    <a:pt x="3792879" y="1632512"/>
                    <a:pt x="3810379" y="1650012"/>
                    <a:pt x="3810379" y="1671599"/>
                  </a:cubicBezTo>
                  <a:cubicBezTo>
                    <a:pt x="3810379" y="1693187"/>
                    <a:pt x="3792879" y="1710687"/>
                    <a:pt x="3771291" y="1710687"/>
                  </a:cubicBezTo>
                  <a:cubicBezTo>
                    <a:pt x="3749704" y="1710687"/>
                    <a:pt x="3732204" y="1693187"/>
                    <a:pt x="3732204" y="1671599"/>
                  </a:cubicBezTo>
                  <a:cubicBezTo>
                    <a:pt x="3732204" y="1650012"/>
                    <a:pt x="3749704" y="1632512"/>
                    <a:pt x="3771291" y="1632512"/>
                  </a:cubicBezTo>
                  <a:close/>
                  <a:moveTo>
                    <a:pt x="3584377" y="1632512"/>
                  </a:moveTo>
                  <a:cubicBezTo>
                    <a:pt x="3605964" y="1632512"/>
                    <a:pt x="3623463" y="1650012"/>
                    <a:pt x="3623463" y="1671599"/>
                  </a:cubicBezTo>
                  <a:cubicBezTo>
                    <a:pt x="3623463" y="1693187"/>
                    <a:pt x="3605964" y="1710687"/>
                    <a:pt x="3584377" y="1710687"/>
                  </a:cubicBezTo>
                  <a:cubicBezTo>
                    <a:pt x="3562789" y="1710687"/>
                    <a:pt x="3545289" y="1693187"/>
                    <a:pt x="3545289" y="1671599"/>
                  </a:cubicBezTo>
                  <a:cubicBezTo>
                    <a:pt x="3545289" y="1650012"/>
                    <a:pt x="3562789" y="1632512"/>
                    <a:pt x="3584377" y="1632512"/>
                  </a:cubicBezTo>
                  <a:close/>
                  <a:moveTo>
                    <a:pt x="3489737" y="1632512"/>
                  </a:moveTo>
                  <a:cubicBezTo>
                    <a:pt x="3511324" y="1632512"/>
                    <a:pt x="3528823" y="1650012"/>
                    <a:pt x="3528823" y="1671599"/>
                  </a:cubicBezTo>
                  <a:cubicBezTo>
                    <a:pt x="3528823" y="1693187"/>
                    <a:pt x="3511324" y="1710687"/>
                    <a:pt x="3489737" y="1710687"/>
                  </a:cubicBezTo>
                  <a:cubicBezTo>
                    <a:pt x="3468149" y="1710687"/>
                    <a:pt x="3450649" y="1693187"/>
                    <a:pt x="3450649" y="1671599"/>
                  </a:cubicBezTo>
                  <a:cubicBezTo>
                    <a:pt x="3450649" y="1650012"/>
                    <a:pt x="3468149" y="1632512"/>
                    <a:pt x="3489737" y="1632512"/>
                  </a:cubicBezTo>
                  <a:close/>
                  <a:moveTo>
                    <a:pt x="3392731" y="1632512"/>
                  </a:moveTo>
                  <a:cubicBezTo>
                    <a:pt x="3414319" y="1632512"/>
                    <a:pt x="3431819" y="1650012"/>
                    <a:pt x="3431819" y="1671599"/>
                  </a:cubicBezTo>
                  <a:cubicBezTo>
                    <a:pt x="3431819" y="1693187"/>
                    <a:pt x="3414319" y="1710687"/>
                    <a:pt x="3392731" y="1710687"/>
                  </a:cubicBezTo>
                  <a:cubicBezTo>
                    <a:pt x="3371144" y="1710687"/>
                    <a:pt x="3353644" y="1693187"/>
                    <a:pt x="3353644" y="1671599"/>
                  </a:cubicBezTo>
                  <a:cubicBezTo>
                    <a:pt x="3353644" y="1650012"/>
                    <a:pt x="3371144" y="1632512"/>
                    <a:pt x="3392731" y="1632512"/>
                  </a:cubicBezTo>
                  <a:close/>
                  <a:moveTo>
                    <a:pt x="2924263" y="1632512"/>
                  </a:moveTo>
                  <a:cubicBezTo>
                    <a:pt x="2945850" y="1632512"/>
                    <a:pt x="2963349" y="1650012"/>
                    <a:pt x="2963349" y="1671599"/>
                  </a:cubicBezTo>
                  <a:cubicBezTo>
                    <a:pt x="2963349" y="1693187"/>
                    <a:pt x="2945850" y="1710687"/>
                    <a:pt x="2924263" y="1710687"/>
                  </a:cubicBezTo>
                  <a:cubicBezTo>
                    <a:pt x="2902675" y="1710687"/>
                    <a:pt x="2885175" y="1693187"/>
                    <a:pt x="2885175" y="1671599"/>
                  </a:cubicBezTo>
                  <a:cubicBezTo>
                    <a:pt x="2885175" y="1650012"/>
                    <a:pt x="2902675" y="1632512"/>
                    <a:pt x="2924263" y="1632512"/>
                  </a:cubicBezTo>
                  <a:close/>
                  <a:moveTo>
                    <a:pt x="2458164" y="1632512"/>
                  </a:moveTo>
                  <a:cubicBezTo>
                    <a:pt x="2479753" y="1632512"/>
                    <a:pt x="2497252" y="1650012"/>
                    <a:pt x="2497252" y="1671599"/>
                  </a:cubicBezTo>
                  <a:cubicBezTo>
                    <a:pt x="2497252" y="1693187"/>
                    <a:pt x="2479753" y="1710687"/>
                    <a:pt x="2458164" y="1710687"/>
                  </a:cubicBezTo>
                  <a:cubicBezTo>
                    <a:pt x="2436583" y="1710687"/>
                    <a:pt x="2419080" y="1693187"/>
                    <a:pt x="2419080" y="1671599"/>
                  </a:cubicBezTo>
                  <a:cubicBezTo>
                    <a:pt x="2419080" y="1650012"/>
                    <a:pt x="2436583" y="1632512"/>
                    <a:pt x="2458164" y="1632512"/>
                  </a:cubicBezTo>
                  <a:close/>
                  <a:moveTo>
                    <a:pt x="951057" y="1632512"/>
                  </a:moveTo>
                  <a:cubicBezTo>
                    <a:pt x="972642" y="1632512"/>
                    <a:pt x="990141" y="1650012"/>
                    <a:pt x="990141" y="1671599"/>
                  </a:cubicBezTo>
                  <a:cubicBezTo>
                    <a:pt x="990141" y="1693187"/>
                    <a:pt x="972642" y="1710687"/>
                    <a:pt x="951057" y="1710687"/>
                  </a:cubicBezTo>
                  <a:cubicBezTo>
                    <a:pt x="929472" y="1710687"/>
                    <a:pt x="911973" y="1693187"/>
                    <a:pt x="911973" y="1671599"/>
                  </a:cubicBezTo>
                  <a:cubicBezTo>
                    <a:pt x="911973" y="1650012"/>
                    <a:pt x="929472" y="1632512"/>
                    <a:pt x="951057" y="1632512"/>
                  </a:cubicBezTo>
                  <a:close/>
                  <a:moveTo>
                    <a:pt x="856425" y="1632512"/>
                  </a:moveTo>
                  <a:cubicBezTo>
                    <a:pt x="878010" y="1632512"/>
                    <a:pt x="895509" y="1650012"/>
                    <a:pt x="895509" y="1671599"/>
                  </a:cubicBezTo>
                  <a:cubicBezTo>
                    <a:pt x="895509" y="1693187"/>
                    <a:pt x="878010" y="1710687"/>
                    <a:pt x="856425" y="1710687"/>
                  </a:cubicBezTo>
                  <a:cubicBezTo>
                    <a:pt x="834839" y="1710687"/>
                    <a:pt x="817341" y="1693187"/>
                    <a:pt x="817341" y="1671599"/>
                  </a:cubicBezTo>
                  <a:cubicBezTo>
                    <a:pt x="817341" y="1650012"/>
                    <a:pt x="834839" y="1632512"/>
                    <a:pt x="856425" y="1632512"/>
                  </a:cubicBezTo>
                  <a:close/>
                  <a:moveTo>
                    <a:pt x="669521" y="1632512"/>
                  </a:moveTo>
                  <a:cubicBezTo>
                    <a:pt x="691111" y="1632512"/>
                    <a:pt x="708609" y="1650012"/>
                    <a:pt x="708609" y="1671599"/>
                  </a:cubicBezTo>
                  <a:cubicBezTo>
                    <a:pt x="708609" y="1693187"/>
                    <a:pt x="691111" y="1710687"/>
                    <a:pt x="669521" y="1710687"/>
                  </a:cubicBezTo>
                  <a:cubicBezTo>
                    <a:pt x="647936" y="1710687"/>
                    <a:pt x="630433" y="1693187"/>
                    <a:pt x="630433" y="1671599"/>
                  </a:cubicBezTo>
                  <a:cubicBezTo>
                    <a:pt x="630433" y="1650012"/>
                    <a:pt x="647936" y="1632512"/>
                    <a:pt x="669521" y="1632512"/>
                  </a:cubicBezTo>
                  <a:close/>
                  <a:moveTo>
                    <a:pt x="577237" y="1632512"/>
                  </a:moveTo>
                  <a:cubicBezTo>
                    <a:pt x="598829" y="1632512"/>
                    <a:pt x="616330" y="1650012"/>
                    <a:pt x="616330" y="1671599"/>
                  </a:cubicBezTo>
                  <a:cubicBezTo>
                    <a:pt x="616330" y="1693187"/>
                    <a:pt x="598829" y="1710687"/>
                    <a:pt x="577237" y="1710687"/>
                  </a:cubicBezTo>
                  <a:cubicBezTo>
                    <a:pt x="555647" y="1710687"/>
                    <a:pt x="538144" y="1693187"/>
                    <a:pt x="538144" y="1671599"/>
                  </a:cubicBezTo>
                  <a:cubicBezTo>
                    <a:pt x="538144" y="1650012"/>
                    <a:pt x="555647" y="1632512"/>
                    <a:pt x="577237" y="1632512"/>
                  </a:cubicBezTo>
                  <a:close/>
                  <a:moveTo>
                    <a:pt x="484957" y="1632512"/>
                  </a:moveTo>
                  <a:cubicBezTo>
                    <a:pt x="506543" y="1632512"/>
                    <a:pt x="524042" y="1650012"/>
                    <a:pt x="524042" y="1671599"/>
                  </a:cubicBezTo>
                  <a:cubicBezTo>
                    <a:pt x="524042" y="1693187"/>
                    <a:pt x="506543" y="1710687"/>
                    <a:pt x="484957" y="1710687"/>
                  </a:cubicBezTo>
                  <a:cubicBezTo>
                    <a:pt x="463364" y="1710687"/>
                    <a:pt x="445875" y="1693187"/>
                    <a:pt x="445875" y="1671599"/>
                  </a:cubicBezTo>
                  <a:cubicBezTo>
                    <a:pt x="445875" y="1650012"/>
                    <a:pt x="463364" y="1632512"/>
                    <a:pt x="484957" y="1632512"/>
                  </a:cubicBezTo>
                  <a:close/>
                  <a:moveTo>
                    <a:pt x="390314" y="1632512"/>
                  </a:moveTo>
                  <a:cubicBezTo>
                    <a:pt x="411907" y="1632512"/>
                    <a:pt x="429406" y="1650012"/>
                    <a:pt x="429406" y="1671599"/>
                  </a:cubicBezTo>
                  <a:cubicBezTo>
                    <a:pt x="429406" y="1693187"/>
                    <a:pt x="411907" y="1710687"/>
                    <a:pt x="390314" y="1710687"/>
                  </a:cubicBezTo>
                  <a:cubicBezTo>
                    <a:pt x="368735" y="1710687"/>
                    <a:pt x="351235" y="1693187"/>
                    <a:pt x="351235" y="1671599"/>
                  </a:cubicBezTo>
                  <a:cubicBezTo>
                    <a:pt x="351235" y="1650012"/>
                    <a:pt x="368735" y="1632512"/>
                    <a:pt x="390314" y="1632512"/>
                  </a:cubicBezTo>
                  <a:close/>
                  <a:moveTo>
                    <a:pt x="298040" y="1632512"/>
                  </a:moveTo>
                  <a:cubicBezTo>
                    <a:pt x="319624" y="1632512"/>
                    <a:pt x="337133" y="1650012"/>
                    <a:pt x="337133" y="1671599"/>
                  </a:cubicBezTo>
                  <a:cubicBezTo>
                    <a:pt x="337133" y="1693187"/>
                    <a:pt x="319624" y="1710687"/>
                    <a:pt x="298040" y="1710687"/>
                  </a:cubicBezTo>
                  <a:cubicBezTo>
                    <a:pt x="276452" y="1710687"/>
                    <a:pt x="258951" y="1693187"/>
                    <a:pt x="258951" y="1671599"/>
                  </a:cubicBezTo>
                  <a:cubicBezTo>
                    <a:pt x="258951" y="1650012"/>
                    <a:pt x="276452" y="1632512"/>
                    <a:pt x="298040" y="1632512"/>
                  </a:cubicBezTo>
                  <a:close/>
                  <a:moveTo>
                    <a:pt x="3679017" y="1632512"/>
                  </a:moveTo>
                  <a:cubicBezTo>
                    <a:pt x="3700604" y="1632512"/>
                    <a:pt x="3718103" y="1650011"/>
                    <a:pt x="3718103" y="1671598"/>
                  </a:cubicBezTo>
                  <a:cubicBezTo>
                    <a:pt x="3718103" y="1693186"/>
                    <a:pt x="3700604" y="1710685"/>
                    <a:pt x="3679017" y="1710685"/>
                  </a:cubicBezTo>
                  <a:cubicBezTo>
                    <a:pt x="3657429" y="1710685"/>
                    <a:pt x="3639929" y="1693186"/>
                    <a:pt x="3639929" y="1671598"/>
                  </a:cubicBezTo>
                  <a:cubicBezTo>
                    <a:pt x="3639929" y="1650011"/>
                    <a:pt x="3657429" y="1632512"/>
                    <a:pt x="3679017" y="1632512"/>
                  </a:cubicBezTo>
                  <a:close/>
                  <a:moveTo>
                    <a:pt x="3300455" y="1632512"/>
                  </a:moveTo>
                  <a:cubicBezTo>
                    <a:pt x="3322043" y="1632512"/>
                    <a:pt x="3339543" y="1650011"/>
                    <a:pt x="3339543" y="1671598"/>
                  </a:cubicBezTo>
                  <a:cubicBezTo>
                    <a:pt x="3339543" y="1693186"/>
                    <a:pt x="3322043" y="1710685"/>
                    <a:pt x="3300455" y="1710685"/>
                  </a:cubicBezTo>
                  <a:cubicBezTo>
                    <a:pt x="3278868" y="1710685"/>
                    <a:pt x="3261368" y="1693186"/>
                    <a:pt x="3261368" y="1671598"/>
                  </a:cubicBezTo>
                  <a:cubicBezTo>
                    <a:pt x="3261368" y="1650011"/>
                    <a:pt x="3278868" y="1632512"/>
                    <a:pt x="3300455" y="1632512"/>
                  </a:cubicBezTo>
                  <a:close/>
                  <a:moveTo>
                    <a:pt x="3111175" y="1632512"/>
                  </a:moveTo>
                  <a:cubicBezTo>
                    <a:pt x="3132763" y="1632512"/>
                    <a:pt x="3150263" y="1650011"/>
                    <a:pt x="3150263" y="1671598"/>
                  </a:cubicBezTo>
                  <a:cubicBezTo>
                    <a:pt x="3150263" y="1693186"/>
                    <a:pt x="3132763" y="1710685"/>
                    <a:pt x="3111175" y="1710685"/>
                  </a:cubicBezTo>
                  <a:cubicBezTo>
                    <a:pt x="3089588" y="1710685"/>
                    <a:pt x="3072088" y="1693186"/>
                    <a:pt x="3072088" y="1671598"/>
                  </a:cubicBezTo>
                  <a:cubicBezTo>
                    <a:pt x="3072088" y="1650011"/>
                    <a:pt x="3089588" y="1632512"/>
                    <a:pt x="3111175" y="1632512"/>
                  </a:cubicBezTo>
                  <a:close/>
                  <a:moveTo>
                    <a:pt x="3018902" y="1632512"/>
                  </a:moveTo>
                  <a:cubicBezTo>
                    <a:pt x="3040489" y="1632512"/>
                    <a:pt x="3057989" y="1650011"/>
                    <a:pt x="3057989" y="1671598"/>
                  </a:cubicBezTo>
                  <a:cubicBezTo>
                    <a:pt x="3057989" y="1693186"/>
                    <a:pt x="3040489" y="1710685"/>
                    <a:pt x="3018902" y="1710685"/>
                  </a:cubicBezTo>
                  <a:cubicBezTo>
                    <a:pt x="2997315" y="1710685"/>
                    <a:pt x="2979815" y="1693186"/>
                    <a:pt x="2979815" y="1671598"/>
                  </a:cubicBezTo>
                  <a:cubicBezTo>
                    <a:pt x="2979815" y="1650011"/>
                    <a:pt x="2997315" y="1632512"/>
                    <a:pt x="3018902" y="1632512"/>
                  </a:cubicBezTo>
                  <a:close/>
                  <a:moveTo>
                    <a:pt x="2831987" y="1632512"/>
                  </a:moveTo>
                  <a:cubicBezTo>
                    <a:pt x="2853574" y="1632512"/>
                    <a:pt x="2871074" y="1650011"/>
                    <a:pt x="2871074" y="1671598"/>
                  </a:cubicBezTo>
                  <a:cubicBezTo>
                    <a:pt x="2871074" y="1693186"/>
                    <a:pt x="2853574" y="1710685"/>
                    <a:pt x="2831987" y="1710685"/>
                  </a:cubicBezTo>
                  <a:cubicBezTo>
                    <a:pt x="2810400" y="1710685"/>
                    <a:pt x="2792900" y="1693186"/>
                    <a:pt x="2792900" y="1671598"/>
                  </a:cubicBezTo>
                  <a:cubicBezTo>
                    <a:pt x="2792900" y="1650011"/>
                    <a:pt x="2810400" y="1632512"/>
                    <a:pt x="2831987" y="1632512"/>
                  </a:cubicBezTo>
                  <a:close/>
                  <a:moveTo>
                    <a:pt x="2737359" y="1632512"/>
                  </a:moveTo>
                  <a:cubicBezTo>
                    <a:pt x="2758934" y="1632512"/>
                    <a:pt x="2776434" y="1650011"/>
                    <a:pt x="2776434" y="1671598"/>
                  </a:cubicBezTo>
                  <a:cubicBezTo>
                    <a:pt x="2776434" y="1693186"/>
                    <a:pt x="2758934" y="1710685"/>
                    <a:pt x="2737359" y="1710685"/>
                  </a:cubicBezTo>
                  <a:cubicBezTo>
                    <a:pt x="2715769" y="1710685"/>
                    <a:pt x="2698267" y="1693186"/>
                    <a:pt x="2698267" y="1671598"/>
                  </a:cubicBezTo>
                  <a:cubicBezTo>
                    <a:pt x="2698267" y="1650011"/>
                    <a:pt x="2715769" y="1632512"/>
                    <a:pt x="2737359" y="1632512"/>
                  </a:cubicBezTo>
                  <a:close/>
                  <a:moveTo>
                    <a:pt x="2645073" y="1632512"/>
                  </a:moveTo>
                  <a:cubicBezTo>
                    <a:pt x="2666662" y="1632512"/>
                    <a:pt x="2684164" y="1650011"/>
                    <a:pt x="2684164" y="1671598"/>
                  </a:cubicBezTo>
                  <a:cubicBezTo>
                    <a:pt x="2684164" y="1693186"/>
                    <a:pt x="2666662" y="1710685"/>
                    <a:pt x="2645073" y="1710685"/>
                  </a:cubicBezTo>
                  <a:cubicBezTo>
                    <a:pt x="2623487" y="1710685"/>
                    <a:pt x="2605987" y="1693186"/>
                    <a:pt x="2605987" y="1671598"/>
                  </a:cubicBezTo>
                  <a:cubicBezTo>
                    <a:pt x="2605987" y="1650011"/>
                    <a:pt x="2623487" y="1632512"/>
                    <a:pt x="2645073" y="1632512"/>
                  </a:cubicBezTo>
                  <a:close/>
                  <a:moveTo>
                    <a:pt x="2550437" y="1632512"/>
                  </a:moveTo>
                  <a:cubicBezTo>
                    <a:pt x="2572023" y="1632512"/>
                    <a:pt x="2589522" y="1650011"/>
                    <a:pt x="2589522" y="1671598"/>
                  </a:cubicBezTo>
                  <a:cubicBezTo>
                    <a:pt x="2589522" y="1693186"/>
                    <a:pt x="2572023" y="1710685"/>
                    <a:pt x="2550437" y="1710685"/>
                  </a:cubicBezTo>
                  <a:cubicBezTo>
                    <a:pt x="2528849" y="1710685"/>
                    <a:pt x="2511353" y="1693186"/>
                    <a:pt x="2511353" y="1671598"/>
                  </a:cubicBezTo>
                  <a:cubicBezTo>
                    <a:pt x="2511353" y="1650011"/>
                    <a:pt x="2528849" y="1632512"/>
                    <a:pt x="2550437" y="1632512"/>
                  </a:cubicBezTo>
                  <a:close/>
                  <a:moveTo>
                    <a:pt x="2363525" y="1632512"/>
                  </a:moveTo>
                  <a:cubicBezTo>
                    <a:pt x="2385115" y="1632512"/>
                    <a:pt x="2402612" y="1650011"/>
                    <a:pt x="2402612" y="1671598"/>
                  </a:cubicBezTo>
                  <a:cubicBezTo>
                    <a:pt x="2402612" y="1693186"/>
                    <a:pt x="2385115" y="1710685"/>
                    <a:pt x="2363525" y="1710685"/>
                  </a:cubicBezTo>
                  <a:cubicBezTo>
                    <a:pt x="2341941" y="1710685"/>
                    <a:pt x="2324438" y="1693186"/>
                    <a:pt x="2324438" y="1671598"/>
                  </a:cubicBezTo>
                  <a:cubicBezTo>
                    <a:pt x="2324438" y="1650011"/>
                    <a:pt x="2341941" y="1632512"/>
                    <a:pt x="2363525" y="1632512"/>
                  </a:cubicBezTo>
                  <a:close/>
                  <a:moveTo>
                    <a:pt x="764159" y="1632512"/>
                  </a:moveTo>
                  <a:cubicBezTo>
                    <a:pt x="785745" y="1632512"/>
                    <a:pt x="803243" y="1650011"/>
                    <a:pt x="803243" y="1671598"/>
                  </a:cubicBezTo>
                  <a:cubicBezTo>
                    <a:pt x="803243" y="1693186"/>
                    <a:pt x="785745" y="1710685"/>
                    <a:pt x="764159" y="1710685"/>
                  </a:cubicBezTo>
                  <a:cubicBezTo>
                    <a:pt x="742570" y="1710685"/>
                    <a:pt x="725074" y="1693186"/>
                    <a:pt x="725074" y="1671598"/>
                  </a:cubicBezTo>
                  <a:cubicBezTo>
                    <a:pt x="725074" y="1650011"/>
                    <a:pt x="742570" y="1632512"/>
                    <a:pt x="764159" y="1632512"/>
                  </a:cubicBezTo>
                  <a:close/>
                  <a:moveTo>
                    <a:pt x="3846758" y="1555277"/>
                  </a:moveTo>
                  <a:lnTo>
                    <a:pt x="3852080" y="1590149"/>
                  </a:lnTo>
                  <a:lnTo>
                    <a:pt x="3853608" y="1620406"/>
                  </a:lnTo>
                  <a:lnTo>
                    <a:pt x="3838292" y="1614061"/>
                  </a:lnTo>
                  <a:cubicBezTo>
                    <a:pt x="3831219" y="1606988"/>
                    <a:pt x="3826844" y="1597216"/>
                    <a:pt x="3826844" y="1586423"/>
                  </a:cubicBezTo>
                  <a:cubicBezTo>
                    <a:pt x="3826844" y="1575629"/>
                    <a:pt x="3831219" y="1565857"/>
                    <a:pt x="3838292" y="1558784"/>
                  </a:cubicBezTo>
                  <a:close/>
                  <a:moveTo>
                    <a:pt x="3771291" y="1547335"/>
                  </a:moveTo>
                  <a:cubicBezTo>
                    <a:pt x="3792879" y="1547335"/>
                    <a:pt x="3810379" y="1564835"/>
                    <a:pt x="3810379" y="1586423"/>
                  </a:cubicBezTo>
                  <a:cubicBezTo>
                    <a:pt x="3810379" y="1608009"/>
                    <a:pt x="3792879" y="1625510"/>
                    <a:pt x="3771291" y="1625510"/>
                  </a:cubicBezTo>
                  <a:cubicBezTo>
                    <a:pt x="3749704" y="1625510"/>
                    <a:pt x="3732204" y="1608009"/>
                    <a:pt x="3732204" y="1586423"/>
                  </a:cubicBezTo>
                  <a:cubicBezTo>
                    <a:pt x="3732204" y="1564835"/>
                    <a:pt x="3749704" y="1547335"/>
                    <a:pt x="3771291" y="1547335"/>
                  </a:cubicBezTo>
                  <a:close/>
                  <a:moveTo>
                    <a:pt x="3679017" y="1547335"/>
                  </a:moveTo>
                  <a:cubicBezTo>
                    <a:pt x="3700604" y="1547335"/>
                    <a:pt x="3718103" y="1564835"/>
                    <a:pt x="3718103" y="1586423"/>
                  </a:cubicBezTo>
                  <a:cubicBezTo>
                    <a:pt x="3718103" y="1608009"/>
                    <a:pt x="3700604" y="1625510"/>
                    <a:pt x="3679017" y="1625510"/>
                  </a:cubicBezTo>
                  <a:cubicBezTo>
                    <a:pt x="3657429" y="1625510"/>
                    <a:pt x="3639929" y="1608009"/>
                    <a:pt x="3639929" y="1586423"/>
                  </a:cubicBezTo>
                  <a:cubicBezTo>
                    <a:pt x="3639929" y="1564835"/>
                    <a:pt x="3657429" y="1547335"/>
                    <a:pt x="3679017" y="1547335"/>
                  </a:cubicBezTo>
                  <a:close/>
                  <a:moveTo>
                    <a:pt x="3584377" y="1547335"/>
                  </a:moveTo>
                  <a:cubicBezTo>
                    <a:pt x="3605964" y="1547335"/>
                    <a:pt x="3623463" y="1564835"/>
                    <a:pt x="3623463" y="1586423"/>
                  </a:cubicBezTo>
                  <a:cubicBezTo>
                    <a:pt x="3623463" y="1608009"/>
                    <a:pt x="3605964" y="1625510"/>
                    <a:pt x="3584377" y="1625510"/>
                  </a:cubicBezTo>
                  <a:cubicBezTo>
                    <a:pt x="3562789" y="1625510"/>
                    <a:pt x="3545289" y="1608009"/>
                    <a:pt x="3545289" y="1586423"/>
                  </a:cubicBezTo>
                  <a:cubicBezTo>
                    <a:pt x="3545289" y="1564835"/>
                    <a:pt x="3562789" y="1547335"/>
                    <a:pt x="3584377" y="1547335"/>
                  </a:cubicBezTo>
                  <a:close/>
                  <a:moveTo>
                    <a:pt x="3489737" y="1547335"/>
                  </a:moveTo>
                  <a:cubicBezTo>
                    <a:pt x="3511324" y="1547335"/>
                    <a:pt x="3528823" y="1564835"/>
                    <a:pt x="3528823" y="1586423"/>
                  </a:cubicBezTo>
                  <a:cubicBezTo>
                    <a:pt x="3528823" y="1608009"/>
                    <a:pt x="3511324" y="1625510"/>
                    <a:pt x="3489737" y="1625510"/>
                  </a:cubicBezTo>
                  <a:cubicBezTo>
                    <a:pt x="3468149" y="1625510"/>
                    <a:pt x="3450649" y="1608009"/>
                    <a:pt x="3450649" y="1586423"/>
                  </a:cubicBezTo>
                  <a:cubicBezTo>
                    <a:pt x="3450649" y="1564835"/>
                    <a:pt x="3468149" y="1547335"/>
                    <a:pt x="3489737" y="1547335"/>
                  </a:cubicBezTo>
                  <a:close/>
                  <a:moveTo>
                    <a:pt x="3392731" y="1547335"/>
                  </a:moveTo>
                  <a:cubicBezTo>
                    <a:pt x="3414319" y="1547335"/>
                    <a:pt x="3431819" y="1564835"/>
                    <a:pt x="3431819" y="1586423"/>
                  </a:cubicBezTo>
                  <a:cubicBezTo>
                    <a:pt x="3431819" y="1608009"/>
                    <a:pt x="3414319" y="1625510"/>
                    <a:pt x="3392731" y="1625510"/>
                  </a:cubicBezTo>
                  <a:cubicBezTo>
                    <a:pt x="3371144" y="1625510"/>
                    <a:pt x="3353644" y="1608009"/>
                    <a:pt x="3353644" y="1586423"/>
                  </a:cubicBezTo>
                  <a:cubicBezTo>
                    <a:pt x="3353644" y="1564835"/>
                    <a:pt x="3371144" y="1547335"/>
                    <a:pt x="3392731" y="1547335"/>
                  </a:cubicBezTo>
                  <a:close/>
                  <a:moveTo>
                    <a:pt x="3300455" y="1547335"/>
                  </a:moveTo>
                  <a:cubicBezTo>
                    <a:pt x="3322043" y="1547335"/>
                    <a:pt x="3339543" y="1564835"/>
                    <a:pt x="3339543" y="1586423"/>
                  </a:cubicBezTo>
                  <a:cubicBezTo>
                    <a:pt x="3339543" y="1608009"/>
                    <a:pt x="3322043" y="1625510"/>
                    <a:pt x="3300455" y="1625510"/>
                  </a:cubicBezTo>
                  <a:cubicBezTo>
                    <a:pt x="3278868" y="1625510"/>
                    <a:pt x="3261368" y="1608009"/>
                    <a:pt x="3261368" y="1586423"/>
                  </a:cubicBezTo>
                  <a:cubicBezTo>
                    <a:pt x="3261368" y="1564835"/>
                    <a:pt x="3278868" y="1547335"/>
                    <a:pt x="3300455" y="1547335"/>
                  </a:cubicBezTo>
                  <a:close/>
                  <a:moveTo>
                    <a:pt x="2737361" y="1547335"/>
                  </a:moveTo>
                  <a:cubicBezTo>
                    <a:pt x="2758934" y="1547335"/>
                    <a:pt x="2776434" y="1564835"/>
                    <a:pt x="2776434" y="1586423"/>
                  </a:cubicBezTo>
                  <a:cubicBezTo>
                    <a:pt x="2776434" y="1608009"/>
                    <a:pt x="2758934" y="1625510"/>
                    <a:pt x="2737361" y="1625510"/>
                  </a:cubicBezTo>
                  <a:cubicBezTo>
                    <a:pt x="2715769" y="1625510"/>
                    <a:pt x="2698267" y="1608009"/>
                    <a:pt x="2698267" y="1586423"/>
                  </a:cubicBezTo>
                  <a:cubicBezTo>
                    <a:pt x="2698267" y="1564835"/>
                    <a:pt x="2715769" y="1547335"/>
                    <a:pt x="2737361" y="1547335"/>
                  </a:cubicBezTo>
                  <a:close/>
                  <a:moveTo>
                    <a:pt x="2645073" y="1547335"/>
                  </a:moveTo>
                  <a:cubicBezTo>
                    <a:pt x="2666662" y="1547335"/>
                    <a:pt x="2684164" y="1564835"/>
                    <a:pt x="2684164" y="1586423"/>
                  </a:cubicBezTo>
                  <a:cubicBezTo>
                    <a:pt x="2684164" y="1608009"/>
                    <a:pt x="2666662" y="1625510"/>
                    <a:pt x="2645073" y="1625510"/>
                  </a:cubicBezTo>
                  <a:cubicBezTo>
                    <a:pt x="2623487" y="1625510"/>
                    <a:pt x="2605987" y="1608009"/>
                    <a:pt x="2605987" y="1586423"/>
                  </a:cubicBezTo>
                  <a:cubicBezTo>
                    <a:pt x="2605987" y="1564835"/>
                    <a:pt x="2623487" y="1547335"/>
                    <a:pt x="2645073" y="1547335"/>
                  </a:cubicBezTo>
                  <a:close/>
                  <a:moveTo>
                    <a:pt x="2550437" y="1547335"/>
                  </a:moveTo>
                  <a:cubicBezTo>
                    <a:pt x="2572023" y="1547335"/>
                    <a:pt x="2589523" y="1564835"/>
                    <a:pt x="2589523" y="1586423"/>
                  </a:cubicBezTo>
                  <a:cubicBezTo>
                    <a:pt x="2589523" y="1608009"/>
                    <a:pt x="2572023" y="1625510"/>
                    <a:pt x="2550437" y="1625510"/>
                  </a:cubicBezTo>
                  <a:cubicBezTo>
                    <a:pt x="2528849" y="1625510"/>
                    <a:pt x="2511353" y="1608009"/>
                    <a:pt x="2511353" y="1586423"/>
                  </a:cubicBezTo>
                  <a:cubicBezTo>
                    <a:pt x="2511353" y="1564835"/>
                    <a:pt x="2528849" y="1547335"/>
                    <a:pt x="2550437" y="1547335"/>
                  </a:cubicBezTo>
                  <a:close/>
                  <a:moveTo>
                    <a:pt x="2458164" y="1547335"/>
                  </a:moveTo>
                  <a:cubicBezTo>
                    <a:pt x="2479753" y="1547335"/>
                    <a:pt x="2497252" y="1564835"/>
                    <a:pt x="2497252" y="1586423"/>
                  </a:cubicBezTo>
                  <a:cubicBezTo>
                    <a:pt x="2497252" y="1608009"/>
                    <a:pt x="2479753" y="1625510"/>
                    <a:pt x="2458164" y="1625510"/>
                  </a:cubicBezTo>
                  <a:cubicBezTo>
                    <a:pt x="2436583" y="1625510"/>
                    <a:pt x="2419081" y="1608009"/>
                    <a:pt x="2419081" y="1586423"/>
                  </a:cubicBezTo>
                  <a:cubicBezTo>
                    <a:pt x="2419081" y="1564835"/>
                    <a:pt x="2436583" y="1547335"/>
                    <a:pt x="2458164" y="1547335"/>
                  </a:cubicBezTo>
                  <a:close/>
                  <a:moveTo>
                    <a:pt x="951061" y="1547335"/>
                  </a:moveTo>
                  <a:cubicBezTo>
                    <a:pt x="972645" y="1547335"/>
                    <a:pt x="990144" y="1564835"/>
                    <a:pt x="990144" y="1586423"/>
                  </a:cubicBezTo>
                  <a:cubicBezTo>
                    <a:pt x="990144" y="1608009"/>
                    <a:pt x="972645" y="1625510"/>
                    <a:pt x="951061" y="1625510"/>
                  </a:cubicBezTo>
                  <a:cubicBezTo>
                    <a:pt x="929475" y="1625510"/>
                    <a:pt x="911977" y="1608009"/>
                    <a:pt x="911977" y="1586423"/>
                  </a:cubicBezTo>
                  <a:cubicBezTo>
                    <a:pt x="911977" y="1564835"/>
                    <a:pt x="929475" y="1547335"/>
                    <a:pt x="951061" y="1547335"/>
                  </a:cubicBezTo>
                  <a:close/>
                  <a:moveTo>
                    <a:pt x="856428" y="1547335"/>
                  </a:moveTo>
                  <a:cubicBezTo>
                    <a:pt x="878014" y="1547335"/>
                    <a:pt x="895513" y="1564835"/>
                    <a:pt x="895513" y="1586423"/>
                  </a:cubicBezTo>
                  <a:cubicBezTo>
                    <a:pt x="895513" y="1608009"/>
                    <a:pt x="878014" y="1625510"/>
                    <a:pt x="856428" y="1625510"/>
                  </a:cubicBezTo>
                  <a:cubicBezTo>
                    <a:pt x="834844" y="1625510"/>
                    <a:pt x="817346" y="1608009"/>
                    <a:pt x="817346" y="1586423"/>
                  </a:cubicBezTo>
                  <a:cubicBezTo>
                    <a:pt x="817346" y="1564835"/>
                    <a:pt x="834844" y="1547335"/>
                    <a:pt x="856428" y="1547335"/>
                  </a:cubicBezTo>
                  <a:close/>
                  <a:moveTo>
                    <a:pt x="764163" y="1547335"/>
                  </a:moveTo>
                  <a:cubicBezTo>
                    <a:pt x="785749" y="1547335"/>
                    <a:pt x="803247" y="1564835"/>
                    <a:pt x="803247" y="1586423"/>
                  </a:cubicBezTo>
                  <a:cubicBezTo>
                    <a:pt x="803247" y="1608009"/>
                    <a:pt x="785749" y="1625510"/>
                    <a:pt x="764163" y="1625510"/>
                  </a:cubicBezTo>
                  <a:cubicBezTo>
                    <a:pt x="742573" y="1625510"/>
                    <a:pt x="725079" y="1608009"/>
                    <a:pt x="725079" y="1586423"/>
                  </a:cubicBezTo>
                  <a:cubicBezTo>
                    <a:pt x="725079" y="1564835"/>
                    <a:pt x="742573" y="1547335"/>
                    <a:pt x="764163" y="1547335"/>
                  </a:cubicBezTo>
                  <a:close/>
                  <a:moveTo>
                    <a:pt x="669521" y="1547335"/>
                  </a:moveTo>
                  <a:cubicBezTo>
                    <a:pt x="691116" y="1547335"/>
                    <a:pt x="708613" y="1564835"/>
                    <a:pt x="708613" y="1586423"/>
                  </a:cubicBezTo>
                  <a:cubicBezTo>
                    <a:pt x="708613" y="1608009"/>
                    <a:pt x="691116" y="1625510"/>
                    <a:pt x="669521" y="1625510"/>
                  </a:cubicBezTo>
                  <a:cubicBezTo>
                    <a:pt x="647940" y="1625510"/>
                    <a:pt x="630438" y="1608009"/>
                    <a:pt x="630438" y="1586423"/>
                  </a:cubicBezTo>
                  <a:cubicBezTo>
                    <a:pt x="630438" y="1564835"/>
                    <a:pt x="647940" y="1547335"/>
                    <a:pt x="669521" y="1547335"/>
                  </a:cubicBezTo>
                  <a:close/>
                  <a:moveTo>
                    <a:pt x="577241" y="1547335"/>
                  </a:moveTo>
                  <a:cubicBezTo>
                    <a:pt x="598832" y="1547335"/>
                    <a:pt x="616335" y="1564835"/>
                    <a:pt x="616335" y="1586423"/>
                  </a:cubicBezTo>
                  <a:cubicBezTo>
                    <a:pt x="616335" y="1608009"/>
                    <a:pt x="598832" y="1625510"/>
                    <a:pt x="577241" y="1625510"/>
                  </a:cubicBezTo>
                  <a:cubicBezTo>
                    <a:pt x="555651" y="1625510"/>
                    <a:pt x="538147" y="1608009"/>
                    <a:pt x="538147" y="1586423"/>
                  </a:cubicBezTo>
                  <a:cubicBezTo>
                    <a:pt x="538147" y="1564835"/>
                    <a:pt x="555651" y="1547335"/>
                    <a:pt x="577241" y="1547335"/>
                  </a:cubicBezTo>
                  <a:close/>
                  <a:moveTo>
                    <a:pt x="484957" y="1547335"/>
                  </a:moveTo>
                  <a:cubicBezTo>
                    <a:pt x="506545" y="1547335"/>
                    <a:pt x="524045" y="1564835"/>
                    <a:pt x="524045" y="1586423"/>
                  </a:cubicBezTo>
                  <a:cubicBezTo>
                    <a:pt x="524045" y="1608009"/>
                    <a:pt x="506545" y="1625510"/>
                    <a:pt x="484957" y="1625510"/>
                  </a:cubicBezTo>
                  <a:cubicBezTo>
                    <a:pt x="463365" y="1625510"/>
                    <a:pt x="445879" y="1608009"/>
                    <a:pt x="445879" y="1586423"/>
                  </a:cubicBezTo>
                  <a:cubicBezTo>
                    <a:pt x="445879" y="1564835"/>
                    <a:pt x="463365" y="1547335"/>
                    <a:pt x="484957" y="1547335"/>
                  </a:cubicBezTo>
                  <a:close/>
                  <a:moveTo>
                    <a:pt x="390314" y="1547335"/>
                  </a:moveTo>
                  <a:cubicBezTo>
                    <a:pt x="411908" y="1547335"/>
                    <a:pt x="429410" y="1564835"/>
                    <a:pt x="429410" y="1586423"/>
                  </a:cubicBezTo>
                  <a:cubicBezTo>
                    <a:pt x="429410" y="1608009"/>
                    <a:pt x="411908" y="1625510"/>
                    <a:pt x="390314" y="1625510"/>
                  </a:cubicBezTo>
                  <a:cubicBezTo>
                    <a:pt x="368739" y="1625510"/>
                    <a:pt x="351238" y="1608009"/>
                    <a:pt x="351238" y="1586423"/>
                  </a:cubicBezTo>
                  <a:cubicBezTo>
                    <a:pt x="351238" y="1564835"/>
                    <a:pt x="368739" y="1547335"/>
                    <a:pt x="390314" y="1547335"/>
                  </a:cubicBezTo>
                  <a:close/>
                  <a:moveTo>
                    <a:pt x="298043" y="1547335"/>
                  </a:moveTo>
                  <a:cubicBezTo>
                    <a:pt x="319627" y="1547335"/>
                    <a:pt x="337137" y="1564835"/>
                    <a:pt x="337137" y="1586423"/>
                  </a:cubicBezTo>
                  <a:cubicBezTo>
                    <a:pt x="337137" y="1608009"/>
                    <a:pt x="319627" y="1625510"/>
                    <a:pt x="298043" y="1625510"/>
                  </a:cubicBezTo>
                  <a:cubicBezTo>
                    <a:pt x="276456" y="1625510"/>
                    <a:pt x="258954" y="1608009"/>
                    <a:pt x="258954" y="1586423"/>
                  </a:cubicBezTo>
                  <a:cubicBezTo>
                    <a:pt x="258954" y="1564835"/>
                    <a:pt x="276456" y="1547335"/>
                    <a:pt x="298043" y="1547335"/>
                  </a:cubicBezTo>
                  <a:close/>
                  <a:moveTo>
                    <a:pt x="203400" y="1547335"/>
                  </a:moveTo>
                  <a:cubicBezTo>
                    <a:pt x="224988" y="1547335"/>
                    <a:pt x="242489" y="1564835"/>
                    <a:pt x="242489" y="1586423"/>
                  </a:cubicBezTo>
                  <a:cubicBezTo>
                    <a:pt x="242489" y="1608009"/>
                    <a:pt x="224988" y="1625510"/>
                    <a:pt x="203400" y="1625510"/>
                  </a:cubicBezTo>
                  <a:cubicBezTo>
                    <a:pt x="181814" y="1625510"/>
                    <a:pt x="164314" y="1608009"/>
                    <a:pt x="164314" y="1586423"/>
                  </a:cubicBezTo>
                  <a:cubicBezTo>
                    <a:pt x="164314" y="1564835"/>
                    <a:pt x="181814" y="1547335"/>
                    <a:pt x="203400" y="1547335"/>
                  </a:cubicBezTo>
                  <a:close/>
                  <a:moveTo>
                    <a:pt x="3835635" y="1482393"/>
                  </a:moveTo>
                  <a:lnTo>
                    <a:pt x="3843416" y="1533374"/>
                  </a:lnTo>
                  <a:lnTo>
                    <a:pt x="3838294" y="1531252"/>
                  </a:lnTo>
                  <a:cubicBezTo>
                    <a:pt x="3831220" y="1524179"/>
                    <a:pt x="3826845" y="1514407"/>
                    <a:pt x="3826845" y="1503614"/>
                  </a:cubicBezTo>
                  <a:close/>
                  <a:moveTo>
                    <a:pt x="3771293" y="1464526"/>
                  </a:moveTo>
                  <a:cubicBezTo>
                    <a:pt x="3792880" y="1464526"/>
                    <a:pt x="3810379" y="1482026"/>
                    <a:pt x="3810379" y="1503614"/>
                  </a:cubicBezTo>
                  <a:cubicBezTo>
                    <a:pt x="3810379" y="1525201"/>
                    <a:pt x="3792880" y="1542701"/>
                    <a:pt x="3771293" y="1542701"/>
                  </a:cubicBezTo>
                  <a:cubicBezTo>
                    <a:pt x="3749705" y="1542701"/>
                    <a:pt x="3732205" y="1525201"/>
                    <a:pt x="3732205" y="1503614"/>
                  </a:cubicBezTo>
                  <a:cubicBezTo>
                    <a:pt x="3732205" y="1482026"/>
                    <a:pt x="3749705" y="1464526"/>
                    <a:pt x="3771293" y="1464526"/>
                  </a:cubicBezTo>
                  <a:close/>
                  <a:moveTo>
                    <a:pt x="3679018" y="1464526"/>
                  </a:moveTo>
                  <a:cubicBezTo>
                    <a:pt x="3700605" y="1464526"/>
                    <a:pt x="3718105" y="1482026"/>
                    <a:pt x="3718105" y="1503614"/>
                  </a:cubicBezTo>
                  <a:cubicBezTo>
                    <a:pt x="3718105" y="1525201"/>
                    <a:pt x="3700605" y="1542701"/>
                    <a:pt x="3679018" y="1542701"/>
                  </a:cubicBezTo>
                  <a:cubicBezTo>
                    <a:pt x="3657431" y="1542701"/>
                    <a:pt x="3639931" y="1525201"/>
                    <a:pt x="3639931" y="1503614"/>
                  </a:cubicBezTo>
                  <a:cubicBezTo>
                    <a:pt x="3639931" y="1482026"/>
                    <a:pt x="3657431" y="1464526"/>
                    <a:pt x="3679018" y="1464526"/>
                  </a:cubicBezTo>
                  <a:close/>
                  <a:moveTo>
                    <a:pt x="3489737" y="1464526"/>
                  </a:moveTo>
                  <a:cubicBezTo>
                    <a:pt x="3511324" y="1464526"/>
                    <a:pt x="3528823" y="1482026"/>
                    <a:pt x="3528823" y="1503614"/>
                  </a:cubicBezTo>
                  <a:cubicBezTo>
                    <a:pt x="3528823" y="1525201"/>
                    <a:pt x="3511324" y="1542701"/>
                    <a:pt x="3489737" y="1542701"/>
                  </a:cubicBezTo>
                  <a:cubicBezTo>
                    <a:pt x="3468149" y="1542701"/>
                    <a:pt x="3450649" y="1525201"/>
                    <a:pt x="3450649" y="1503614"/>
                  </a:cubicBezTo>
                  <a:cubicBezTo>
                    <a:pt x="3450649" y="1482026"/>
                    <a:pt x="3468149" y="1464526"/>
                    <a:pt x="3489737" y="1464526"/>
                  </a:cubicBezTo>
                  <a:close/>
                  <a:moveTo>
                    <a:pt x="3392731" y="1464526"/>
                  </a:moveTo>
                  <a:cubicBezTo>
                    <a:pt x="3414319" y="1464526"/>
                    <a:pt x="3431819" y="1482026"/>
                    <a:pt x="3431819" y="1503614"/>
                  </a:cubicBezTo>
                  <a:cubicBezTo>
                    <a:pt x="3431819" y="1525201"/>
                    <a:pt x="3414319" y="1542701"/>
                    <a:pt x="3392731" y="1542701"/>
                  </a:cubicBezTo>
                  <a:cubicBezTo>
                    <a:pt x="3371144" y="1542701"/>
                    <a:pt x="3353644" y="1525201"/>
                    <a:pt x="3353644" y="1503614"/>
                  </a:cubicBezTo>
                  <a:cubicBezTo>
                    <a:pt x="3353644" y="1482026"/>
                    <a:pt x="3371144" y="1464526"/>
                    <a:pt x="3392731" y="1464526"/>
                  </a:cubicBezTo>
                  <a:close/>
                  <a:moveTo>
                    <a:pt x="3300457" y="1464526"/>
                  </a:moveTo>
                  <a:cubicBezTo>
                    <a:pt x="3322044" y="1464526"/>
                    <a:pt x="3339544" y="1482026"/>
                    <a:pt x="3339544" y="1503614"/>
                  </a:cubicBezTo>
                  <a:cubicBezTo>
                    <a:pt x="3339544" y="1525201"/>
                    <a:pt x="3322044" y="1542701"/>
                    <a:pt x="3300457" y="1542701"/>
                  </a:cubicBezTo>
                  <a:cubicBezTo>
                    <a:pt x="3278869" y="1542701"/>
                    <a:pt x="3261369" y="1525201"/>
                    <a:pt x="3261369" y="1503614"/>
                  </a:cubicBezTo>
                  <a:cubicBezTo>
                    <a:pt x="3261369" y="1482026"/>
                    <a:pt x="3278869" y="1464526"/>
                    <a:pt x="3300457" y="1464526"/>
                  </a:cubicBezTo>
                  <a:close/>
                  <a:moveTo>
                    <a:pt x="3205817" y="1464526"/>
                  </a:moveTo>
                  <a:cubicBezTo>
                    <a:pt x="3227404" y="1464526"/>
                    <a:pt x="3244904" y="1482026"/>
                    <a:pt x="3244904" y="1503614"/>
                  </a:cubicBezTo>
                  <a:cubicBezTo>
                    <a:pt x="3244904" y="1525201"/>
                    <a:pt x="3227404" y="1542701"/>
                    <a:pt x="3205817" y="1542701"/>
                  </a:cubicBezTo>
                  <a:cubicBezTo>
                    <a:pt x="3184229" y="1542701"/>
                    <a:pt x="3166729" y="1525201"/>
                    <a:pt x="3166729" y="1503614"/>
                  </a:cubicBezTo>
                  <a:cubicBezTo>
                    <a:pt x="3166729" y="1482026"/>
                    <a:pt x="3184229" y="1464526"/>
                    <a:pt x="3205817" y="1464526"/>
                  </a:cubicBezTo>
                  <a:close/>
                  <a:moveTo>
                    <a:pt x="3111177" y="1464526"/>
                  </a:moveTo>
                  <a:cubicBezTo>
                    <a:pt x="3132764" y="1464526"/>
                    <a:pt x="3150264" y="1482026"/>
                    <a:pt x="3150264" y="1503614"/>
                  </a:cubicBezTo>
                  <a:cubicBezTo>
                    <a:pt x="3150264" y="1525201"/>
                    <a:pt x="3132764" y="1542701"/>
                    <a:pt x="3111177" y="1542701"/>
                  </a:cubicBezTo>
                  <a:cubicBezTo>
                    <a:pt x="3089589" y="1542701"/>
                    <a:pt x="3072089" y="1525201"/>
                    <a:pt x="3072089" y="1503614"/>
                  </a:cubicBezTo>
                  <a:cubicBezTo>
                    <a:pt x="3072089" y="1482026"/>
                    <a:pt x="3089589" y="1464526"/>
                    <a:pt x="3111177" y="1464526"/>
                  </a:cubicBezTo>
                  <a:close/>
                  <a:moveTo>
                    <a:pt x="3018902" y="1464526"/>
                  </a:moveTo>
                  <a:cubicBezTo>
                    <a:pt x="3040489" y="1464526"/>
                    <a:pt x="3057989" y="1482026"/>
                    <a:pt x="3057989" y="1503614"/>
                  </a:cubicBezTo>
                  <a:cubicBezTo>
                    <a:pt x="3057989" y="1525201"/>
                    <a:pt x="3040489" y="1542701"/>
                    <a:pt x="3018902" y="1542701"/>
                  </a:cubicBezTo>
                  <a:cubicBezTo>
                    <a:pt x="2997315" y="1542701"/>
                    <a:pt x="2979815" y="1525201"/>
                    <a:pt x="2979815" y="1503614"/>
                  </a:cubicBezTo>
                  <a:cubicBezTo>
                    <a:pt x="2979815" y="1482026"/>
                    <a:pt x="2997315" y="1464526"/>
                    <a:pt x="3018902" y="1464526"/>
                  </a:cubicBezTo>
                  <a:close/>
                  <a:moveTo>
                    <a:pt x="2831988" y="1464526"/>
                  </a:moveTo>
                  <a:cubicBezTo>
                    <a:pt x="2853575" y="1464526"/>
                    <a:pt x="2871075" y="1482026"/>
                    <a:pt x="2871075" y="1503614"/>
                  </a:cubicBezTo>
                  <a:cubicBezTo>
                    <a:pt x="2871075" y="1525201"/>
                    <a:pt x="2853575" y="1542701"/>
                    <a:pt x="2831988" y="1542701"/>
                  </a:cubicBezTo>
                  <a:cubicBezTo>
                    <a:pt x="2810401" y="1542701"/>
                    <a:pt x="2792901" y="1525201"/>
                    <a:pt x="2792901" y="1503614"/>
                  </a:cubicBezTo>
                  <a:cubicBezTo>
                    <a:pt x="2792901" y="1482026"/>
                    <a:pt x="2810401" y="1464526"/>
                    <a:pt x="2831988" y="1464526"/>
                  </a:cubicBezTo>
                  <a:close/>
                  <a:moveTo>
                    <a:pt x="2458167" y="1464526"/>
                  </a:moveTo>
                  <a:cubicBezTo>
                    <a:pt x="2479755" y="1464526"/>
                    <a:pt x="2497253" y="1482026"/>
                    <a:pt x="2497253" y="1503614"/>
                  </a:cubicBezTo>
                  <a:cubicBezTo>
                    <a:pt x="2497253" y="1525201"/>
                    <a:pt x="2479755" y="1542701"/>
                    <a:pt x="2458167" y="1542701"/>
                  </a:cubicBezTo>
                  <a:cubicBezTo>
                    <a:pt x="2436585" y="1542701"/>
                    <a:pt x="2419081" y="1525201"/>
                    <a:pt x="2419081" y="1503614"/>
                  </a:cubicBezTo>
                  <a:cubicBezTo>
                    <a:pt x="2419081" y="1482026"/>
                    <a:pt x="2436585" y="1464526"/>
                    <a:pt x="2458167" y="1464526"/>
                  </a:cubicBezTo>
                  <a:close/>
                  <a:moveTo>
                    <a:pt x="2363529" y="1464526"/>
                  </a:moveTo>
                  <a:cubicBezTo>
                    <a:pt x="2385118" y="1464526"/>
                    <a:pt x="2402614" y="1482026"/>
                    <a:pt x="2402614" y="1503614"/>
                  </a:cubicBezTo>
                  <a:cubicBezTo>
                    <a:pt x="2402614" y="1525201"/>
                    <a:pt x="2385118" y="1542701"/>
                    <a:pt x="2363529" y="1542701"/>
                  </a:cubicBezTo>
                  <a:cubicBezTo>
                    <a:pt x="2341943" y="1542701"/>
                    <a:pt x="2324441" y="1525201"/>
                    <a:pt x="2324441" y="1503614"/>
                  </a:cubicBezTo>
                  <a:cubicBezTo>
                    <a:pt x="2324441" y="1482026"/>
                    <a:pt x="2341943" y="1464526"/>
                    <a:pt x="2363529" y="1464526"/>
                  </a:cubicBezTo>
                  <a:close/>
                  <a:moveTo>
                    <a:pt x="1045696" y="1464526"/>
                  </a:moveTo>
                  <a:cubicBezTo>
                    <a:pt x="1067282" y="1464526"/>
                    <a:pt x="1084784" y="1482026"/>
                    <a:pt x="1084784" y="1503614"/>
                  </a:cubicBezTo>
                  <a:cubicBezTo>
                    <a:pt x="1084784" y="1525201"/>
                    <a:pt x="1067282" y="1542701"/>
                    <a:pt x="1045696" y="1542701"/>
                  </a:cubicBezTo>
                  <a:cubicBezTo>
                    <a:pt x="1024110" y="1542701"/>
                    <a:pt x="1006612" y="1525201"/>
                    <a:pt x="1006612" y="1503614"/>
                  </a:cubicBezTo>
                  <a:cubicBezTo>
                    <a:pt x="1006612" y="1482026"/>
                    <a:pt x="1024110" y="1464526"/>
                    <a:pt x="1045696" y="1464526"/>
                  </a:cubicBezTo>
                  <a:close/>
                  <a:moveTo>
                    <a:pt x="951064" y="1464526"/>
                  </a:moveTo>
                  <a:cubicBezTo>
                    <a:pt x="972649" y="1464526"/>
                    <a:pt x="990147" y="1482026"/>
                    <a:pt x="990147" y="1503614"/>
                  </a:cubicBezTo>
                  <a:cubicBezTo>
                    <a:pt x="990147" y="1525201"/>
                    <a:pt x="972649" y="1542701"/>
                    <a:pt x="951064" y="1542701"/>
                  </a:cubicBezTo>
                  <a:cubicBezTo>
                    <a:pt x="929479" y="1542701"/>
                    <a:pt x="911980" y="1525201"/>
                    <a:pt x="911980" y="1503614"/>
                  </a:cubicBezTo>
                  <a:cubicBezTo>
                    <a:pt x="911980" y="1482026"/>
                    <a:pt x="929479" y="1464526"/>
                    <a:pt x="951064" y="1464526"/>
                  </a:cubicBezTo>
                  <a:close/>
                  <a:moveTo>
                    <a:pt x="856433" y="1464526"/>
                  </a:moveTo>
                  <a:cubicBezTo>
                    <a:pt x="878018" y="1464526"/>
                    <a:pt x="895517" y="1482026"/>
                    <a:pt x="895517" y="1503614"/>
                  </a:cubicBezTo>
                  <a:cubicBezTo>
                    <a:pt x="895517" y="1525201"/>
                    <a:pt x="878018" y="1542701"/>
                    <a:pt x="856433" y="1542701"/>
                  </a:cubicBezTo>
                  <a:cubicBezTo>
                    <a:pt x="834848" y="1542701"/>
                    <a:pt x="817350" y="1525201"/>
                    <a:pt x="817350" y="1503614"/>
                  </a:cubicBezTo>
                  <a:cubicBezTo>
                    <a:pt x="817350" y="1482026"/>
                    <a:pt x="834848" y="1464526"/>
                    <a:pt x="856433" y="1464526"/>
                  </a:cubicBezTo>
                  <a:close/>
                  <a:moveTo>
                    <a:pt x="764168" y="1464526"/>
                  </a:moveTo>
                  <a:cubicBezTo>
                    <a:pt x="785753" y="1464526"/>
                    <a:pt x="803252" y="1482026"/>
                    <a:pt x="803252" y="1503614"/>
                  </a:cubicBezTo>
                  <a:cubicBezTo>
                    <a:pt x="803252" y="1525201"/>
                    <a:pt x="785753" y="1542701"/>
                    <a:pt x="764168" y="1542701"/>
                  </a:cubicBezTo>
                  <a:cubicBezTo>
                    <a:pt x="742576" y="1542701"/>
                    <a:pt x="725083" y="1525201"/>
                    <a:pt x="725083" y="1503614"/>
                  </a:cubicBezTo>
                  <a:cubicBezTo>
                    <a:pt x="725083" y="1482026"/>
                    <a:pt x="742576" y="1464526"/>
                    <a:pt x="764168" y="1464526"/>
                  </a:cubicBezTo>
                  <a:close/>
                  <a:moveTo>
                    <a:pt x="669521" y="1464526"/>
                  </a:moveTo>
                  <a:cubicBezTo>
                    <a:pt x="691121" y="1464526"/>
                    <a:pt x="708620" y="1482026"/>
                    <a:pt x="708620" y="1503614"/>
                  </a:cubicBezTo>
                  <a:cubicBezTo>
                    <a:pt x="708620" y="1525201"/>
                    <a:pt x="691121" y="1542701"/>
                    <a:pt x="669521" y="1542701"/>
                  </a:cubicBezTo>
                  <a:cubicBezTo>
                    <a:pt x="647946" y="1542701"/>
                    <a:pt x="630443" y="1525201"/>
                    <a:pt x="630443" y="1503614"/>
                  </a:cubicBezTo>
                  <a:cubicBezTo>
                    <a:pt x="630443" y="1482026"/>
                    <a:pt x="647946" y="1464526"/>
                    <a:pt x="669521" y="1464526"/>
                  </a:cubicBezTo>
                  <a:close/>
                  <a:moveTo>
                    <a:pt x="577246" y="1464526"/>
                  </a:moveTo>
                  <a:cubicBezTo>
                    <a:pt x="598837" y="1464526"/>
                    <a:pt x="616341" y="1482026"/>
                    <a:pt x="616341" y="1503614"/>
                  </a:cubicBezTo>
                  <a:cubicBezTo>
                    <a:pt x="616341" y="1525201"/>
                    <a:pt x="598837" y="1542701"/>
                    <a:pt x="577246" y="1542701"/>
                  </a:cubicBezTo>
                  <a:cubicBezTo>
                    <a:pt x="555655" y="1542701"/>
                    <a:pt x="538151" y="1525201"/>
                    <a:pt x="538151" y="1503614"/>
                  </a:cubicBezTo>
                  <a:cubicBezTo>
                    <a:pt x="538151" y="1482026"/>
                    <a:pt x="555655" y="1464526"/>
                    <a:pt x="577246" y="1464526"/>
                  </a:cubicBezTo>
                  <a:close/>
                  <a:moveTo>
                    <a:pt x="484961" y="1464526"/>
                  </a:moveTo>
                  <a:cubicBezTo>
                    <a:pt x="506550" y="1464526"/>
                    <a:pt x="524048" y="1482026"/>
                    <a:pt x="524048" y="1503614"/>
                  </a:cubicBezTo>
                  <a:cubicBezTo>
                    <a:pt x="524048" y="1525201"/>
                    <a:pt x="506550" y="1542701"/>
                    <a:pt x="484961" y="1542701"/>
                  </a:cubicBezTo>
                  <a:cubicBezTo>
                    <a:pt x="463368" y="1542701"/>
                    <a:pt x="445884" y="1525201"/>
                    <a:pt x="445884" y="1503614"/>
                  </a:cubicBezTo>
                  <a:cubicBezTo>
                    <a:pt x="445884" y="1482026"/>
                    <a:pt x="463368" y="1464526"/>
                    <a:pt x="484961" y="1464526"/>
                  </a:cubicBezTo>
                  <a:close/>
                  <a:moveTo>
                    <a:pt x="390321" y="1464526"/>
                  </a:moveTo>
                  <a:cubicBezTo>
                    <a:pt x="411908" y="1464526"/>
                    <a:pt x="429414" y="1482026"/>
                    <a:pt x="429414" y="1503614"/>
                  </a:cubicBezTo>
                  <a:cubicBezTo>
                    <a:pt x="429414" y="1525201"/>
                    <a:pt x="411908" y="1542701"/>
                    <a:pt x="390321" y="1542701"/>
                  </a:cubicBezTo>
                  <a:cubicBezTo>
                    <a:pt x="368742" y="1542701"/>
                    <a:pt x="351243" y="1525201"/>
                    <a:pt x="351243" y="1503614"/>
                  </a:cubicBezTo>
                  <a:cubicBezTo>
                    <a:pt x="351243" y="1482026"/>
                    <a:pt x="368742" y="1464526"/>
                    <a:pt x="390321" y="1464526"/>
                  </a:cubicBezTo>
                  <a:close/>
                  <a:moveTo>
                    <a:pt x="298048" y="1464526"/>
                  </a:moveTo>
                  <a:cubicBezTo>
                    <a:pt x="319631" y="1464526"/>
                    <a:pt x="337143" y="1482026"/>
                    <a:pt x="337143" y="1503614"/>
                  </a:cubicBezTo>
                  <a:cubicBezTo>
                    <a:pt x="337143" y="1525201"/>
                    <a:pt x="319631" y="1542701"/>
                    <a:pt x="298048" y="1542701"/>
                  </a:cubicBezTo>
                  <a:cubicBezTo>
                    <a:pt x="276459" y="1542701"/>
                    <a:pt x="258959" y="1525201"/>
                    <a:pt x="258959" y="1503614"/>
                  </a:cubicBezTo>
                  <a:cubicBezTo>
                    <a:pt x="258959" y="1482026"/>
                    <a:pt x="276459" y="1464526"/>
                    <a:pt x="298048" y="1464526"/>
                  </a:cubicBezTo>
                  <a:close/>
                  <a:moveTo>
                    <a:pt x="203404" y="1464526"/>
                  </a:moveTo>
                  <a:cubicBezTo>
                    <a:pt x="224994" y="1464526"/>
                    <a:pt x="242493" y="1482026"/>
                    <a:pt x="242493" y="1503614"/>
                  </a:cubicBezTo>
                  <a:cubicBezTo>
                    <a:pt x="242493" y="1525201"/>
                    <a:pt x="224994" y="1542701"/>
                    <a:pt x="203404" y="1542701"/>
                  </a:cubicBezTo>
                  <a:cubicBezTo>
                    <a:pt x="181818" y="1542701"/>
                    <a:pt x="164318" y="1525201"/>
                    <a:pt x="164318" y="1503614"/>
                  </a:cubicBezTo>
                  <a:cubicBezTo>
                    <a:pt x="164318" y="1482026"/>
                    <a:pt x="181818" y="1464526"/>
                    <a:pt x="203404" y="1464526"/>
                  </a:cubicBezTo>
                  <a:close/>
                  <a:moveTo>
                    <a:pt x="111130" y="1464526"/>
                  </a:moveTo>
                  <a:cubicBezTo>
                    <a:pt x="132718" y="1464526"/>
                    <a:pt x="150218" y="1482026"/>
                    <a:pt x="150218" y="1503614"/>
                  </a:cubicBezTo>
                  <a:cubicBezTo>
                    <a:pt x="150218" y="1525201"/>
                    <a:pt x="132718" y="1542701"/>
                    <a:pt x="111130" y="1542701"/>
                  </a:cubicBezTo>
                  <a:cubicBezTo>
                    <a:pt x="89543" y="1542701"/>
                    <a:pt x="72044" y="1525201"/>
                    <a:pt x="72044" y="1503614"/>
                  </a:cubicBezTo>
                  <a:cubicBezTo>
                    <a:pt x="72044" y="1482026"/>
                    <a:pt x="89543" y="1464526"/>
                    <a:pt x="111130" y="1464526"/>
                  </a:cubicBezTo>
                  <a:close/>
                  <a:moveTo>
                    <a:pt x="111134" y="1376985"/>
                  </a:moveTo>
                  <a:cubicBezTo>
                    <a:pt x="132721" y="1376985"/>
                    <a:pt x="150221" y="1394485"/>
                    <a:pt x="150221" y="1416072"/>
                  </a:cubicBezTo>
                  <a:cubicBezTo>
                    <a:pt x="150221" y="1437659"/>
                    <a:pt x="132721" y="1455159"/>
                    <a:pt x="111134" y="1455159"/>
                  </a:cubicBezTo>
                  <a:cubicBezTo>
                    <a:pt x="89547" y="1455159"/>
                    <a:pt x="72048" y="1437659"/>
                    <a:pt x="72048" y="1416072"/>
                  </a:cubicBezTo>
                  <a:cubicBezTo>
                    <a:pt x="72048" y="1394485"/>
                    <a:pt x="89547" y="1376985"/>
                    <a:pt x="111134" y="1376985"/>
                  </a:cubicBezTo>
                  <a:close/>
                  <a:moveTo>
                    <a:pt x="484966" y="1376984"/>
                  </a:moveTo>
                  <a:cubicBezTo>
                    <a:pt x="506553" y="1376984"/>
                    <a:pt x="524052" y="1394484"/>
                    <a:pt x="524052" y="1416071"/>
                  </a:cubicBezTo>
                  <a:cubicBezTo>
                    <a:pt x="524052" y="1437658"/>
                    <a:pt x="506553" y="1455159"/>
                    <a:pt x="484966" y="1455159"/>
                  </a:cubicBezTo>
                  <a:cubicBezTo>
                    <a:pt x="463373" y="1455159"/>
                    <a:pt x="445888" y="1437658"/>
                    <a:pt x="445888" y="1416071"/>
                  </a:cubicBezTo>
                  <a:cubicBezTo>
                    <a:pt x="445888" y="1394484"/>
                    <a:pt x="463373" y="1376984"/>
                    <a:pt x="484966" y="1376984"/>
                  </a:cubicBezTo>
                  <a:close/>
                  <a:moveTo>
                    <a:pt x="390321" y="1376984"/>
                  </a:moveTo>
                  <a:cubicBezTo>
                    <a:pt x="411908" y="1376984"/>
                    <a:pt x="429417" y="1394484"/>
                    <a:pt x="429417" y="1416071"/>
                  </a:cubicBezTo>
                  <a:cubicBezTo>
                    <a:pt x="429417" y="1437658"/>
                    <a:pt x="411908" y="1455159"/>
                    <a:pt x="390321" y="1455159"/>
                  </a:cubicBezTo>
                  <a:cubicBezTo>
                    <a:pt x="368747" y="1455159"/>
                    <a:pt x="351248" y="1437658"/>
                    <a:pt x="351248" y="1416071"/>
                  </a:cubicBezTo>
                  <a:cubicBezTo>
                    <a:pt x="351248" y="1394484"/>
                    <a:pt x="368747" y="1376984"/>
                    <a:pt x="390321" y="1376984"/>
                  </a:cubicBezTo>
                  <a:close/>
                  <a:moveTo>
                    <a:pt x="298052" y="1376984"/>
                  </a:moveTo>
                  <a:cubicBezTo>
                    <a:pt x="319635" y="1376984"/>
                    <a:pt x="337147" y="1394484"/>
                    <a:pt x="337147" y="1416071"/>
                  </a:cubicBezTo>
                  <a:cubicBezTo>
                    <a:pt x="337147" y="1437658"/>
                    <a:pt x="319635" y="1455159"/>
                    <a:pt x="298052" y="1455159"/>
                  </a:cubicBezTo>
                  <a:cubicBezTo>
                    <a:pt x="276463" y="1455159"/>
                    <a:pt x="258963" y="1437658"/>
                    <a:pt x="258963" y="1416071"/>
                  </a:cubicBezTo>
                  <a:cubicBezTo>
                    <a:pt x="258963" y="1394484"/>
                    <a:pt x="276463" y="1376984"/>
                    <a:pt x="298052" y="1376984"/>
                  </a:cubicBezTo>
                  <a:close/>
                  <a:moveTo>
                    <a:pt x="203408" y="1376984"/>
                  </a:moveTo>
                  <a:cubicBezTo>
                    <a:pt x="224998" y="1376984"/>
                    <a:pt x="242497" y="1394484"/>
                    <a:pt x="242497" y="1416071"/>
                  </a:cubicBezTo>
                  <a:cubicBezTo>
                    <a:pt x="242497" y="1437658"/>
                    <a:pt x="224998" y="1455159"/>
                    <a:pt x="203408" y="1455159"/>
                  </a:cubicBezTo>
                  <a:cubicBezTo>
                    <a:pt x="181822" y="1455159"/>
                    <a:pt x="164322" y="1437658"/>
                    <a:pt x="164322" y="1416071"/>
                  </a:cubicBezTo>
                  <a:cubicBezTo>
                    <a:pt x="164322" y="1394484"/>
                    <a:pt x="181822" y="1376984"/>
                    <a:pt x="203408" y="1376984"/>
                  </a:cubicBezTo>
                  <a:close/>
                  <a:moveTo>
                    <a:pt x="3771293" y="1376983"/>
                  </a:moveTo>
                  <a:cubicBezTo>
                    <a:pt x="3792880" y="1376983"/>
                    <a:pt x="3810379" y="1394483"/>
                    <a:pt x="3810379" y="1416070"/>
                  </a:cubicBezTo>
                  <a:cubicBezTo>
                    <a:pt x="3810379" y="1437657"/>
                    <a:pt x="3792880" y="1455158"/>
                    <a:pt x="3771293" y="1455158"/>
                  </a:cubicBezTo>
                  <a:cubicBezTo>
                    <a:pt x="3749705" y="1455158"/>
                    <a:pt x="3732205" y="1437657"/>
                    <a:pt x="3732205" y="1416070"/>
                  </a:cubicBezTo>
                  <a:cubicBezTo>
                    <a:pt x="3732205" y="1394483"/>
                    <a:pt x="3749705" y="1376983"/>
                    <a:pt x="3771293" y="1376983"/>
                  </a:cubicBezTo>
                  <a:close/>
                  <a:moveTo>
                    <a:pt x="3679018" y="1376983"/>
                  </a:moveTo>
                  <a:cubicBezTo>
                    <a:pt x="3700605" y="1376983"/>
                    <a:pt x="3718105" y="1394483"/>
                    <a:pt x="3718105" y="1416070"/>
                  </a:cubicBezTo>
                  <a:cubicBezTo>
                    <a:pt x="3718105" y="1437657"/>
                    <a:pt x="3700605" y="1455158"/>
                    <a:pt x="3679018" y="1455158"/>
                  </a:cubicBezTo>
                  <a:cubicBezTo>
                    <a:pt x="3657431" y="1455158"/>
                    <a:pt x="3639931" y="1437657"/>
                    <a:pt x="3639931" y="1416070"/>
                  </a:cubicBezTo>
                  <a:cubicBezTo>
                    <a:pt x="3639931" y="1394483"/>
                    <a:pt x="3657431" y="1376983"/>
                    <a:pt x="3679018" y="1376983"/>
                  </a:cubicBezTo>
                  <a:close/>
                  <a:moveTo>
                    <a:pt x="3489737" y="1376983"/>
                  </a:moveTo>
                  <a:cubicBezTo>
                    <a:pt x="3511324" y="1376983"/>
                    <a:pt x="3528823" y="1394483"/>
                    <a:pt x="3528823" y="1416070"/>
                  </a:cubicBezTo>
                  <a:cubicBezTo>
                    <a:pt x="3528823" y="1437657"/>
                    <a:pt x="3511324" y="1455158"/>
                    <a:pt x="3489737" y="1455158"/>
                  </a:cubicBezTo>
                  <a:cubicBezTo>
                    <a:pt x="3468149" y="1455158"/>
                    <a:pt x="3450649" y="1437657"/>
                    <a:pt x="3450649" y="1416070"/>
                  </a:cubicBezTo>
                  <a:cubicBezTo>
                    <a:pt x="3450649" y="1394483"/>
                    <a:pt x="3468149" y="1376983"/>
                    <a:pt x="3489737" y="1376983"/>
                  </a:cubicBezTo>
                  <a:close/>
                  <a:moveTo>
                    <a:pt x="3392731" y="1376983"/>
                  </a:moveTo>
                  <a:cubicBezTo>
                    <a:pt x="3414319" y="1376983"/>
                    <a:pt x="3431819" y="1394483"/>
                    <a:pt x="3431819" y="1416070"/>
                  </a:cubicBezTo>
                  <a:cubicBezTo>
                    <a:pt x="3431819" y="1437657"/>
                    <a:pt x="3414319" y="1455158"/>
                    <a:pt x="3392731" y="1455158"/>
                  </a:cubicBezTo>
                  <a:cubicBezTo>
                    <a:pt x="3371144" y="1455158"/>
                    <a:pt x="3353644" y="1437657"/>
                    <a:pt x="3353644" y="1416070"/>
                  </a:cubicBezTo>
                  <a:cubicBezTo>
                    <a:pt x="3353644" y="1394483"/>
                    <a:pt x="3371144" y="1376983"/>
                    <a:pt x="3392731" y="1376983"/>
                  </a:cubicBezTo>
                  <a:close/>
                  <a:moveTo>
                    <a:pt x="3300457" y="1376983"/>
                  </a:moveTo>
                  <a:cubicBezTo>
                    <a:pt x="3322044" y="1376983"/>
                    <a:pt x="3339544" y="1394483"/>
                    <a:pt x="3339544" y="1416070"/>
                  </a:cubicBezTo>
                  <a:cubicBezTo>
                    <a:pt x="3339544" y="1437657"/>
                    <a:pt x="3322044" y="1455158"/>
                    <a:pt x="3300457" y="1455158"/>
                  </a:cubicBezTo>
                  <a:cubicBezTo>
                    <a:pt x="3278869" y="1455158"/>
                    <a:pt x="3261369" y="1437657"/>
                    <a:pt x="3261369" y="1416070"/>
                  </a:cubicBezTo>
                  <a:cubicBezTo>
                    <a:pt x="3261369" y="1394483"/>
                    <a:pt x="3278869" y="1376983"/>
                    <a:pt x="3300457" y="1376983"/>
                  </a:cubicBezTo>
                  <a:close/>
                  <a:moveTo>
                    <a:pt x="3205817" y="1376983"/>
                  </a:moveTo>
                  <a:cubicBezTo>
                    <a:pt x="3227404" y="1376983"/>
                    <a:pt x="3244904" y="1394483"/>
                    <a:pt x="3244904" y="1416070"/>
                  </a:cubicBezTo>
                  <a:cubicBezTo>
                    <a:pt x="3244904" y="1437657"/>
                    <a:pt x="3227404" y="1455158"/>
                    <a:pt x="3205817" y="1455158"/>
                  </a:cubicBezTo>
                  <a:cubicBezTo>
                    <a:pt x="3184229" y="1455158"/>
                    <a:pt x="3166729" y="1437657"/>
                    <a:pt x="3166729" y="1416070"/>
                  </a:cubicBezTo>
                  <a:cubicBezTo>
                    <a:pt x="3166729" y="1394483"/>
                    <a:pt x="3184229" y="1376983"/>
                    <a:pt x="3205817" y="1376983"/>
                  </a:cubicBezTo>
                  <a:close/>
                  <a:moveTo>
                    <a:pt x="3111177" y="1376983"/>
                  </a:moveTo>
                  <a:cubicBezTo>
                    <a:pt x="3132764" y="1376983"/>
                    <a:pt x="3150264" y="1394483"/>
                    <a:pt x="3150264" y="1416070"/>
                  </a:cubicBezTo>
                  <a:cubicBezTo>
                    <a:pt x="3150264" y="1437657"/>
                    <a:pt x="3132764" y="1455158"/>
                    <a:pt x="3111177" y="1455158"/>
                  </a:cubicBezTo>
                  <a:cubicBezTo>
                    <a:pt x="3089589" y="1455158"/>
                    <a:pt x="3072089" y="1437657"/>
                    <a:pt x="3072089" y="1416070"/>
                  </a:cubicBezTo>
                  <a:cubicBezTo>
                    <a:pt x="3072089" y="1394483"/>
                    <a:pt x="3089589" y="1376983"/>
                    <a:pt x="3111177" y="1376983"/>
                  </a:cubicBezTo>
                  <a:close/>
                  <a:moveTo>
                    <a:pt x="3018902" y="1376983"/>
                  </a:moveTo>
                  <a:cubicBezTo>
                    <a:pt x="3040489" y="1376983"/>
                    <a:pt x="3057989" y="1394483"/>
                    <a:pt x="3057989" y="1416070"/>
                  </a:cubicBezTo>
                  <a:cubicBezTo>
                    <a:pt x="3057989" y="1437657"/>
                    <a:pt x="3040489" y="1455158"/>
                    <a:pt x="3018902" y="1455158"/>
                  </a:cubicBezTo>
                  <a:cubicBezTo>
                    <a:pt x="2997315" y="1455158"/>
                    <a:pt x="2979815" y="1437657"/>
                    <a:pt x="2979815" y="1416070"/>
                  </a:cubicBezTo>
                  <a:cubicBezTo>
                    <a:pt x="2979815" y="1394483"/>
                    <a:pt x="2997315" y="1376983"/>
                    <a:pt x="3018902" y="1376983"/>
                  </a:cubicBezTo>
                  <a:close/>
                  <a:moveTo>
                    <a:pt x="2924263" y="1376983"/>
                  </a:moveTo>
                  <a:cubicBezTo>
                    <a:pt x="2945850" y="1376983"/>
                    <a:pt x="2963349" y="1394483"/>
                    <a:pt x="2963349" y="1416070"/>
                  </a:cubicBezTo>
                  <a:cubicBezTo>
                    <a:pt x="2963349" y="1437657"/>
                    <a:pt x="2945850" y="1455158"/>
                    <a:pt x="2924263" y="1455158"/>
                  </a:cubicBezTo>
                  <a:cubicBezTo>
                    <a:pt x="2902675" y="1455158"/>
                    <a:pt x="2885175" y="1437657"/>
                    <a:pt x="2885175" y="1416070"/>
                  </a:cubicBezTo>
                  <a:cubicBezTo>
                    <a:pt x="2885175" y="1394483"/>
                    <a:pt x="2902675" y="1376983"/>
                    <a:pt x="2924263" y="1376983"/>
                  </a:cubicBezTo>
                  <a:close/>
                  <a:moveTo>
                    <a:pt x="2831988" y="1376983"/>
                  </a:moveTo>
                  <a:cubicBezTo>
                    <a:pt x="2853575" y="1376983"/>
                    <a:pt x="2871075" y="1394483"/>
                    <a:pt x="2871075" y="1416070"/>
                  </a:cubicBezTo>
                  <a:cubicBezTo>
                    <a:pt x="2871075" y="1437657"/>
                    <a:pt x="2853575" y="1455158"/>
                    <a:pt x="2831988" y="1455158"/>
                  </a:cubicBezTo>
                  <a:cubicBezTo>
                    <a:pt x="2810401" y="1455158"/>
                    <a:pt x="2792901" y="1437657"/>
                    <a:pt x="2792901" y="1416070"/>
                  </a:cubicBezTo>
                  <a:cubicBezTo>
                    <a:pt x="2792901" y="1394483"/>
                    <a:pt x="2810401" y="1376983"/>
                    <a:pt x="2831988" y="1376983"/>
                  </a:cubicBezTo>
                  <a:close/>
                  <a:moveTo>
                    <a:pt x="2550437" y="1376983"/>
                  </a:moveTo>
                  <a:cubicBezTo>
                    <a:pt x="2572024" y="1376983"/>
                    <a:pt x="2589523" y="1394483"/>
                    <a:pt x="2589523" y="1416070"/>
                  </a:cubicBezTo>
                  <a:cubicBezTo>
                    <a:pt x="2589523" y="1437657"/>
                    <a:pt x="2572024" y="1455158"/>
                    <a:pt x="2550437" y="1455158"/>
                  </a:cubicBezTo>
                  <a:cubicBezTo>
                    <a:pt x="2528850" y="1455158"/>
                    <a:pt x="2511354" y="1437657"/>
                    <a:pt x="2511354" y="1416070"/>
                  </a:cubicBezTo>
                  <a:cubicBezTo>
                    <a:pt x="2511354" y="1394483"/>
                    <a:pt x="2528850" y="1376983"/>
                    <a:pt x="2550437" y="1376983"/>
                  </a:cubicBezTo>
                  <a:close/>
                  <a:moveTo>
                    <a:pt x="2458167" y="1376983"/>
                  </a:moveTo>
                  <a:cubicBezTo>
                    <a:pt x="2479755" y="1376983"/>
                    <a:pt x="2497254" y="1394483"/>
                    <a:pt x="2497254" y="1416070"/>
                  </a:cubicBezTo>
                  <a:cubicBezTo>
                    <a:pt x="2497254" y="1437657"/>
                    <a:pt x="2479755" y="1455158"/>
                    <a:pt x="2458167" y="1455158"/>
                  </a:cubicBezTo>
                  <a:cubicBezTo>
                    <a:pt x="2436585" y="1455158"/>
                    <a:pt x="2419083" y="1437657"/>
                    <a:pt x="2419083" y="1416070"/>
                  </a:cubicBezTo>
                  <a:cubicBezTo>
                    <a:pt x="2419083" y="1394483"/>
                    <a:pt x="2436585" y="1376983"/>
                    <a:pt x="2458167" y="1376983"/>
                  </a:cubicBezTo>
                  <a:close/>
                  <a:moveTo>
                    <a:pt x="2363529" y="1376983"/>
                  </a:moveTo>
                  <a:cubicBezTo>
                    <a:pt x="2385119" y="1376983"/>
                    <a:pt x="2402614" y="1394483"/>
                    <a:pt x="2402614" y="1416070"/>
                  </a:cubicBezTo>
                  <a:cubicBezTo>
                    <a:pt x="2402614" y="1437657"/>
                    <a:pt x="2385119" y="1455158"/>
                    <a:pt x="2363529" y="1455158"/>
                  </a:cubicBezTo>
                  <a:cubicBezTo>
                    <a:pt x="2341945" y="1455158"/>
                    <a:pt x="2324442" y="1437657"/>
                    <a:pt x="2324442" y="1416070"/>
                  </a:cubicBezTo>
                  <a:cubicBezTo>
                    <a:pt x="2324442" y="1394483"/>
                    <a:pt x="2341945" y="1376983"/>
                    <a:pt x="2363529" y="1376983"/>
                  </a:cubicBezTo>
                  <a:close/>
                  <a:moveTo>
                    <a:pt x="1142717" y="1376983"/>
                  </a:moveTo>
                  <a:cubicBezTo>
                    <a:pt x="1164308" y="1376983"/>
                    <a:pt x="1181806" y="1394483"/>
                    <a:pt x="1181806" y="1416070"/>
                  </a:cubicBezTo>
                  <a:cubicBezTo>
                    <a:pt x="1181806" y="1437657"/>
                    <a:pt x="1164308" y="1455158"/>
                    <a:pt x="1142717" y="1455158"/>
                  </a:cubicBezTo>
                  <a:cubicBezTo>
                    <a:pt x="1121126" y="1455158"/>
                    <a:pt x="1103622" y="1437657"/>
                    <a:pt x="1103622" y="1416070"/>
                  </a:cubicBezTo>
                  <a:cubicBezTo>
                    <a:pt x="1103622" y="1394483"/>
                    <a:pt x="1121126" y="1376983"/>
                    <a:pt x="1142717" y="1376983"/>
                  </a:cubicBezTo>
                  <a:close/>
                  <a:moveTo>
                    <a:pt x="1045699" y="1376983"/>
                  </a:moveTo>
                  <a:cubicBezTo>
                    <a:pt x="1067284" y="1376983"/>
                    <a:pt x="1084788" y="1394483"/>
                    <a:pt x="1084788" y="1416070"/>
                  </a:cubicBezTo>
                  <a:cubicBezTo>
                    <a:pt x="1084788" y="1437657"/>
                    <a:pt x="1067284" y="1455158"/>
                    <a:pt x="1045699" y="1455158"/>
                  </a:cubicBezTo>
                  <a:cubicBezTo>
                    <a:pt x="1024114" y="1455158"/>
                    <a:pt x="1006615" y="1437657"/>
                    <a:pt x="1006615" y="1416070"/>
                  </a:cubicBezTo>
                  <a:cubicBezTo>
                    <a:pt x="1006615" y="1394483"/>
                    <a:pt x="1024114" y="1376983"/>
                    <a:pt x="1045699" y="1376983"/>
                  </a:cubicBezTo>
                  <a:close/>
                  <a:moveTo>
                    <a:pt x="951068" y="1376983"/>
                  </a:moveTo>
                  <a:cubicBezTo>
                    <a:pt x="972653" y="1376983"/>
                    <a:pt x="990151" y="1394483"/>
                    <a:pt x="990151" y="1416070"/>
                  </a:cubicBezTo>
                  <a:cubicBezTo>
                    <a:pt x="990151" y="1437657"/>
                    <a:pt x="972653" y="1455158"/>
                    <a:pt x="951068" y="1455158"/>
                  </a:cubicBezTo>
                  <a:cubicBezTo>
                    <a:pt x="929482" y="1455158"/>
                    <a:pt x="911984" y="1437657"/>
                    <a:pt x="911984" y="1416070"/>
                  </a:cubicBezTo>
                  <a:cubicBezTo>
                    <a:pt x="911984" y="1394483"/>
                    <a:pt x="929482" y="1376983"/>
                    <a:pt x="951068" y="1376983"/>
                  </a:cubicBezTo>
                  <a:close/>
                  <a:moveTo>
                    <a:pt x="856438" y="1376983"/>
                  </a:moveTo>
                  <a:cubicBezTo>
                    <a:pt x="878022" y="1376983"/>
                    <a:pt x="895520" y="1394483"/>
                    <a:pt x="895520" y="1416070"/>
                  </a:cubicBezTo>
                  <a:cubicBezTo>
                    <a:pt x="895520" y="1437657"/>
                    <a:pt x="878022" y="1455158"/>
                    <a:pt x="856438" y="1455158"/>
                  </a:cubicBezTo>
                  <a:cubicBezTo>
                    <a:pt x="834853" y="1455158"/>
                    <a:pt x="817355" y="1437657"/>
                    <a:pt x="817355" y="1416070"/>
                  </a:cubicBezTo>
                  <a:cubicBezTo>
                    <a:pt x="817355" y="1394483"/>
                    <a:pt x="834853" y="1376983"/>
                    <a:pt x="856438" y="1376983"/>
                  </a:cubicBezTo>
                  <a:close/>
                  <a:moveTo>
                    <a:pt x="764173" y="1376983"/>
                  </a:moveTo>
                  <a:cubicBezTo>
                    <a:pt x="785757" y="1376983"/>
                    <a:pt x="803257" y="1394483"/>
                    <a:pt x="803257" y="1416070"/>
                  </a:cubicBezTo>
                  <a:cubicBezTo>
                    <a:pt x="803257" y="1437657"/>
                    <a:pt x="785757" y="1455158"/>
                    <a:pt x="764173" y="1455158"/>
                  </a:cubicBezTo>
                  <a:cubicBezTo>
                    <a:pt x="742582" y="1455158"/>
                    <a:pt x="725090" y="1437657"/>
                    <a:pt x="725090" y="1416070"/>
                  </a:cubicBezTo>
                  <a:cubicBezTo>
                    <a:pt x="725090" y="1394483"/>
                    <a:pt x="742582" y="1376983"/>
                    <a:pt x="764173" y="1376983"/>
                  </a:cubicBezTo>
                  <a:close/>
                  <a:moveTo>
                    <a:pt x="669534" y="1376983"/>
                  </a:moveTo>
                  <a:cubicBezTo>
                    <a:pt x="691128" y="1376983"/>
                    <a:pt x="708624" y="1394483"/>
                    <a:pt x="708624" y="1416070"/>
                  </a:cubicBezTo>
                  <a:cubicBezTo>
                    <a:pt x="708624" y="1437657"/>
                    <a:pt x="691128" y="1455158"/>
                    <a:pt x="669534" y="1455158"/>
                  </a:cubicBezTo>
                  <a:cubicBezTo>
                    <a:pt x="647952" y="1455158"/>
                    <a:pt x="630448" y="1437657"/>
                    <a:pt x="630448" y="1416070"/>
                  </a:cubicBezTo>
                  <a:cubicBezTo>
                    <a:pt x="630448" y="1394483"/>
                    <a:pt x="647952" y="1376983"/>
                    <a:pt x="669534" y="1376983"/>
                  </a:cubicBezTo>
                  <a:close/>
                  <a:moveTo>
                    <a:pt x="577250" y="1376983"/>
                  </a:moveTo>
                  <a:cubicBezTo>
                    <a:pt x="598842" y="1376983"/>
                    <a:pt x="616345" y="1394483"/>
                    <a:pt x="616345" y="1416070"/>
                  </a:cubicBezTo>
                  <a:cubicBezTo>
                    <a:pt x="616345" y="1437657"/>
                    <a:pt x="598842" y="1455158"/>
                    <a:pt x="577250" y="1455158"/>
                  </a:cubicBezTo>
                  <a:cubicBezTo>
                    <a:pt x="555659" y="1455158"/>
                    <a:pt x="538155" y="1437657"/>
                    <a:pt x="538155" y="1416070"/>
                  </a:cubicBezTo>
                  <a:cubicBezTo>
                    <a:pt x="538155" y="1394483"/>
                    <a:pt x="555659" y="1376983"/>
                    <a:pt x="577250" y="1376983"/>
                  </a:cubicBezTo>
                  <a:close/>
                  <a:moveTo>
                    <a:pt x="3679017" y="1291809"/>
                  </a:moveTo>
                  <a:cubicBezTo>
                    <a:pt x="3700604" y="1291809"/>
                    <a:pt x="3718103" y="1309309"/>
                    <a:pt x="3718103" y="1330896"/>
                  </a:cubicBezTo>
                  <a:cubicBezTo>
                    <a:pt x="3718103" y="1352483"/>
                    <a:pt x="3700604" y="1369983"/>
                    <a:pt x="3679017" y="1369983"/>
                  </a:cubicBezTo>
                  <a:cubicBezTo>
                    <a:pt x="3657429" y="1369983"/>
                    <a:pt x="3639929" y="1352483"/>
                    <a:pt x="3639929" y="1330896"/>
                  </a:cubicBezTo>
                  <a:cubicBezTo>
                    <a:pt x="3639929" y="1309309"/>
                    <a:pt x="3657429" y="1291809"/>
                    <a:pt x="3679017" y="1291809"/>
                  </a:cubicBezTo>
                  <a:close/>
                  <a:moveTo>
                    <a:pt x="3584377" y="1291809"/>
                  </a:moveTo>
                  <a:cubicBezTo>
                    <a:pt x="3605964" y="1291809"/>
                    <a:pt x="3623463" y="1309309"/>
                    <a:pt x="3623463" y="1330896"/>
                  </a:cubicBezTo>
                  <a:cubicBezTo>
                    <a:pt x="3623463" y="1352483"/>
                    <a:pt x="3605964" y="1369983"/>
                    <a:pt x="3584377" y="1369983"/>
                  </a:cubicBezTo>
                  <a:cubicBezTo>
                    <a:pt x="3562789" y="1369983"/>
                    <a:pt x="3545289" y="1352483"/>
                    <a:pt x="3545289" y="1330896"/>
                  </a:cubicBezTo>
                  <a:cubicBezTo>
                    <a:pt x="3545289" y="1309309"/>
                    <a:pt x="3562789" y="1291809"/>
                    <a:pt x="3584377" y="1291809"/>
                  </a:cubicBezTo>
                  <a:close/>
                  <a:moveTo>
                    <a:pt x="3489737" y="1291809"/>
                  </a:moveTo>
                  <a:cubicBezTo>
                    <a:pt x="3511324" y="1291809"/>
                    <a:pt x="3528823" y="1309309"/>
                    <a:pt x="3528823" y="1330896"/>
                  </a:cubicBezTo>
                  <a:cubicBezTo>
                    <a:pt x="3528823" y="1352483"/>
                    <a:pt x="3511324" y="1369983"/>
                    <a:pt x="3489737" y="1369983"/>
                  </a:cubicBezTo>
                  <a:cubicBezTo>
                    <a:pt x="3468149" y="1369983"/>
                    <a:pt x="3450649" y="1352483"/>
                    <a:pt x="3450649" y="1330896"/>
                  </a:cubicBezTo>
                  <a:cubicBezTo>
                    <a:pt x="3450649" y="1309309"/>
                    <a:pt x="3468149" y="1291809"/>
                    <a:pt x="3489737" y="1291809"/>
                  </a:cubicBezTo>
                  <a:close/>
                  <a:moveTo>
                    <a:pt x="3392731" y="1291809"/>
                  </a:moveTo>
                  <a:cubicBezTo>
                    <a:pt x="3414319" y="1291809"/>
                    <a:pt x="3431819" y="1309309"/>
                    <a:pt x="3431819" y="1330896"/>
                  </a:cubicBezTo>
                  <a:cubicBezTo>
                    <a:pt x="3431819" y="1352483"/>
                    <a:pt x="3414319" y="1369983"/>
                    <a:pt x="3392731" y="1369983"/>
                  </a:cubicBezTo>
                  <a:cubicBezTo>
                    <a:pt x="3371144" y="1369983"/>
                    <a:pt x="3353644" y="1352483"/>
                    <a:pt x="3353644" y="1330896"/>
                  </a:cubicBezTo>
                  <a:cubicBezTo>
                    <a:pt x="3353644" y="1309309"/>
                    <a:pt x="3371144" y="1291809"/>
                    <a:pt x="3392731" y="1291809"/>
                  </a:cubicBezTo>
                  <a:close/>
                  <a:moveTo>
                    <a:pt x="3300457" y="1291809"/>
                  </a:moveTo>
                  <a:cubicBezTo>
                    <a:pt x="3322044" y="1291809"/>
                    <a:pt x="3339544" y="1309309"/>
                    <a:pt x="3339544" y="1330896"/>
                  </a:cubicBezTo>
                  <a:cubicBezTo>
                    <a:pt x="3339544" y="1352483"/>
                    <a:pt x="3322044" y="1369983"/>
                    <a:pt x="3300457" y="1369983"/>
                  </a:cubicBezTo>
                  <a:cubicBezTo>
                    <a:pt x="3278869" y="1369983"/>
                    <a:pt x="3261369" y="1352483"/>
                    <a:pt x="3261369" y="1330896"/>
                  </a:cubicBezTo>
                  <a:cubicBezTo>
                    <a:pt x="3261369" y="1309309"/>
                    <a:pt x="3278869" y="1291809"/>
                    <a:pt x="3300457" y="1291809"/>
                  </a:cubicBezTo>
                  <a:close/>
                  <a:moveTo>
                    <a:pt x="3111177" y="1291809"/>
                  </a:moveTo>
                  <a:cubicBezTo>
                    <a:pt x="3132764" y="1291809"/>
                    <a:pt x="3150264" y="1309309"/>
                    <a:pt x="3150264" y="1330896"/>
                  </a:cubicBezTo>
                  <a:cubicBezTo>
                    <a:pt x="3150264" y="1352483"/>
                    <a:pt x="3132764" y="1369983"/>
                    <a:pt x="3111177" y="1369983"/>
                  </a:cubicBezTo>
                  <a:cubicBezTo>
                    <a:pt x="3089589" y="1369983"/>
                    <a:pt x="3072089" y="1352483"/>
                    <a:pt x="3072089" y="1330896"/>
                  </a:cubicBezTo>
                  <a:cubicBezTo>
                    <a:pt x="3072089" y="1309309"/>
                    <a:pt x="3089589" y="1291809"/>
                    <a:pt x="3111177" y="1291809"/>
                  </a:cubicBezTo>
                  <a:close/>
                  <a:moveTo>
                    <a:pt x="3018902" y="1291809"/>
                  </a:moveTo>
                  <a:cubicBezTo>
                    <a:pt x="3040489" y="1291809"/>
                    <a:pt x="3057989" y="1309309"/>
                    <a:pt x="3057989" y="1330896"/>
                  </a:cubicBezTo>
                  <a:cubicBezTo>
                    <a:pt x="3057989" y="1352483"/>
                    <a:pt x="3040489" y="1369983"/>
                    <a:pt x="3018902" y="1369983"/>
                  </a:cubicBezTo>
                  <a:cubicBezTo>
                    <a:pt x="2997315" y="1369983"/>
                    <a:pt x="2979815" y="1352483"/>
                    <a:pt x="2979815" y="1330896"/>
                  </a:cubicBezTo>
                  <a:cubicBezTo>
                    <a:pt x="2979815" y="1309309"/>
                    <a:pt x="2997315" y="1291809"/>
                    <a:pt x="3018902" y="1291809"/>
                  </a:cubicBezTo>
                  <a:close/>
                  <a:moveTo>
                    <a:pt x="2924263" y="1291809"/>
                  </a:moveTo>
                  <a:cubicBezTo>
                    <a:pt x="2945850" y="1291809"/>
                    <a:pt x="2963349" y="1309309"/>
                    <a:pt x="2963349" y="1330896"/>
                  </a:cubicBezTo>
                  <a:cubicBezTo>
                    <a:pt x="2963349" y="1352483"/>
                    <a:pt x="2945850" y="1369983"/>
                    <a:pt x="2924263" y="1369983"/>
                  </a:cubicBezTo>
                  <a:cubicBezTo>
                    <a:pt x="2902675" y="1369983"/>
                    <a:pt x="2885175" y="1352483"/>
                    <a:pt x="2885175" y="1330896"/>
                  </a:cubicBezTo>
                  <a:cubicBezTo>
                    <a:pt x="2885175" y="1309309"/>
                    <a:pt x="2902675" y="1291809"/>
                    <a:pt x="2924263" y="1291809"/>
                  </a:cubicBezTo>
                  <a:close/>
                  <a:moveTo>
                    <a:pt x="2831988" y="1291809"/>
                  </a:moveTo>
                  <a:cubicBezTo>
                    <a:pt x="2853575" y="1291809"/>
                    <a:pt x="2871075" y="1309309"/>
                    <a:pt x="2871075" y="1330896"/>
                  </a:cubicBezTo>
                  <a:cubicBezTo>
                    <a:pt x="2871075" y="1352483"/>
                    <a:pt x="2853575" y="1369983"/>
                    <a:pt x="2831988" y="1369983"/>
                  </a:cubicBezTo>
                  <a:cubicBezTo>
                    <a:pt x="2810401" y="1369983"/>
                    <a:pt x="2792901" y="1352483"/>
                    <a:pt x="2792901" y="1330896"/>
                  </a:cubicBezTo>
                  <a:cubicBezTo>
                    <a:pt x="2792901" y="1309309"/>
                    <a:pt x="2810401" y="1291809"/>
                    <a:pt x="2831988" y="1291809"/>
                  </a:cubicBezTo>
                  <a:close/>
                  <a:moveTo>
                    <a:pt x="2737365" y="1291809"/>
                  </a:moveTo>
                  <a:cubicBezTo>
                    <a:pt x="2758935" y="1291809"/>
                    <a:pt x="2776435" y="1309309"/>
                    <a:pt x="2776435" y="1330896"/>
                  </a:cubicBezTo>
                  <a:cubicBezTo>
                    <a:pt x="2776435" y="1352483"/>
                    <a:pt x="2758935" y="1369983"/>
                    <a:pt x="2737365" y="1369983"/>
                  </a:cubicBezTo>
                  <a:cubicBezTo>
                    <a:pt x="2715773" y="1369983"/>
                    <a:pt x="2698269" y="1352483"/>
                    <a:pt x="2698269" y="1330896"/>
                  </a:cubicBezTo>
                  <a:cubicBezTo>
                    <a:pt x="2698269" y="1309309"/>
                    <a:pt x="2715773" y="1291809"/>
                    <a:pt x="2737365" y="1291809"/>
                  </a:cubicBezTo>
                  <a:close/>
                  <a:moveTo>
                    <a:pt x="2645074" y="1291809"/>
                  </a:moveTo>
                  <a:cubicBezTo>
                    <a:pt x="2666662" y="1291809"/>
                    <a:pt x="2684165" y="1309309"/>
                    <a:pt x="2684165" y="1330896"/>
                  </a:cubicBezTo>
                  <a:cubicBezTo>
                    <a:pt x="2684165" y="1352483"/>
                    <a:pt x="2666662" y="1369983"/>
                    <a:pt x="2645074" y="1369983"/>
                  </a:cubicBezTo>
                  <a:cubicBezTo>
                    <a:pt x="2623488" y="1369983"/>
                    <a:pt x="2605987" y="1352483"/>
                    <a:pt x="2605987" y="1330896"/>
                  </a:cubicBezTo>
                  <a:cubicBezTo>
                    <a:pt x="2605987" y="1309309"/>
                    <a:pt x="2623488" y="1291809"/>
                    <a:pt x="2645074" y="1291809"/>
                  </a:cubicBezTo>
                  <a:close/>
                  <a:moveTo>
                    <a:pt x="2550437" y="1291809"/>
                  </a:moveTo>
                  <a:cubicBezTo>
                    <a:pt x="2572024" y="1291809"/>
                    <a:pt x="2589523" y="1309309"/>
                    <a:pt x="2589523" y="1330896"/>
                  </a:cubicBezTo>
                  <a:cubicBezTo>
                    <a:pt x="2589523" y="1352483"/>
                    <a:pt x="2572024" y="1369983"/>
                    <a:pt x="2550437" y="1369983"/>
                  </a:cubicBezTo>
                  <a:cubicBezTo>
                    <a:pt x="2528850" y="1369983"/>
                    <a:pt x="2511355" y="1352483"/>
                    <a:pt x="2511355" y="1330896"/>
                  </a:cubicBezTo>
                  <a:cubicBezTo>
                    <a:pt x="2511355" y="1309309"/>
                    <a:pt x="2528850" y="1291809"/>
                    <a:pt x="2550437" y="1291809"/>
                  </a:cubicBezTo>
                  <a:close/>
                  <a:moveTo>
                    <a:pt x="1232635" y="1291809"/>
                  </a:moveTo>
                  <a:cubicBezTo>
                    <a:pt x="1254221" y="1291809"/>
                    <a:pt x="1271713" y="1309309"/>
                    <a:pt x="1271713" y="1330896"/>
                  </a:cubicBezTo>
                  <a:cubicBezTo>
                    <a:pt x="1271713" y="1352483"/>
                    <a:pt x="1254221" y="1369983"/>
                    <a:pt x="1232635" y="1369983"/>
                  </a:cubicBezTo>
                  <a:cubicBezTo>
                    <a:pt x="1211043" y="1369983"/>
                    <a:pt x="1193549" y="1352483"/>
                    <a:pt x="1193549" y="1330896"/>
                  </a:cubicBezTo>
                  <a:cubicBezTo>
                    <a:pt x="1193549" y="1309309"/>
                    <a:pt x="1211043" y="1291809"/>
                    <a:pt x="1232635" y="1291809"/>
                  </a:cubicBezTo>
                  <a:close/>
                  <a:moveTo>
                    <a:pt x="1142722" y="1291809"/>
                  </a:moveTo>
                  <a:cubicBezTo>
                    <a:pt x="1164313" y="1291809"/>
                    <a:pt x="1181812" y="1309309"/>
                    <a:pt x="1181812" y="1330896"/>
                  </a:cubicBezTo>
                  <a:cubicBezTo>
                    <a:pt x="1181812" y="1352483"/>
                    <a:pt x="1164313" y="1369983"/>
                    <a:pt x="1142722" y="1369983"/>
                  </a:cubicBezTo>
                  <a:cubicBezTo>
                    <a:pt x="1121129" y="1369983"/>
                    <a:pt x="1103625" y="1352483"/>
                    <a:pt x="1103625" y="1330896"/>
                  </a:cubicBezTo>
                  <a:cubicBezTo>
                    <a:pt x="1103625" y="1309309"/>
                    <a:pt x="1121129" y="1291809"/>
                    <a:pt x="1142722" y="1291809"/>
                  </a:cubicBezTo>
                  <a:close/>
                  <a:moveTo>
                    <a:pt x="1045702" y="1291809"/>
                  </a:moveTo>
                  <a:cubicBezTo>
                    <a:pt x="1067287" y="1291809"/>
                    <a:pt x="1084791" y="1309309"/>
                    <a:pt x="1084791" y="1330896"/>
                  </a:cubicBezTo>
                  <a:cubicBezTo>
                    <a:pt x="1084791" y="1352483"/>
                    <a:pt x="1067287" y="1369983"/>
                    <a:pt x="1045702" y="1369983"/>
                  </a:cubicBezTo>
                  <a:cubicBezTo>
                    <a:pt x="1024117" y="1369983"/>
                    <a:pt x="1006620" y="1352483"/>
                    <a:pt x="1006620" y="1330896"/>
                  </a:cubicBezTo>
                  <a:cubicBezTo>
                    <a:pt x="1006620" y="1309309"/>
                    <a:pt x="1024117" y="1291809"/>
                    <a:pt x="1045702" y="1291809"/>
                  </a:cubicBezTo>
                  <a:close/>
                  <a:moveTo>
                    <a:pt x="951072" y="1291809"/>
                  </a:moveTo>
                  <a:cubicBezTo>
                    <a:pt x="972656" y="1291809"/>
                    <a:pt x="990154" y="1309309"/>
                    <a:pt x="990154" y="1330896"/>
                  </a:cubicBezTo>
                  <a:cubicBezTo>
                    <a:pt x="990154" y="1352483"/>
                    <a:pt x="972656" y="1369983"/>
                    <a:pt x="951072" y="1369983"/>
                  </a:cubicBezTo>
                  <a:cubicBezTo>
                    <a:pt x="929487" y="1369983"/>
                    <a:pt x="911989" y="1352483"/>
                    <a:pt x="911989" y="1330896"/>
                  </a:cubicBezTo>
                  <a:cubicBezTo>
                    <a:pt x="911989" y="1309309"/>
                    <a:pt x="929487" y="1291809"/>
                    <a:pt x="951072" y="1291809"/>
                  </a:cubicBezTo>
                  <a:close/>
                  <a:moveTo>
                    <a:pt x="856442" y="1291809"/>
                  </a:moveTo>
                  <a:cubicBezTo>
                    <a:pt x="878027" y="1291809"/>
                    <a:pt x="895525" y="1309309"/>
                    <a:pt x="895525" y="1330896"/>
                  </a:cubicBezTo>
                  <a:cubicBezTo>
                    <a:pt x="895525" y="1352483"/>
                    <a:pt x="878027" y="1369983"/>
                    <a:pt x="856442" y="1369983"/>
                  </a:cubicBezTo>
                  <a:cubicBezTo>
                    <a:pt x="834858" y="1369983"/>
                    <a:pt x="817359" y="1352483"/>
                    <a:pt x="817359" y="1330896"/>
                  </a:cubicBezTo>
                  <a:cubicBezTo>
                    <a:pt x="817359" y="1309309"/>
                    <a:pt x="834858" y="1291809"/>
                    <a:pt x="856442" y="1291809"/>
                  </a:cubicBezTo>
                  <a:close/>
                  <a:moveTo>
                    <a:pt x="764178" y="1291809"/>
                  </a:moveTo>
                  <a:cubicBezTo>
                    <a:pt x="785763" y="1291809"/>
                    <a:pt x="803262" y="1309309"/>
                    <a:pt x="803262" y="1330896"/>
                  </a:cubicBezTo>
                  <a:cubicBezTo>
                    <a:pt x="803262" y="1352483"/>
                    <a:pt x="785763" y="1369983"/>
                    <a:pt x="764178" y="1369983"/>
                  </a:cubicBezTo>
                  <a:cubicBezTo>
                    <a:pt x="742587" y="1369983"/>
                    <a:pt x="725094" y="1352483"/>
                    <a:pt x="725094" y="1330896"/>
                  </a:cubicBezTo>
                  <a:cubicBezTo>
                    <a:pt x="725094" y="1309309"/>
                    <a:pt x="742587" y="1291809"/>
                    <a:pt x="764178" y="1291809"/>
                  </a:cubicBezTo>
                  <a:close/>
                  <a:moveTo>
                    <a:pt x="669534" y="1291809"/>
                  </a:moveTo>
                  <a:cubicBezTo>
                    <a:pt x="691132" y="1291809"/>
                    <a:pt x="708631" y="1309309"/>
                    <a:pt x="708631" y="1330896"/>
                  </a:cubicBezTo>
                  <a:cubicBezTo>
                    <a:pt x="708631" y="1352483"/>
                    <a:pt x="691132" y="1369983"/>
                    <a:pt x="669534" y="1369983"/>
                  </a:cubicBezTo>
                  <a:cubicBezTo>
                    <a:pt x="647957" y="1369983"/>
                    <a:pt x="630454" y="1352483"/>
                    <a:pt x="630454" y="1330896"/>
                  </a:cubicBezTo>
                  <a:cubicBezTo>
                    <a:pt x="630454" y="1309309"/>
                    <a:pt x="647957" y="1291809"/>
                    <a:pt x="669534" y="1291809"/>
                  </a:cubicBezTo>
                  <a:close/>
                  <a:moveTo>
                    <a:pt x="577255" y="1291809"/>
                  </a:moveTo>
                  <a:cubicBezTo>
                    <a:pt x="598847" y="1291809"/>
                    <a:pt x="616350" y="1309309"/>
                    <a:pt x="616350" y="1330896"/>
                  </a:cubicBezTo>
                  <a:cubicBezTo>
                    <a:pt x="616350" y="1352483"/>
                    <a:pt x="598847" y="1369983"/>
                    <a:pt x="577255" y="1369983"/>
                  </a:cubicBezTo>
                  <a:cubicBezTo>
                    <a:pt x="555663" y="1369983"/>
                    <a:pt x="538159" y="1352483"/>
                    <a:pt x="538159" y="1330896"/>
                  </a:cubicBezTo>
                  <a:cubicBezTo>
                    <a:pt x="538159" y="1309309"/>
                    <a:pt x="555663" y="1291809"/>
                    <a:pt x="577255" y="1291809"/>
                  </a:cubicBezTo>
                  <a:close/>
                  <a:moveTo>
                    <a:pt x="484969" y="1291809"/>
                  </a:moveTo>
                  <a:cubicBezTo>
                    <a:pt x="506557" y="1291809"/>
                    <a:pt x="524056" y="1309309"/>
                    <a:pt x="524056" y="1330896"/>
                  </a:cubicBezTo>
                  <a:cubicBezTo>
                    <a:pt x="524056" y="1352483"/>
                    <a:pt x="506557" y="1369983"/>
                    <a:pt x="484969" y="1369983"/>
                  </a:cubicBezTo>
                  <a:cubicBezTo>
                    <a:pt x="463376" y="1369983"/>
                    <a:pt x="445892" y="1352483"/>
                    <a:pt x="445892" y="1330896"/>
                  </a:cubicBezTo>
                  <a:cubicBezTo>
                    <a:pt x="445892" y="1309309"/>
                    <a:pt x="463376" y="1291809"/>
                    <a:pt x="484969" y="1291809"/>
                  </a:cubicBezTo>
                  <a:close/>
                  <a:moveTo>
                    <a:pt x="390321" y="1291809"/>
                  </a:moveTo>
                  <a:cubicBezTo>
                    <a:pt x="411908" y="1291809"/>
                    <a:pt x="429422" y="1309309"/>
                    <a:pt x="429422" y="1330896"/>
                  </a:cubicBezTo>
                  <a:cubicBezTo>
                    <a:pt x="429422" y="1352483"/>
                    <a:pt x="411908" y="1369983"/>
                    <a:pt x="390321" y="1369983"/>
                  </a:cubicBezTo>
                  <a:cubicBezTo>
                    <a:pt x="368752" y="1369983"/>
                    <a:pt x="351252" y="1352483"/>
                    <a:pt x="351252" y="1330896"/>
                  </a:cubicBezTo>
                  <a:cubicBezTo>
                    <a:pt x="351252" y="1309309"/>
                    <a:pt x="368752" y="1291809"/>
                    <a:pt x="390321" y="1291809"/>
                  </a:cubicBezTo>
                  <a:close/>
                  <a:moveTo>
                    <a:pt x="298056" y="1291809"/>
                  </a:moveTo>
                  <a:cubicBezTo>
                    <a:pt x="319638" y="1291809"/>
                    <a:pt x="337151" y="1309309"/>
                    <a:pt x="337151" y="1330896"/>
                  </a:cubicBezTo>
                  <a:cubicBezTo>
                    <a:pt x="337151" y="1352483"/>
                    <a:pt x="319638" y="1369983"/>
                    <a:pt x="298056" y="1369983"/>
                  </a:cubicBezTo>
                  <a:cubicBezTo>
                    <a:pt x="276465" y="1369983"/>
                    <a:pt x="258966" y="1352483"/>
                    <a:pt x="258966" y="1330896"/>
                  </a:cubicBezTo>
                  <a:cubicBezTo>
                    <a:pt x="258966" y="1309309"/>
                    <a:pt x="276465" y="1291809"/>
                    <a:pt x="298056" y="1291809"/>
                  </a:cubicBezTo>
                  <a:close/>
                  <a:moveTo>
                    <a:pt x="203411" y="1291809"/>
                  </a:moveTo>
                  <a:cubicBezTo>
                    <a:pt x="225000" y="1291809"/>
                    <a:pt x="242500" y="1309309"/>
                    <a:pt x="242500" y="1330896"/>
                  </a:cubicBezTo>
                  <a:cubicBezTo>
                    <a:pt x="242500" y="1352483"/>
                    <a:pt x="225000" y="1369983"/>
                    <a:pt x="203411" y="1369983"/>
                  </a:cubicBezTo>
                  <a:cubicBezTo>
                    <a:pt x="181825" y="1369983"/>
                    <a:pt x="164325" y="1352483"/>
                    <a:pt x="164325" y="1330896"/>
                  </a:cubicBezTo>
                  <a:cubicBezTo>
                    <a:pt x="164325" y="1309309"/>
                    <a:pt x="181825" y="1291809"/>
                    <a:pt x="203411" y="1291809"/>
                  </a:cubicBezTo>
                  <a:close/>
                  <a:moveTo>
                    <a:pt x="111138" y="1291809"/>
                  </a:moveTo>
                  <a:cubicBezTo>
                    <a:pt x="132725" y="1291809"/>
                    <a:pt x="150225" y="1309309"/>
                    <a:pt x="150225" y="1330896"/>
                  </a:cubicBezTo>
                  <a:cubicBezTo>
                    <a:pt x="150225" y="1352483"/>
                    <a:pt x="132725" y="1369983"/>
                    <a:pt x="111138" y="1369983"/>
                  </a:cubicBezTo>
                  <a:cubicBezTo>
                    <a:pt x="89550" y="1369983"/>
                    <a:pt x="72052" y="1352483"/>
                    <a:pt x="72052" y="1330896"/>
                  </a:cubicBezTo>
                  <a:cubicBezTo>
                    <a:pt x="72052" y="1309309"/>
                    <a:pt x="89550" y="1291809"/>
                    <a:pt x="111138" y="1291809"/>
                  </a:cubicBezTo>
                  <a:close/>
                  <a:moveTo>
                    <a:pt x="2458171" y="1291807"/>
                  </a:moveTo>
                  <a:cubicBezTo>
                    <a:pt x="2479759" y="1291807"/>
                    <a:pt x="2497259" y="1309307"/>
                    <a:pt x="2497259" y="1330894"/>
                  </a:cubicBezTo>
                  <a:cubicBezTo>
                    <a:pt x="2497259" y="1352482"/>
                    <a:pt x="2479759" y="1369981"/>
                    <a:pt x="2458171" y="1369981"/>
                  </a:cubicBezTo>
                  <a:cubicBezTo>
                    <a:pt x="2436595" y="1369981"/>
                    <a:pt x="2419089" y="1352482"/>
                    <a:pt x="2419089" y="1330894"/>
                  </a:cubicBezTo>
                  <a:cubicBezTo>
                    <a:pt x="2419089" y="1309307"/>
                    <a:pt x="2436595" y="1291807"/>
                    <a:pt x="2458171" y="1291807"/>
                  </a:cubicBezTo>
                  <a:close/>
                  <a:moveTo>
                    <a:pt x="2363519" y="1291807"/>
                  </a:moveTo>
                  <a:cubicBezTo>
                    <a:pt x="2385107" y="1291807"/>
                    <a:pt x="2402607" y="1309307"/>
                    <a:pt x="2402607" y="1330894"/>
                  </a:cubicBezTo>
                  <a:cubicBezTo>
                    <a:pt x="2402607" y="1352481"/>
                    <a:pt x="2385107" y="1369981"/>
                    <a:pt x="2363519" y="1369981"/>
                  </a:cubicBezTo>
                  <a:cubicBezTo>
                    <a:pt x="2341932" y="1369981"/>
                    <a:pt x="2324432" y="1352481"/>
                    <a:pt x="2324432" y="1330894"/>
                  </a:cubicBezTo>
                  <a:cubicBezTo>
                    <a:pt x="2324432" y="1309307"/>
                    <a:pt x="2341932" y="1291807"/>
                    <a:pt x="2363519" y="1291807"/>
                  </a:cubicBezTo>
                  <a:close/>
                  <a:moveTo>
                    <a:pt x="3771293" y="1208998"/>
                  </a:moveTo>
                  <a:lnTo>
                    <a:pt x="3775177" y="1210607"/>
                  </a:lnTo>
                  <a:lnTo>
                    <a:pt x="3792595" y="1278349"/>
                  </a:lnTo>
                  <a:lnTo>
                    <a:pt x="3771293" y="1287173"/>
                  </a:lnTo>
                  <a:cubicBezTo>
                    <a:pt x="3749705" y="1287173"/>
                    <a:pt x="3732205" y="1269672"/>
                    <a:pt x="3732205" y="1248085"/>
                  </a:cubicBezTo>
                  <a:cubicBezTo>
                    <a:pt x="3732205" y="1226498"/>
                    <a:pt x="3749705" y="1208998"/>
                    <a:pt x="3771293" y="1208998"/>
                  </a:cubicBezTo>
                  <a:close/>
                  <a:moveTo>
                    <a:pt x="3679017" y="1208998"/>
                  </a:moveTo>
                  <a:cubicBezTo>
                    <a:pt x="3700604" y="1208998"/>
                    <a:pt x="3718103" y="1226498"/>
                    <a:pt x="3718103" y="1248085"/>
                  </a:cubicBezTo>
                  <a:cubicBezTo>
                    <a:pt x="3718103" y="1269672"/>
                    <a:pt x="3700604" y="1287173"/>
                    <a:pt x="3679017" y="1287173"/>
                  </a:cubicBezTo>
                  <a:cubicBezTo>
                    <a:pt x="3657429" y="1287173"/>
                    <a:pt x="3639929" y="1269672"/>
                    <a:pt x="3639929" y="1248085"/>
                  </a:cubicBezTo>
                  <a:cubicBezTo>
                    <a:pt x="3639929" y="1226498"/>
                    <a:pt x="3657429" y="1208998"/>
                    <a:pt x="3679017" y="1208998"/>
                  </a:cubicBezTo>
                  <a:close/>
                  <a:moveTo>
                    <a:pt x="3584377" y="1208998"/>
                  </a:moveTo>
                  <a:cubicBezTo>
                    <a:pt x="3605964" y="1208998"/>
                    <a:pt x="3623463" y="1226498"/>
                    <a:pt x="3623463" y="1248085"/>
                  </a:cubicBezTo>
                  <a:cubicBezTo>
                    <a:pt x="3623463" y="1269672"/>
                    <a:pt x="3605964" y="1287173"/>
                    <a:pt x="3584377" y="1287173"/>
                  </a:cubicBezTo>
                  <a:cubicBezTo>
                    <a:pt x="3562789" y="1287173"/>
                    <a:pt x="3545289" y="1269672"/>
                    <a:pt x="3545289" y="1248085"/>
                  </a:cubicBezTo>
                  <a:cubicBezTo>
                    <a:pt x="3545289" y="1226498"/>
                    <a:pt x="3562789" y="1208998"/>
                    <a:pt x="3584377" y="1208998"/>
                  </a:cubicBezTo>
                  <a:close/>
                  <a:moveTo>
                    <a:pt x="3489737" y="1208998"/>
                  </a:moveTo>
                  <a:cubicBezTo>
                    <a:pt x="3511324" y="1208998"/>
                    <a:pt x="3528823" y="1226498"/>
                    <a:pt x="3528823" y="1248085"/>
                  </a:cubicBezTo>
                  <a:cubicBezTo>
                    <a:pt x="3528823" y="1269672"/>
                    <a:pt x="3511324" y="1287173"/>
                    <a:pt x="3489737" y="1287173"/>
                  </a:cubicBezTo>
                  <a:cubicBezTo>
                    <a:pt x="3468149" y="1287173"/>
                    <a:pt x="3450649" y="1269672"/>
                    <a:pt x="3450649" y="1248085"/>
                  </a:cubicBezTo>
                  <a:cubicBezTo>
                    <a:pt x="3450649" y="1226498"/>
                    <a:pt x="3468149" y="1208998"/>
                    <a:pt x="3489737" y="1208998"/>
                  </a:cubicBezTo>
                  <a:close/>
                  <a:moveTo>
                    <a:pt x="3392731" y="1208998"/>
                  </a:moveTo>
                  <a:cubicBezTo>
                    <a:pt x="3414319" y="1208998"/>
                    <a:pt x="3431819" y="1226498"/>
                    <a:pt x="3431819" y="1248085"/>
                  </a:cubicBezTo>
                  <a:cubicBezTo>
                    <a:pt x="3431819" y="1269672"/>
                    <a:pt x="3414319" y="1287173"/>
                    <a:pt x="3392731" y="1287173"/>
                  </a:cubicBezTo>
                  <a:cubicBezTo>
                    <a:pt x="3371144" y="1287173"/>
                    <a:pt x="3353644" y="1269672"/>
                    <a:pt x="3353644" y="1248085"/>
                  </a:cubicBezTo>
                  <a:cubicBezTo>
                    <a:pt x="3353644" y="1226498"/>
                    <a:pt x="3371144" y="1208998"/>
                    <a:pt x="3392731" y="1208998"/>
                  </a:cubicBezTo>
                  <a:close/>
                  <a:moveTo>
                    <a:pt x="3300457" y="1208998"/>
                  </a:moveTo>
                  <a:cubicBezTo>
                    <a:pt x="3322044" y="1208998"/>
                    <a:pt x="3339544" y="1226498"/>
                    <a:pt x="3339544" y="1248085"/>
                  </a:cubicBezTo>
                  <a:cubicBezTo>
                    <a:pt x="3339544" y="1269672"/>
                    <a:pt x="3322044" y="1287173"/>
                    <a:pt x="3300457" y="1287173"/>
                  </a:cubicBezTo>
                  <a:cubicBezTo>
                    <a:pt x="3278869" y="1287173"/>
                    <a:pt x="3261369" y="1269672"/>
                    <a:pt x="3261369" y="1248085"/>
                  </a:cubicBezTo>
                  <a:cubicBezTo>
                    <a:pt x="3261369" y="1226498"/>
                    <a:pt x="3278869" y="1208998"/>
                    <a:pt x="3300457" y="1208998"/>
                  </a:cubicBezTo>
                  <a:close/>
                  <a:moveTo>
                    <a:pt x="3205817" y="1208998"/>
                  </a:moveTo>
                  <a:cubicBezTo>
                    <a:pt x="3227404" y="1208998"/>
                    <a:pt x="3244904" y="1226498"/>
                    <a:pt x="3244904" y="1248085"/>
                  </a:cubicBezTo>
                  <a:cubicBezTo>
                    <a:pt x="3244904" y="1269672"/>
                    <a:pt x="3227404" y="1287173"/>
                    <a:pt x="3205817" y="1287173"/>
                  </a:cubicBezTo>
                  <a:cubicBezTo>
                    <a:pt x="3184229" y="1287173"/>
                    <a:pt x="3166729" y="1269672"/>
                    <a:pt x="3166729" y="1248085"/>
                  </a:cubicBezTo>
                  <a:cubicBezTo>
                    <a:pt x="3166729" y="1226498"/>
                    <a:pt x="3184229" y="1208998"/>
                    <a:pt x="3205817" y="1208998"/>
                  </a:cubicBezTo>
                  <a:close/>
                  <a:moveTo>
                    <a:pt x="3111177" y="1208998"/>
                  </a:moveTo>
                  <a:cubicBezTo>
                    <a:pt x="3132764" y="1208998"/>
                    <a:pt x="3150264" y="1226498"/>
                    <a:pt x="3150264" y="1248085"/>
                  </a:cubicBezTo>
                  <a:cubicBezTo>
                    <a:pt x="3150264" y="1269672"/>
                    <a:pt x="3132764" y="1287173"/>
                    <a:pt x="3111177" y="1287173"/>
                  </a:cubicBezTo>
                  <a:cubicBezTo>
                    <a:pt x="3089589" y="1287173"/>
                    <a:pt x="3072089" y="1269672"/>
                    <a:pt x="3072089" y="1248085"/>
                  </a:cubicBezTo>
                  <a:cubicBezTo>
                    <a:pt x="3072089" y="1226498"/>
                    <a:pt x="3089589" y="1208998"/>
                    <a:pt x="3111177" y="1208998"/>
                  </a:cubicBezTo>
                  <a:close/>
                  <a:moveTo>
                    <a:pt x="3018902" y="1208998"/>
                  </a:moveTo>
                  <a:cubicBezTo>
                    <a:pt x="3040489" y="1208998"/>
                    <a:pt x="3057989" y="1226498"/>
                    <a:pt x="3057989" y="1248085"/>
                  </a:cubicBezTo>
                  <a:cubicBezTo>
                    <a:pt x="3057989" y="1269672"/>
                    <a:pt x="3040489" y="1287173"/>
                    <a:pt x="3018902" y="1287173"/>
                  </a:cubicBezTo>
                  <a:cubicBezTo>
                    <a:pt x="2997315" y="1287173"/>
                    <a:pt x="2979815" y="1269672"/>
                    <a:pt x="2979815" y="1248085"/>
                  </a:cubicBezTo>
                  <a:cubicBezTo>
                    <a:pt x="2979815" y="1226498"/>
                    <a:pt x="2997315" y="1208998"/>
                    <a:pt x="3018902" y="1208998"/>
                  </a:cubicBezTo>
                  <a:close/>
                  <a:moveTo>
                    <a:pt x="2924263" y="1208998"/>
                  </a:moveTo>
                  <a:cubicBezTo>
                    <a:pt x="2945850" y="1208998"/>
                    <a:pt x="2963349" y="1226498"/>
                    <a:pt x="2963349" y="1248085"/>
                  </a:cubicBezTo>
                  <a:cubicBezTo>
                    <a:pt x="2963349" y="1269672"/>
                    <a:pt x="2945850" y="1287173"/>
                    <a:pt x="2924263" y="1287173"/>
                  </a:cubicBezTo>
                  <a:cubicBezTo>
                    <a:pt x="2902675" y="1287173"/>
                    <a:pt x="2885175" y="1269672"/>
                    <a:pt x="2885175" y="1248085"/>
                  </a:cubicBezTo>
                  <a:cubicBezTo>
                    <a:pt x="2885175" y="1226498"/>
                    <a:pt x="2902675" y="1208998"/>
                    <a:pt x="2924263" y="1208998"/>
                  </a:cubicBezTo>
                  <a:close/>
                  <a:moveTo>
                    <a:pt x="2831988" y="1208998"/>
                  </a:moveTo>
                  <a:cubicBezTo>
                    <a:pt x="2853575" y="1208998"/>
                    <a:pt x="2871075" y="1226498"/>
                    <a:pt x="2871075" y="1248085"/>
                  </a:cubicBezTo>
                  <a:cubicBezTo>
                    <a:pt x="2871075" y="1269672"/>
                    <a:pt x="2853575" y="1287173"/>
                    <a:pt x="2831988" y="1287173"/>
                  </a:cubicBezTo>
                  <a:cubicBezTo>
                    <a:pt x="2810401" y="1287173"/>
                    <a:pt x="2792901" y="1269672"/>
                    <a:pt x="2792901" y="1248085"/>
                  </a:cubicBezTo>
                  <a:cubicBezTo>
                    <a:pt x="2792901" y="1226498"/>
                    <a:pt x="2810401" y="1208998"/>
                    <a:pt x="2831988" y="1208998"/>
                  </a:cubicBezTo>
                  <a:close/>
                  <a:moveTo>
                    <a:pt x="2737366" y="1208998"/>
                  </a:moveTo>
                  <a:cubicBezTo>
                    <a:pt x="2758935" y="1208998"/>
                    <a:pt x="2776435" y="1226498"/>
                    <a:pt x="2776435" y="1248085"/>
                  </a:cubicBezTo>
                  <a:cubicBezTo>
                    <a:pt x="2776435" y="1269672"/>
                    <a:pt x="2758935" y="1287173"/>
                    <a:pt x="2737366" y="1287173"/>
                  </a:cubicBezTo>
                  <a:cubicBezTo>
                    <a:pt x="2715775" y="1287173"/>
                    <a:pt x="2698269" y="1269672"/>
                    <a:pt x="2698269" y="1248085"/>
                  </a:cubicBezTo>
                  <a:cubicBezTo>
                    <a:pt x="2698269" y="1226498"/>
                    <a:pt x="2715775" y="1208998"/>
                    <a:pt x="2737366" y="1208998"/>
                  </a:cubicBezTo>
                  <a:close/>
                  <a:moveTo>
                    <a:pt x="2645076" y="1208998"/>
                  </a:moveTo>
                  <a:cubicBezTo>
                    <a:pt x="2666663" y="1208998"/>
                    <a:pt x="2684167" y="1226498"/>
                    <a:pt x="2684167" y="1248085"/>
                  </a:cubicBezTo>
                  <a:cubicBezTo>
                    <a:pt x="2684167" y="1269672"/>
                    <a:pt x="2666663" y="1287173"/>
                    <a:pt x="2645076" y="1287173"/>
                  </a:cubicBezTo>
                  <a:cubicBezTo>
                    <a:pt x="2623489" y="1287173"/>
                    <a:pt x="2605987" y="1269672"/>
                    <a:pt x="2605987" y="1248085"/>
                  </a:cubicBezTo>
                  <a:cubicBezTo>
                    <a:pt x="2605987" y="1226498"/>
                    <a:pt x="2623489" y="1208998"/>
                    <a:pt x="2645076" y="1208998"/>
                  </a:cubicBezTo>
                  <a:close/>
                  <a:moveTo>
                    <a:pt x="2550439" y="1208998"/>
                  </a:moveTo>
                  <a:cubicBezTo>
                    <a:pt x="2572024" y="1208998"/>
                    <a:pt x="2589523" y="1226498"/>
                    <a:pt x="2589523" y="1248085"/>
                  </a:cubicBezTo>
                  <a:cubicBezTo>
                    <a:pt x="2589523" y="1269672"/>
                    <a:pt x="2572024" y="1287173"/>
                    <a:pt x="2550439" y="1287173"/>
                  </a:cubicBezTo>
                  <a:cubicBezTo>
                    <a:pt x="2528851" y="1287173"/>
                    <a:pt x="2511356" y="1269672"/>
                    <a:pt x="2511356" y="1248085"/>
                  </a:cubicBezTo>
                  <a:cubicBezTo>
                    <a:pt x="2511356" y="1226498"/>
                    <a:pt x="2528851" y="1208998"/>
                    <a:pt x="2550439" y="1208998"/>
                  </a:cubicBezTo>
                  <a:close/>
                  <a:moveTo>
                    <a:pt x="1419546" y="1208998"/>
                  </a:moveTo>
                  <a:cubicBezTo>
                    <a:pt x="1441132" y="1208998"/>
                    <a:pt x="1458634" y="1226498"/>
                    <a:pt x="1458634" y="1248085"/>
                  </a:cubicBezTo>
                  <a:cubicBezTo>
                    <a:pt x="1458634" y="1269672"/>
                    <a:pt x="1441132" y="1287173"/>
                    <a:pt x="1419546" y="1287173"/>
                  </a:cubicBezTo>
                  <a:cubicBezTo>
                    <a:pt x="1397954" y="1287173"/>
                    <a:pt x="1380453" y="1269672"/>
                    <a:pt x="1380453" y="1248085"/>
                  </a:cubicBezTo>
                  <a:cubicBezTo>
                    <a:pt x="1380453" y="1226498"/>
                    <a:pt x="1397954" y="1208998"/>
                    <a:pt x="1419546" y="1208998"/>
                  </a:cubicBezTo>
                  <a:close/>
                  <a:moveTo>
                    <a:pt x="1329634" y="1208998"/>
                  </a:moveTo>
                  <a:cubicBezTo>
                    <a:pt x="1351222" y="1208998"/>
                    <a:pt x="1368722" y="1226498"/>
                    <a:pt x="1368722" y="1248085"/>
                  </a:cubicBezTo>
                  <a:cubicBezTo>
                    <a:pt x="1368722" y="1269672"/>
                    <a:pt x="1351222" y="1287173"/>
                    <a:pt x="1329634" y="1287173"/>
                  </a:cubicBezTo>
                  <a:cubicBezTo>
                    <a:pt x="1308050" y="1287173"/>
                    <a:pt x="1290553" y="1269672"/>
                    <a:pt x="1290553" y="1248085"/>
                  </a:cubicBezTo>
                  <a:cubicBezTo>
                    <a:pt x="1290553" y="1226498"/>
                    <a:pt x="1308050" y="1208998"/>
                    <a:pt x="1329634" y="1208998"/>
                  </a:cubicBezTo>
                  <a:close/>
                  <a:moveTo>
                    <a:pt x="1232640" y="1208998"/>
                  </a:moveTo>
                  <a:cubicBezTo>
                    <a:pt x="1254222" y="1208998"/>
                    <a:pt x="1271716" y="1226498"/>
                    <a:pt x="1271716" y="1248085"/>
                  </a:cubicBezTo>
                  <a:cubicBezTo>
                    <a:pt x="1271716" y="1269672"/>
                    <a:pt x="1254222" y="1287173"/>
                    <a:pt x="1232640" y="1287173"/>
                  </a:cubicBezTo>
                  <a:cubicBezTo>
                    <a:pt x="1211049" y="1287173"/>
                    <a:pt x="1193553" y="1269672"/>
                    <a:pt x="1193553" y="1248085"/>
                  </a:cubicBezTo>
                  <a:cubicBezTo>
                    <a:pt x="1193553" y="1226498"/>
                    <a:pt x="1211049" y="1208998"/>
                    <a:pt x="1232640" y="1208998"/>
                  </a:cubicBezTo>
                  <a:close/>
                  <a:moveTo>
                    <a:pt x="1142726" y="1208998"/>
                  </a:moveTo>
                  <a:cubicBezTo>
                    <a:pt x="1164318" y="1208998"/>
                    <a:pt x="1181817" y="1226498"/>
                    <a:pt x="1181817" y="1248085"/>
                  </a:cubicBezTo>
                  <a:cubicBezTo>
                    <a:pt x="1181817" y="1269672"/>
                    <a:pt x="1164318" y="1287173"/>
                    <a:pt x="1142726" y="1287173"/>
                  </a:cubicBezTo>
                  <a:cubicBezTo>
                    <a:pt x="1121134" y="1287173"/>
                    <a:pt x="1103630" y="1269672"/>
                    <a:pt x="1103630" y="1248085"/>
                  </a:cubicBezTo>
                  <a:cubicBezTo>
                    <a:pt x="1103630" y="1226498"/>
                    <a:pt x="1121134" y="1208998"/>
                    <a:pt x="1142726" y="1208998"/>
                  </a:cubicBezTo>
                  <a:close/>
                  <a:moveTo>
                    <a:pt x="1045706" y="1208998"/>
                  </a:moveTo>
                  <a:cubicBezTo>
                    <a:pt x="1067291" y="1208998"/>
                    <a:pt x="1084795" y="1226498"/>
                    <a:pt x="1084795" y="1248085"/>
                  </a:cubicBezTo>
                  <a:cubicBezTo>
                    <a:pt x="1084795" y="1269672"/>
                    <a:pt x="1067291" y="1287173"/>
                    <a:pt x="1045706" y="1287173"/>
                  </a:cubicBezTo>
                  <a:cubicBezTo>
                    <a:pt x="1024121" y="1287173"/>
                    <a:pt x="1006623" y="1269672"/>
                    <a:pt x="1006623" y="1248085"/>
                  </a:cubicBezTo>
                  <a:cubicBezTo>
                    <a:pt x="1006623" y="1226498"/>
                    <a:pt x="1024121" y="1208998"/>
                    <a:pt x="1045706" y="1208998"/>
                  </a:cubicBezTo>
                  <a:close/>
                  <a:moveTo>
                    <a:pt x="951076" y="1208998"/>
                  </a:moveTo>
                  <a:cubicBezTo>
                    <a:pt x="972661" y="1208998"/>
                    <a:pt x="990159" y="1226498"/>
                    <a:pt x="990159" y="1248085"/>
                  </a:cubicBezTo>
                  <a:cubicBezTo>
                    <a:pt x="990159" y="1269672"/>
                    <a:pt x="972661" y="1287173"/>
                    <a:pt x="951076" y="1287173"/>
                  </a:cubicBezTo>
                  <a:cubicBezTo>
                    <a:pt x="929492" y="1287173"/>
                    <a:pt x="911993" y="1269672"/>
                    <a:pt x="911993" y="1248085"/>
                  </a:cubicBezTo>
                  <a:cubicBezTo>
                    <a:pt x="911993" y="1226498"/>
                    <a:pt x="929492" y="1208998"/>
                    <a:pt x="951076" y="1208998"/>
                  </a:cubicBezTo>
                  <a:close/>
                  <a:moveTo>
                    <a:pt x="856447" y="1208998"/>
                  </a:moveTo>
                  <a:cubicBezTo>
                    <a:pt x="878032" y="1208998"/>
                    <a:pt x="895530" y="1226498"/>
                    <a:pt x="895530" y="1248085"/>
                  </a:cubicBezTo>
                  <a:cubicBezTo>
                    <a:pt x="895530" y="1269672"/>
                    <a:pt x="878032" y="1287173"/>
                    <a:pt x="856447" y="1287173"/>
                  </a:cubicBezTo>
                  <a:cubicBezTo>
                    <a:pt x="834863" y="1287173"/>
                    <a:pt x="817365" y="1269672"/>
                    <a:pt x="817365" y="1248085"/>
                  </a:cubicBezTo>
                  <a:cubicBezTo>
                    <a:pt x="817365" y="1226498"/>
                    <a:pt x="834863" y="1208998"/>
                    <a:pt x="856447" y="1208998"/>
                  </a:cubicBezTo>
                  <a:close/>
                  <a:moveTo>
                    <a:pt x="764185" y="1208998"/>
                  </a:moveTo>
                  <a:cubicBezTo>
                    <a:pt x="785769" y="1208998"/>
                    <a:pt x="803268" y="1226498"/>
                    <a:pt x="803268" y="1248085"/>
                  </a:cubicBezTo>
                  <a:cubicBezTo>
                    <a:pt x="803268" y="1269672"/>
                    <a:pt x="785769" y="1287173"/>
                    <a:pt x="764185" y="1287173"/>
                  </a:cubicBezTo>
                  <a:cubicBezTo>
                    <a:pt x="742593" y="1287173"/>
                    <a:pt x="725101" y="1269672"/>
                    <a:pt x="725101" y="1248085"/>
                  </a:cubicBezTo>
                  <a:cubicBezTo>
                    <a:pt x="725101" y="1226498"/>
                    <a:pt x="742593" y="1208998"/>
                    <a:pt x="764185" y="1208998"/>
                  </a:cubicBezTo>
                  <a:close/>
                  <a:moveTo>
                    <a:pt x="669534" y="1208998"/>
                  </a:moveTo>
                  <a:cubicBezTo>
                    <a:pt x="691139" y="1208998"/>
                    <a:pt x="708638" y="1226498"/>
                    <a:pt x="708638" y="1248085"/>
                  </a:cubicBezTo>
                  <a:cubicBezTo>
                    <a:pt x="708638" y="1269672"/>
                    <a:pt x="691139" y="1287173"/>
                    <a:pt x="669534" y="1287173"/>
                  </a:cubicBezTo>
                  <a:cubicBezTo>
                    <a:pt x="647964" y="1287173"/>
                    <a:pt x="630460" y="1269672"/>
                    <a:pt x="630460" y="1248085"/>
                  </a:cubicBezTo>
                  <a:cubicBezTo>
                    <a:pt x="630460" y="1226498"/>
                    <a:pt x="647964" y="1208998"/>
                    <a:pt x="669534" y="1208998"/>
                  </a:cubicBezTo>
                  <a:close/>
                  <a:moveTo>
                    <a:pt x="577261" y="1208998"/>
                  </a:moveTo>
                  <a:cubicBezTo>
                    <a:pt x="598853" y="1208998"/>
                    <a:pt x="616357" y="1226498"/>
                    <a:pt x="616357" y="1248085"/>
                  </a:cubicBezTo>
                  <a:cubicBezTo>
                    <a:pt x="616357" y="1269672"/>
                    <a:pt x="598853" y="1287173"/>
                    <a:pt x="577261" y="1287173"/>
                  </a:cubicBezTo>
                  <a:cubicBezTo>
                    <a:pt x="555668" y="1287173"/>
                    <a:pt x="538164" y="1269672"/>
                    <a:pt x="538164" y="1248085"/>
                  </a:cubicBezTo>
                  <a:cubicBezTo>
                    <a:pt x="538164" y="1226498"/>
                    <a:pt x="555668" y="1208998"/>
                    <a:pt x="577261" y="1208998"/>
                  </a:cubicBezTo>
                  <a:close/>
                  <a:moveTo>
                    <a:pt x="484976" y="1208998"/>
                  </a:moveTo>
                  <a:cubicBezTo>
                    <a:pt x="506562" y="1208998"/>
                    <a:pt x="524060" y="1226498"/>
                    <a:pt x="524060" y="1248085"/>
                  </a:cubicBezTo>
                  <a:cubicBezTo>
                    <a:pt x="524060" y="1269672"/>
                    <a:pt x="506562" y="1287173"/>
                    <a:pt x="484976" y="1287173"/>
                  </a:cubicBezTo>
                  <a:cubicBezTo>
                    <a:pt x="463381" y="1287173"/>
                    <a:pt x="445900" y="1269672"/>
                    <a:pt x="445900" y="1248085"/>
                  </a:cubicBezTo>
                  <a:cubicBezTo>
                    <a:pt x="445900" y="1226498"/>
                    <a:pt x="463381" y="1208998"/>
                    <a:pt x="484976" y="1208998"/>
                  </a:cubicBezTo>
                  <a:close/>
                  <a:moveTo>
                    <a:pt x="390329" y="1208998"/>
                  </a:moveTo>
                  <a:cubicBezTo>
                    <a:pt x="411922" y="1208998"/>
                    <a:pt x="429427" y="1226498"/>
                    <a:pt x="429427" y="1248085"/>
                  </a:cubicBezTo>
                  <a:cubicBezTo>
                    <a:pt x="429427" y="1269672"/>
                    <a:pt x="411922" y="1287173"/>
                    <a:pt x="390329" y="1287173"/>
                  </a:cubicBezTo>
                  <a:cubicBezTo>
                    <a:pt x="368757" y="1287173"/>
                    <a:pt x="351257" y="1269672"/>
                    <a:pt x="351257" y="1248085"/>
                  </a:cubicBezTo>
                  <a:cubicBezTo>
                    <a:pt x="351257" y="1226498"/>
                    <a:pt x="368757" y="1208998"/>
                    <a:pt x="390329" y="1208998"/>
                  </a:cubicBezTo>
                  <a:close/>
                  <a:moveTo>
                    <a:pt x="298060" y="1208998"/>
                  </a:moveTo>
                  <a:cubicBezTo>
                    <a:pt x="319643" y="1208998"/>
                    <a:pt x="337156" y="1226498"/>
                    <a:pt x="337156" y="1248085"/>
                  </a:cubicBezTo>
                  <a:cubicBezTo>
                    <a:pt x="337156" y="1269672"/>
                    <a:pt x="319643" y="1287173"/>
                    <a:pt x="298060" y="1287173"/>
                  </a:cubicBezTo>
                  <a:cubicBezTo>
                    <a:pt x="276469" y="1287173"/>
                    <a:pt x="258971" y="1269672"/>
                    <a:pt x="258971" y="1248085"/>
                  </a:cubicBezTo>
                  <a:cubicBezTo>
                    <a:pt x="258971" y="1226498"/>
                    <a:pt x="276469" y="1208998"/>
                    <a:pt x="298060" y="1208998"/>
                  </a:cubicBezTo>
                  <a:close/>
                  <a:moveTo>
                    <a:pt x="203415" y="1208998"/>
                  </a:moveTo>
                  <a:cubicBezTo>
                    <a:pt x="225006" y="1208998"/>
                    <a:pt x="242504" y="1226498"/>
                    <a:pt x="242504" y="1248085"/>
                  </a:cubicBezTo>
                  <a:cubicBezTo>
                    <a:pt x="242504" y="1269672"/>
                    <a:pt x="225006" y="1287173"/>
                    <a:pt x="203415" y="1287173"/>
                  </a:cubicBezTo>
                  <a:cubicBezTo>
                    <a:pt x="181830" y="1287173"/>
                    <a:pt x="164330" y="1269672"/>
                    <a:pt x="164330" y="1248085"/>
                  </a:cubicBezTo>
                  <a:cubicBezTo>
                    <a:pt x="164330" y="1226498"/>
                    <a:pt x="181830" y="1208998"/>
                    <a:pt x="203415" y="1208998"/>
                  </a:cubicBezTo>
                  <a:close/>
                  <a:moveTo>
                    <a:pt x="111142" y="1208998"/>
                  </a:moveTo>
                  <a:cubicBezTo>
                    <a:pt x="132728" y="1208998"/>
                    <a:pt x="150229" y="1226498"/>
                    <a:pt x="150229" y="1248085"/>
                  </a:cubicBezTo>
                  <a:cubicBezTo>
                    <a:pt x="150229" y="1269672"/>
                    <a:pt x="132728" y="1287173"/>
                    <a:pt x="111142" y="1287173"/>
                  </a:cubicBezTo>
                  <a:cubicBezTo>
                    <a:pt x="89555" y="1287173"/>
                    <a:pt x="72056" y="1269672"/>
                    <a:pt x="72056" y="1248085"/>
                  </a:cubicBezTo>
                  <a:cubicBezTo>
                    <a:pt x="72056" y="1226498"/>
                    <a:pt x="89555" y="1208998"/>
                    <a:pt x="111142" y="1208998"/>
                  </a:cubicBezTo>
                  <a:close/>
                  <a:moveTo>
                    <a:pt x="3746476" y="1129380"/>
                  </a:moveTo>
                  <a:lnTo>
                    <a:pt x="3771318" y="1197252"/>
                  </a:lnTo>
                  <a:lnTo>
                    <a:pt x="3771293" y="1197263"/>
                  </a:lnTo>
                  <a:cubicBezTo>
                    <a:pt x="3749705" y="1197263"/>
                    <a:pt x="3732205" y="1179775"/>
                    <a:pt x="3732205" y="1158188"/>
                  </a:cubicBezTo>
                  <a:cubicBezTo>
                    <a:pt x="3732205" y="1147394"/>
                    <a:pt x="3736580" y="1137623"/>
                    <a:pt x="3743654" y="1130550"/>
                  </a:cubicBezTo>
                  <a:close/>
                  <a:moveTo>
                    <a:pt x="577266" y="1119103"/>
                  </a:moveTo>
                  <a:cubicBezTo>
                    <a:pt x="598858" y="1119103"/>
                    <a:pt x="616362" y="1136603"/>
                    <a:pt x="616362" y="1158190"/>
                  </a:cubicBezTo>
                  <a:cubicBezTo>
                    <a:pt x="616362" y="1179777"/>
                    <a:pt x="598858" y="1197265"/>
                    <a:pt x="577266" y="1197265"/>
                  </a:cubicBezTo>
                  <a:cubicBezTo>
                    <a:pt x="555673" y="1197265"/>
                    <a:pt x="538168" y="1179777"/>
                    <a:pt x="538168" y="1158190"/>
                  </a:cubicBezTo>
                  <a:cubicBezTo>
                    <a:pt x="538168" y="1136603"/>
                    <a:pt x="555673" y="1119103"/>
                    <a:pt x="577266" y="1119103"/>
                  </a:cubicBezTo>
                  <a:close/>
                  <a:moveTo>
                    <a:pt x="484978" y="1119103"/>
                  </a:moveTo>
                  <a:cubicBezTo>
                    <a:pt x="506566" y="1119103"/>
                    <a:pt x="524065" y="1136603"/>
                    <a:pt x="524065" y="1158190"/>
                  </a:cubicBezTo>
                  <a:cubicBezTo>
                    <a:pt x="524065" y="1179777"/>
                    <a:pt x="506566" y="1197265"/>
                    <a:pt x="484978" y="1197265"/>
                  </a:cubicBezTo>
                  <a:cubicBezTo>
                    <a:pt x="463384" y="1197265"/>
                    <a:pt x="445905" y="1179777"/>
                    <a:pt x="445905" y="1158190"/>
                  </a:cubicBezTo>
                  <a:cubicBezTo>
                    <a:pt x="445905" y="1136603"/>
                    <a:pt x="463384" y="1119103"/>
                    <a:pt x="484978" y="1119103"/>
                  </a:cubicBezTo>
                  <a:close/>
                  <a:moveTo>
                    <a:pt x="390329" y="1119103"/>
                  </a:moveTo>
                  <a:cubicBezTo>
                    <a:pt x="411922" y="1119103"/>
                    <a:pt x="429432" y="1136603"/>
                    <a:pt x="429432" y="1158190"/>
                  </a:cubicBezTo>
                  <a:cubicBezTo>
                    <a:pt x="429432" y="1179777"/>
                    <a:pt x="411922" y="1197265"/>
                    <a:pt x="390329" y="1197265"/>
                  </a:cubicBezTo>
                  <a:cubicBezTo>
                    <a:pt x="368763" y="1197265"/>
                    <a:pt x="351262" y="1179777"/>
                    <a:pt x="351262" y="1158190"/>
                  </a:cubicBezTo>
                  <a:cubicBezTo>
                    <a:pt x="351262" y="1136603"/>
                    <a:pt x="368763" y="1119103"/>
                    <a:pt x="390329" y="1119103"/>
                  </a:cubicBezTo>
                  <a:close/>
                  <a:moveTo>
                    <a:pt x="298063" y="1119103"/>
                  </a:moveTo>
                  <a:cubicBezTo>
                    <a:pt x="319646" y="1119103"/>
                    <a:pt x="337159" y="1136603"/>
                    <a:pt x="337159" y="1158190"/>
                  </a:cubicBezTo>
                  <a:cubicBezTo>
                    <a:pt x="337159" y="1179777"/>
                    <a:pt x="319646" y="1197265"/>
                    <a:pt x="298063" y="1197265"/>
                  </a:cubicBezTo>
                  <a:cubicBezTo>
                    <a:pt x="276475" y="1197265"/>
                    <a:pt x="258974" y="1179777"/>
                    <a:pt x="258974" y="1158190"/>
                  </a:cubicBezTo>
                  <a:cubicBezTo>
                    <a:pt x="258974" y="1136603"/>
                    <a:pt x="276475" y="1119103"/>
                    <a:pt x="298063" y="1119103"/>
                  </a:cubicBezTo>
                  <a:close/>
                  <a:moveTo>
                    <a:pt x="203418" y="1119103"/>
                  </a:moveTo>
                  <a:cubicBezTo>
                    <a:pt x="225008" y="1119103"/>
                    <a:pt x="242508" y="1136603"/>
                    <a:pt x="242508" y="1158190"/>
                  </a:cubicBezTo>
                  <a:cubicBezTo>
                    <a:pt x="242508" y="1179777"/>
                    <a:pt x="225008" y="1197265"/>
                    <a:pt x="203418" y="1197265"/>
                  </a:cubicBezTo>
                  <a:cubicBezTo>
                    <a:pt x="181832" y="1197265"/>
                    <a:pt x="164333" y="1179777"/>
                    <a:pt x="164333" y="1158190"/>
                  </a:cubicBezTo>
                  <a:cubicBezTo>
                    <a:pt x="164333" y="1136603"/>
                    <a:pt x="181832" y="1119103"/>
                    <a:pt x="203418" y="1119103"/>
                  </a:cubicBezTo>
                  <a:close/>
                  <a:moveTo>
                    <a:pt x="3679018" y="1119102"/>
                  </a:moveTo>
                  <a:cubicBezTo>
                    <a:pt x="3700605" y="1119102"/>
                    <a:pt x="3718105" y="1136601"/>
                    <a:pt x="3718105" y="1158188"/>
                  </a:cubicBezTo>
                  <a:cubicBezTo>
                    <a:pt x="3718105" y="1179775"/>
                    <a:pt x="3700605" y="1197263"/>
                    <a:pt x="3679018" y="1197263"/>
                  </a:cubicBezTo>
                  <a:cubicBezTo>
                    <a:pt x="3657431" y="1197263"/>
                    <a:pt x="3639931" y="1179775"/>
                    <a:pt x="3639931" y="1158188"/>
                  </a:cubicBezTo>
                  <a:cubicBezTo>
                    <a:pt x="3639931" y="1136601"/>
                    <a:pt x="3657431" y="1119102"/>
                    <a:pt x="3679018" y="1119102"/>
                  </a:cubicBezTo>
                  <a:close/>
                  <a:moveTo>
                    <a:pt x="3584377" y="1119102"/>
                  </a:moveTo>
                  <a:cubicBezTo>
                    <a:pt x="3605964" y="1119102"/>
                    <a:pt x="3623463" y="1136601"/>
                    <a:pt x="3623463" y="1158188"/>
                  </a:cubicBezTo>
                  <a:cubicBezTo>
                    <a:pt x="3623463" y="1179775"/>
                    <a:pt x="3605964" y="1197263"/>
                    <a:pt x="3584377" y="1197263"/>
                  </a:cubicBezTo>
                  <a:cubicBezTo>
                    <a:pt x="3562789" y="1197263"/>
                    <a:pt x="3545289" y="1179775"/>
                    <a:pt x="3545289" y="1158188"/>
                  </a:cubicBezTo>
                  <a:cubicBezTo>
                    <a:pt x="3545289" y="1136601"/>
                    <a:pt x="3562789" y="1119102"/>
                    <a:pt x="3584377" y="1119102"/>
                  </a:cubicBezTo>
                  <a:close/>
                  <a:moveTo>
                    <a:pt x="3489737" y="1119102"/>
                  </a:moveTo>
                  <a:cubicBezTo>
                    <a:pt x="3511324" y="1119102"/>
                    <a:pt x="3528823" y="1136601"/>
                    <a:pt x="3528823" y="1158188"/>
                  </a:cubicBezTo>
                  <a:cubicBezTo>
                    <a:pt x="3528823" y="1179775"/>
                    <a:pt x="3511324" y="1197263"/>
                    <a:pt x="3489737" y="1197263"/>
                  </a:cubicBezTo>
                  <a:cubicBezTo>
                    <a:pt x="3468149" y="1197263"/>
                    <a:pt x="3450649" y="1179775"/>
                    <a:pt x="3450649" y="1158188"/>
                  </a:cubicBezTo>
                  <a:cubicBezTo>
                    <a:pt x="3450649" y="1136601"/>
                    <a:pt x="3468149" y="1119102"/>
                    <a:pt x="3489737" y="1119102"/>
                  </a:cubicBezTo>
                  <a:close/>
                  <a:moveTo>
                    <a:pt x="3392731" y="1119102"/>
                  </a:moveTo>
                  <a:cubicBezTo>
                    <a:pt x="3414319" y="1119102"/>
                    <a:pt x="3431819" y="1136601"/>
                    <a:pt x="3431819" y="1158188"/>
                  </a:cubicBezTo>
                  <a:cubicBezTo>
                    <a:pt x="3431819" y="1179775"/>
                    <a:pt x="3414319" y="1197263"/>
                    <a:pt x="3392731" y="1197263"/>
                  </a:cubicBezTo>
                  <a:cubicBezTo>
                    <a:pt x="3371144" y="1197263"/>
                    <a:pt x="3353644" y="1179775"/>
                    <a:pt x="3353644" y="1158188"/>
                  </a:cubicBezTo>
                  <a:cubicBezTo>
                    <a:pt x="3353644" y="1136601"/>
                    <a:pt x="3371144" y="1119102"/>
                    <a:pt x="3392731" y="1119102"/>
                  </a:cubicBezTo>
                  <a:close/>
                  <a:moveTo>
                    <a:pt x="3300457" y="1119102"/>
                  </a:moveTo>
                  <a:cubicBezTo>
                    <a:pt x="3322044" y="1119102"/>
                    <a:pt x="3339544" y="1136601"/>
                    <a:pt x="3339544" y="1158188"/>
                  </a:cubicBezTo>
                  <a:cubicBezTo>
                    <a:pt x="3339544" y="1179775"/>
                    <a:pt x="3322044" y="1197263"/>
                    <a:pt x="3300457" y="1197263"/>
                  </a:cubicBezTo>
                  <a:cubicBezTo>
                    <a:pt x="3278869" y="1197263"/>
                    <a:pt x="3261369" y="1179775"/>
                    <a:pt x="3261369" y="1158188"/>
                  </a:cubicBezTo>
                  <a:cubicBezTo>
                    <a:pt x="3261369" y="1136601"/>
                    <a:pt x="3278869" y="1119102"/>
                    <a:pt x="3300457" y="1119102"/>
                  </a:cubicBezTo>
                  <a:close/>
                  <a:moveTo>
                    <a:pt x="3205817" y="1119102"/>
                  </a:moveTo>
                  <a:cubicBezTo>
                    <a:pt x="3227404" y="1119102"/>
                    <a:pt x="3244904" y="1136601"/>
                    <a:pt x="3244904" y="1158188"/>
                  </a:cubicBezTo>
                  <a:cubicBezTo>
                    <a:pt x="3244904" y="1179775"/>
                    <a:pt x="3227404" y="1197263"/>
                    <a:pt x="3205817" y="1197263"/>
                  </a:cubicBezTo>
                  <a:cubicBezTo>
                    <a:pt x="3184229" y="1197263"/>
                    <a:pt x="3166729" y="1179775"/>
                    <a:pt x="3166729" y="1158188"/>
                  </a:cubicBezTo>
                  <a:cubicBezTo>
                    <a:pt x="3166729" y="1136601"/>
                    <a:pt x="3184229" y="1119102"/>
                    <a:pt x="3205817" y="1119102"/>
                  </a:cubicBezTo>
                  <a:close/>
                  <a:moveTo>
                    <a:pt x="3018902" y="1119102"/>
                  </a:moveTo>
                  <a:cubicBezTo>
                    <a:pt x="3040489" y="1119102"/>
                    <a:pt x="3057989" y="1136601"/>
                    <a:pt x="3057989" y="1158188"/>
                  </a:cubicBezTo>
                  <a:cubicBezTo>
                    <a:pt x="3057989" y="1179775"/>
                    <a:pt x="3040489" y="1197263"/>
                    <a:pt x="3018902" y="1197263"/>
                  </a:cubicBezTo>
                  <a:cubicBezTo>
                    <a:pt x="2997315" y="1197263"/>
                    <a:pt x="2979815" y="1179775"/>
                    <a:pt x="2979815" y="1158188"/>
                  </a:cubicBezTo>
                  <a:cubicBezTo>
                    <a:pt x="2979815" y="1136601"/>
                    <a:pt x="2997315" y="1119102"/>
                    <a:pt x="3018902" y="1119102"/>
                  </a:cubicBezTo>
                  <a:close/>
                  <a:moveTo>
                    <a:pt x="2924263" y="1119102"/>
                  </a:moveTo>
                  <a:cubicBezTo>
                    <a:pt x="2945850" y="1119102"/>
                    <a:pt x="2963349" y="1136601"/>
                    <a:pt x="2963349" y="1158188"/>
                  </a:cubicBezTo>
                  <a:cubicBezTo>
                    <a:pt x="2963349" y="1179775"/>
                    <a:pt x="2945850" y="1197263"/>
                    <a:pt x="2924263" y="1197263"/>
                  </a:cubicBezTo>
                  <a:cubicBezTo>
                    <a:pt x="2902675" y="1197263"/>
                    <a:pt x="2885175" y="1179775"/>
                    <a:pt x="2885175" y="1158188"/>
                  </a:cubicBezTo>
                  <a:cubicBezTo>
                    <a:pt x="2885175" y="1136601"/>
                    <a:pt x="2902675" y="1119102"/>
                    <a:pt x="2924263" y="1119102"/>
                  </a:cubicBezTo>
                  <a:close/>
                  <a:moveTo>
                    <a:pt x="2831988" y="1119102"/>
                  </a:moveTo>
                  <a:cubicBezTo>
                    <a:pt x="2853575" y="1119102"/>
                    <a:pt x="2871075" y="1136601"/>
                    <a:pt x="2871075" y="1158188"/>
                  </a:cubicBezTo>
                  <a:cubicBezTo>
                    <a:pt x="2871075" y="1179775"/>
                    <a:pt x="2853575" y="1197263"/>
                    <a:pt x="2831988" y="1197263"/>
                  </a:cubicBezTo>
                  <a:cubicBezTo>
                    <a:pt x="2810401" y="1197263"/>
                    <a:pt x="2792901" y="1179775"/>
                    <a:pt x="2792901" y="1158188"/>
                  </a:cubicBezTo>
                  <a:cubicBezTo>
                    <a:pt x="2792901" y="1136601"/>
                    <a:pt x="2810401" y="1119102"/>
                    <a:pt x="2831988" y="1119102"/>
                  </a:cubicBezTo>
                  <a:close/>
                  <a:moveTo>
                    <a:pt x="2737367" y="1119102"/>
                  </a:moveTo>
                  <a:cubicBezTo>
                    <a:pt x="2758935" y="1119102"/>
                    <a:pt x="2776435" y="1136601"/>
                    <a:pt x="2776435" y="1158188"/>
                  </a:cubicBezTo>
                  <a:cubicBezTo>
                    <a:pt x="2776435" y="1179775"/>
                    <a:pt x="2758935" y="1197263"/>
                    <a:pt x="2737367" y="1197263"/>
                  </a:cubicBezTo>
                  <a:cubicBezTo>
                    <a:pt x="2715775" y="1197263"/>
                    <a:pt x="2698271" y="1179775"/>
                    <a:pt x="2698271" y="1158188"/>
                  </a:cubicBezTo>
                  <a:cubicBezTo>
                    <a:pt x="2698271" y="1136601"/>
                    <a:pt x="2715775" y="1119102"/>
                    <a:pt x="2737367" y="1119102"/>
                  </a:cubicBezTo>
                  <a:close/>
                  <a:moveTo>
                    <a:pt x="2645076" y="1119102"/>
                  </a:moveTo>
                  <a:cubicBezTo>
                    <a:pt x="2666663" y="1119102"/>
                    <a:pt x="2684167" y="1136601"/>
                    <a:pt x="2684167" y="1158188"/>
                  </a:cubicBezTo>
                  <a:cubicBezTo>
                    <a:pt x="2684167" y="1179775"/>
                    <a:pt x="2666663" y="1197263"/>
                    <a:pt x="2645076" y="1197263"/>
                  </a:cubicBezTo>
                  <a:cubicBezTo>
                    <a:pt x="2623490" y="1197263"/>
                    <a:pt x="2605987" y="1179775"/>
                    <a:pt x="2605987" y="1158188"/>
                  </a:cubicBezTo>
                  <a:cubicBezTo>
                    <a:pt x="2605987" y="1136601"/>
                    <a:pt x="2623490" y="1119102"/>
                    <a:pt x="2645076" y="1119102"/>
                  </a:cubicBezTo>
                  <a:close/>
                  <a:moveTo>
                    <a:pt x="2550439" y="1119102"/>
                  </a:moveTo>
                  <a:cubicBezTo>
                    <a:pt x="2572024" y="1119102"/>
                    <a:pt x="2589523" y="1136601"/>
                    <a:pt x="2589523" y="1158188"/>
                  </a:cubicBezTo>
                  <a:cubicBezTo>
                    <a:pt x="2589523" y="1179775"/>
                    <a:pt x="2572024" y="1197263"/>
                    <a:pt x="2550439" y="1197263"/>
                  </a:cubicBezTo>
                  <a:cubicBezTo>
                    <a:pt x="2528851" y="1197263"/>
                    <a:pt x="2511357" y="1179775"/>
                    <a:pt x="2511357" y="1158188"/>
                  </a:cubicBezTo>
                  <a:cubicBezTo>
                    <a:pt x="2511357" y="1136601"/>
                    <a:pt x="2528851" y="1119102"/>
                    <a:pt x="2550439" y="1119102"/>
                  </a:cubicBezTo>
                  <a:close/>
                  <a:moveTo>
                    <a:pt x="2458167" y="1119102"/>
                  </a:moveTo>
                  <a:cubicBezTo>
                    <a:pt x="2479755" y="1119102"/>
                    <a:pt x="2497254" y="1136601"/>
                    <a:pt x="2497254" y="1158188"/>
                  </a:cubicBezTo>
                  <a:cubicBezTo>
                    <a:pt x="2497254" y="1179775"/>
                    <a:pt x="2479755" y="1197263"/>
                    <a:pt x="2458167" y="1197263"/>
                  </a:cubicBezTo>
                  <a:cubicBezTo>
                    <a:pt x="2436589" y="1197263"/>
                    <a:pt x="2419085" y="1179775"/>
                    <a:pt x="2419085" y="1158188"/>
                  </a:cubicBezTo>
                  <a:cubicBezTo>
                    <a:pt x="2419085" y="1136601"/>
                    <a:pt x="2436589" y="1119102"/>
                    <a:pt x="2458167" y="1119102"/>
                  </a:cubicBezTo>
                  <a:close/>
                  <a:moveTo>
                    <a:pt x="1419551" y="1119102"/>
                  </a:moveTo>
                  <a:cubicBezTo>
                    <a:pt x="1441137" y="1119102"/>
                    <a:pt x="1458638" y="1136601"/>
                    <a:pt x="1458638" y="1158188"/>
                  </a:cubicBezTo>
                  <a:cubicBezTo>
                    <a:pt x="1458638" y="1179775"/>
                    <a:pt x="1441137" y="1197263"/>
                    <a:pt x="1419551" y="1197263"/>
                  </a:cubicBezTo>
                  <a:cubicBezTo>
                    <a:pt x="1397958" y="1197263"/>
                    <a:pt x="1380457" y="1179775"/>
                    <a:pt x="1380457" y="1158188"/>
                  </a:cubicBezTo>
                  <a:cubicBezTo>
                    <a:pt x="1380457" y="1136601"/>
                    <a:pt x="1397958" y="1119102"/>
                    <a:pt x="1419551" y="1119102"/>
                  </a:cubicBezTo>
                  <a:close/>
                  <a:moveTo>
                    <a:pt x="1329639" y="1119102"/>
                  </a:moveTo>
                  <a:cubicBezTo>
                    <a:pt x="1351226" y="1119102"/>
                    <a:pt x="1368728" y="1136601"/>
                    <a:pt x="1368728" y="1158188"/>
                  </a:cubicBezTo>
                  <a:cubicBezTo>
                    <a:pt x="1368728" y="1179775"/>
                    <a:pt x="1351226" y="1197263"/>
                    <a:pt x="1329639" y="1197263"/>
                  </a:cubicBezTo>
                  <a:cubicBezTo>
                    <a:pt x="1308055" y="1197263"/>
                    <a:pt x="1290557" y="1179775"/>
                    <a:pt x="1290557" y="1158188"/>
                  </a:cubicBezTo>
                  <a:cubicBezTo>
                    <a:pt x="1290557" y="1136601"/>
                    <a:pt x="1308055" y="1119102"/>
                    <a:pt x="1329639" y="1119102"/>
                  </a:cubicBezTo>
                  <a:close/>
                  <a:moveTo>
                    <a:pt x="1232644" y="1119102"/>
                  </a:moveTo>
                  <a:cubicBezTo>
                    <a:pt x="1254227" y="1119102"/>
                    <a:pt x="1271718" y="1136601"/>
                    <a:pt x="1271718" y="1158188"/>
                  </a:cubicBezTo>
                  <a:cubicBezTo>
                    <a:pt x="1271718" y="1179775"/>
                    <a:pt x="1254227" y="1197263"/>
                    <a:pt x="1232644" y="1197263"/>
                  </a:cubicBezTo>
                  <a:cubicBezTo>
                    <a:pt x="1211054" y="1197263"/>
                    <a:pt x="1193557" y="1179775"/>
                    <a:pt x="1193557" y="1158188"/>
                  </a:cubicBezTo>
                  <a:cubicBezTo>
                    <a:pt x="1193557" y="1136601"/>
                    <a:pt x="1211054" y="1119102"/>
                    <a:pt x="1232644" y="1119102"/>
                  </a:cubicBezTo>
                  <a:close/>
                  <a:moveTo>
                    <a:pt x="1142731" y="1119102"/>
                  </a:moveTo>
                  <a:cubicBezTo>
                    <a:pt x="1164323" y="1119102"/>
                    <a:pt x="1181822" y="1136601"/>
                    <a:pt x="1181822" y="1158188"/>
                  </a:cubicBezTo>
                  <a:cubicBezTo>
                    <a:pt x="1181822" y="1179775"/>
                    <a:pt x="1164323" y="1197263"/>
                    <a:pt x="1142731" y="1197263"/>
                  </a:cubicBezTo>
                  <a:cubicBezTo>
                    <a:pt x="1121139" y="1197263"/>
                    <a:pt x="1103634" y="1179775"/>
                    <a:pt x="1103634" y="1158188"/>
                  </a:cubicBezTo>
                  <a:cubicBezTo>
                    <a:pt x="1103634" y="1136601"/>
                    <a:pt x="1121139" y="1119102"/>
                    <a:pt x="1142731" y="1119102"/>
                  </a:cubicBezTo>
                  <a:close/>
                  <a:moveTo>
                    <a:pt x="1045709" y="1119102"/>
                  </a:moveTo>
                  <a:cubicBezTo>
                    <a:pt x="1067294" y="1119102"/>
                    <a:pt x="1084799" y="1136601"/>
                    <a:pt x="1084799" y="1158188"/>
                  </a:cubicBezTo>
                  <a:cubicBezTo>
                    <a:pt x="1084799" y="1179775"/>
                    <a:pt x="1067294" y="1197263"/>
                    <a:pt x="1045709" y="1197263"/>
                  </a:cubicBezTo>
                  <a:cubicBezTo>
                    <a:pt x="1024126" y="1197263"/>
                    <a:pt x="1006627" y="1179775"/>
                    <a:pt x="1006627" y="1158188"/>
                  </a:cubicBezTo>
                  <a:cubicBezTo>
                    <a:pt x="1006627" y="1136601"/>
                    <a:pt x="1024126" y="1119102"/>
                    <a:pt x="1045709" y="1119102"/>
                  </a:cubicBezTo>
                  <a:close/>
                  <a:moveTo>
                    <a:pt x="951081" y="1119102"/>
                  </a:moveTo>
                  <a:cubicBezTo>
                    <a:pt x="972665" y="1119102"/>
                    <a:pt x="990163" y="1136601"/>
                    <a:pt x="990163" y="1158188"/>
                  </a:cubicBezTo>
                  <a:cubicBezTo>
                    <a:pt x="990163" y="1179775"/>
                    <a:pt x="972665" y="1197263"/>
                    <a:pt x="951081" y="1197263"/>
                  </a:cubicBezTo>
                  <a:cubicBezTo>
                    <a:pt x="929496" y="1197263"/>
                    <a:pt x="911999" y="1179775"/>
                    <a:pt x="911999" y="1158188"/>
                  </a:cubicBezTo>
                  <a:cubicBezTo>
                    <a:pt x="911999" y="1136601"/>
                    <a:pt x="929496" y="1119102"/>
                    <a:pt x="951081" y="1119102"/>
                  </a:cubicBezTo>
                  <a:close/>
                  <a:moveTo>
                    <a:pt x="856453" y="1119102"/>
                  </a:moveTo>
                  <a:cubicBezTo>
                    <a:pt x="878037" y="1119102"/>
                    <a:pt x="895535" y="1136601"/>
                    <a:pt x="895535" y="1158188"/>
                  </a:cubicBezTo>
                  <a:cubicBezTo>
                    <a:pt x="895535" y="1179775"/>
                    <a:pt x="878037" y="1197263"/>
                    <a:pt x="856453" y="1197263"/>
                  </a:cubicBezTo>
                  <a:cubicBezTo>
                    <a:pt x="834868" y="1197263"/>
                    <a:pt x="817371" y="1179775"/>
                    <a:pt x="817371" y="1158188"/>
                  </a:cubicBezTo>
                  <a:cubicBezTo>
                    <a:pt x="817371" y="1136601"/>
                    <a:pt x="834868" y="1119102"/>
                    <a:pt x="856453" y="1119102"/>
                  </a:cubicBezTo>
                  <a:close/>
                  <a:moveTo>
                    <a:pt x="764190" y="1119102"/>
                  </a:moveTo>
                  <a:cubicBezTo>
                    <a:pt x="785775" y="1119102"/>
                    <a:pt x="803273" y="1136601"/>
                    <a:pt x="803273" y="1158188"/>
                  </a:cubicBezTo>
                  <a:cubicBezTo>
                    <a:pt x="803273" y="1179775"/>
                    <a:pt x="785775" y="1197263"/>
                    <a:pt x="764190" y="1197263"/>
                  </a:cubicBezTo>
                  <a:cubicBezTo>
                    <a:pt x="742599" y="1197263"/>
                    <a:pt x="725108" y="1179775"/>
                    <a:pt x="725108" y="1158188"/>
                  </a:cubicBezTo>
                  <a:cubicBezTo>
                    <a:pt x="725108" y="1136601"/>
                    <a:pt x="742599" y="1119102"/>
                    <a:pt x="764190" y="1119102"/>
                  </a:cubicBezTo>
                  <a:close/>
                  <a:moveTo>
                    <a:pt x="669546" y="1119102"/>
                  </a:moveTo>
                  <a:cubicBezTo>
                    <a:pt x="691146" y="1119102"/>
                    <a:pt x="708645" y="1136601"/>
                    <a:pt x="708645" y="1158188"/>
                  </a:cubicBezTo>
                  <a:cubicBezTo>
                    <a:pt x="708645" y="1179775"/>
                    <a:pt x="691146" y="1197263"/>
                    <a:pt x="669546" y="1197263"/>
                  </a:cubicBezTo>
                  <a:cubicBezTo>
                    <a:pt x="647970" y="1197263"/>
                    <a:pt x="630466" y="1179775"/>
                    <a:pt x="630466" y="1158188"/>
                  </a:cubicBezTo>
                  <a:cubicBezTo>
                    <a:pt x="630466" y="1136601"/>
                    <a:pt x="647970" y="1119102"/>
                    <a:pt x="669546" y="1119102"/>
                  </a:cubicBezTo>
                  <a:close/>
                  <a:moveTo>
                    <a:pt x="111145" y="1119102"/>
                  </a:moveTo>
                  <a:cubicBezTo>
                    <a:pt x="132732" y="1119102"/>
                    <a:pt x="150233" y="1136602"/>
                    <a:pt x="150233" y="1158188"/>
                  </a:cubicBezTo>
                  <a:cubicBezTo>
                    <a:pt x="150233" y="1179776"/>
                    <a:pt x="132732" y="1197263"/>
                    <a:pt x="111145" y="1197263"/>
                  </a:cubicBezTo>
                  <a:cubicBezTo>
                    <a:pt x="89558" y="1197263"/>
                    <a:pt x="72060" y="1179776"/>
                    <a:pt x="72060" y="1158188"/>
                  </a:cubicBezTo>
                  <a:cubicBezTo>
                    <a:pt x="72060" y="1136602"/>
                    <a:pt x="89558" y="1119102"/>
                    <a:pt x="111145" y="1119102"/>
                  </a:cubicBezTo>
                  <a:close/>
                  <a:moveTo>
                    <a:pt x="24845" y="1037379"/>
                  </a:moveTo>
                  <a:lnTo>
                    <a:pt x="44149" y="1045374"/>
                  </a:lnTo>
                  <a:cubicBezTo>
                    <a:pt x="51222" y="1052447"/>
                    <a:pt x="55597" y="1062219"/>
                    <a:pt x="55597" y="1073013"/>
                  </a:cubicBezTo>
                  <a:cubicBezTo>
                    <a:pt x="55597" y="1094599"/>
                    <a:pt x="38097" y="1112099"/>
                    <a:pt x="16510" y="1112099"/>
                  </a:cubicBezTo>
                  <a:lnTo>
                    <a:pt x="0" y="1105261"/>
                  </a:lnTo>
                  <a:close/>
                  <a:moveTo>
                    <a:pt x="3679017" y="1033926"/>
                  </a:moveTo>
                  <a:cubicBezTo>
                    <a:pt x="3700604" y="1033926"/>
                    <a:pt x="3718103" y="1051425"/>
                    <a:pt x="3718103" y="1073013"/>
                  </a:cubicBezTo>
                  <a:cubicBezTo>
                    <a:pt x="3718103" y="1094599"/>
                    <a:pt x="3700604" y="1112099"/>
                    <a:pt x="3679017" y="1112099"/>
                  </a:cubicBezTo>
                  <a:cubicBezTo>
                    <a:pt x="3657429" y="1112099"/>
                    <a:pt x="3639929" y="1094599"/>
                    <a:pt x="3639929" y="1073013"/>
                  </a:cubicBezTo>
                  <a:cubicBezTo>
                    <a:pt x="3639929" y="1051425"/>
                    <a:pt x="3657429" y="1033926"/>
                    <a:pt x="3679017" y="1033926"/>
                  </a:cubicBezTo>
                  <a:close/>
                  <a:moveTo>
                    <a:pt x="3584377" y="1033926"/>
                  </a:moveTo>
                  <a:cubicBezTo>
                    <a:pt x="3605964" y="1033926"/>
                    <a:pt x="3623463" y="1051425"/>
                    <a:pt x="3623463" y="1073013"/>
                  </a:cubicBezTo>
                  <a:cubicBezTo>
                    <a:pt x="3623463" y="1094599"/>
                    <a:pt x="3605964" y="1112099"/>
                    <a:pt x="3584377" y="1112099"/>
                  </a:cubicBezTo>
                  <a:cubicBezTo>
                    <a:pt x="3562789" y="1112099"/>
                    <a:pt x="3545289" y="1094599"/>
                    <a:pt x="3545289" y="1073013"/>
                  </a:cubicBezTo>
                  <a:cubicBezTo>
                    <a:pt x="3545289" y="1051425"/>
                    <a:pt x="3562789" y="1033926"/>
                    <a:pt x="3584377" y="1033926"/>
                  </a:cubicBezTo>
                  <a:close/>
                  <a:moveTo>
                    <a:pt x="3489737" y="1033926"/>
                  </a:moveTo>
                  <a:cubicBezTo>
                    <a:pt x="3511324" y="1033926"/>
                    <a:pt x="3528823" y="1051425"/>
                    <a:pt x="3528823" y="1073013"/>
                  </a:cubicBezTo>
                  <a:cubicBezTo>
                    <a:pt x="3528823" y="1094599"/>
                    <a:pt x="3511324" y="1112099"/>
                    <a:pt x="3489737" y="1112099"/>
                  </a:cubicBezTo>
                  <a:cubicBezTo>
                    <a:pt x="3468149" y="1112099"/>
                    <a:pt x="3450649" y="1094599"/>
                    <a:pt x="3450649" y="1073013"/>
                  </a:cubicBezTo>
                  <a:cubicBezTo>
                    <a:pt x="3450649" y="1051425"/>
                    <a:pt x="3468149" y="1033926"/>
                    <a:pt x="3489737" y="1033926"/>
                  </a:cubicBezTo>
                  <a:close/>
                  <a:moveTo>
                    <a:pt x="3392731" y="1033926"/>
                  </a:moveTo>
                  <a:cubicBezTo>
                    <a:pt x="3414319" y="1033926"/>
                    <a:pt x="3431819" y="1051425"/>
                    <a:pt x="3431819" y="1073013"/>
                  </a:cubicBezTo>
                  <a:cubicBezTo>
                    <a:pt x="3431819" y="1094599"/>
                    <a:pt x="3414319" y="1112099"/>
                    <a:pt x="3392731" y="1112099"/>
                  </a:cubicBezTo>
                  <a:cubicBezTo>
                    <a:pt x="3371144" y="1112099"/>
                    <a:pt x="3353644" y="1094599"/>
                    <a:pt x="3353644" y="1073013"/>
                  </a:cubicBezTo>
                  <a:cubicBezTo>
                    <a:pt x="3353644" y="1051425"/>
                    <a:pt x="3371144" y="1033926"/>
                    <a:pt x="3392731" y="1033926"/>
                  </a:cubicBezTo>
                  <a:close/>
                  <a:moveTo>
                    <a:pt x="3300455" y="1033926"/>
                  </a:moveTo>
                  <a:cubicBezTo>
                    <a:pt x="3322043" y="1033926"/>
                    <a:pt x="3339543" y="1051425"/>
                    <a:pt x="3339543" y="1073013"/>
                  </a:cubicBezTo>
                  <a:cubicBezTo>
                    <a:pt x="3339543" y="1094599"/>
                    <a:pt x="3322043" y="1112099"/>
                    <a:pt x="3300455" y="1112099"/>
                  </a:cubicBezTo>
                  <a:cubicBezTo>
                    <a:pt x="3278868" y="1112099"/>
                    <a:pt x="3261368" y="1094599"/>
                    <a:pt x="3261368" y="1073013"/>
                  </a:cubicBezTo>
                  <a:cubicBezTo>
                    <a:pt x="3261368" y="1051425"/>
                    <a:pt x="3278868" y="1033926"/>
                    <a:pt x="3300455" y="1033926"/>
                  </a:cubicBezTo>
                  <a:close/>
                  <a:moveTo>
                    <a:pt x="3205815" y="1033926"/>
                  </a:moveTo>
                  <a:cubicBezTo>
                    <a:pt x="3227403" y="1033926"/>
                    <a:pt x="3244903" y="1051425"/>
                    <a:pt x="3244903" y="1073013"/>
                  </a:cubicBezTo>
                  <a:cubicBezTo>
                    <a:pt x="3244903" y="1094599"/>
                    <a:pt x="3227403" y="1112099"/>
                    <a:pt x="3205815" y="1112099"/>
                  </a:cubicBezTo>
                  <a:cubicBezTo>
                    <a:pt x="3184228" y="1112099"/>
                    <a:pt x="3166728" y="1094599"/>
                    <a:pt x="3166728" y="1073013"/>
                  </a:cubicBezTo>
                  <a:cubicBezTo>
                    <a:pt x="3166728" y="1051425"/>
                    <a:pt x="3184228" y="1033926"/>
                    <a:pt x="3205815" y="1033926"/>
                  </a:cubicBezTo>
                  <a:close/>
                  <a:moveTo>
                    <a:pt x="3111175" y="1033926"/>
                  </a:moveTo>
                  <a:cubicBezTo>
                    <a:pt x="3132763" y="1033926"/>
                    <a:pt x="3150263" y="1051425"/>
                    <a:pt x="3150263" y="1073013"/>
                  </a:cubicBezTo>
                  <a:cubicBezTo>
                    <a:pt x="3150263" y="1094599"/>
                    <a:pt x="3132763" y="1112099"/>
                    <a:pt x="3111175" y="1112099"/>
                  </a:cubicBezTo>
                  <a:cubicBezTo>
                    <a:pt x="3089588" y="1112099"/>
                    <a:pt x="3072088" y="1094599"/>
                    <a:pt x="3072088" y="1073013"/>
                  </a:cubicBezTo>
                  <a:cubicBezTo>
                    <a:pt x="3072088" y="1051425"/>
                    <a:pt x="3089588" y="1033926"/>
                    <a:pt x="3111175" y="1033926"/>
                  </a:cubicBezTo>
                  <a:close/>
                  <a:moveTo>
                    <a:pt x="3018902" y="1033926"/>
                  </a:moveTo>
                  <a:cubicBezTo>
                    <a:pt x="3040489" y="1033926"/>
                    <a:pt x="3057989" y="1051425"/>
                    <a:pt x="3057989" y="1073013"/>
                  </a:cubicBezTo>
                  <a:cubicBezTo>
                    <a:pt x="3057989" y="1094599"/>
                    <a:pt x="3040489" y="1112099"/>
                    <a:pt x="3018902" y="1112099"/>
                  </a:cubicBezTo>
                  <a:cubicBezTo>
                    <a:pt x="2997315" y="1112099"/>
                    <a:pt x="2979815" y="1094599"/>
                    <a:pt x="2979815" y="1073013"/>
                  </a:cubicBezTo>
                  <a:cubicBezTo>
                    <a:pt x="2979815" y="1051425"/>
                    <a:pt x="2997315" y="1033926"/>
                    <a:pt x="3018902" y="1033926"/>
                  </a:cubicBezTo>
                  <a:close/>
                  <a:moveTo>
                    <a:pt x="2924263" y="1033926"/>
                  </a:moveTo>
                  <a:cubicBezTo>
                    <a:pt x="2945850" y="1033926"/>
                    <a:pt x="2963349" y="1051425"/>
                    <a:pt x="2963349" y="1073013"/>
                  </a:cubicBezTo>
                  <a:cubicBezTo>
                    <a:pt x="2963349" y="1094599"/>
                    <a:pt x="2945850" y="1112099"/>
                    <a:pt x="2924263" y="1112099"/>
                  </a:cubicBezTo>
                  <a:cubicBezTo>
                    <a:pt x="2902675" y="1112099"/>
                    <a:pt x="2885175" y="1094599"/>
                    <a:pt x="2885175" y="1073013"/>
                  </a:cubicBezTo>
                  <a:cubicBezTo>
                    <a:pt x="2885175" y="1051425"/>
                    <a:pt x="2902675" y="1033926"/>
                    <a:pt x="2924263" y="1033926"/>
                  </a:cubicBezTo>
                  <a:close/>
                  <a:moveTo>
                    <a:pt x="2831987" y="1033926"/>
                  </a:moveTo>
                  <a:cubicBezTo>
                    <a:pt x="2853574" y="1033926"/>
                    <a:pt x="2871074" y="1051425"/>
                    <a:pt x="2871074" y="1073013"/>
                  </a:cubicBezTo>
                  <a:cubicBezTo>
                    <a:pt x="2871074" y="1094599"/>
                    <a:pt x="2853574" y="1112099"/>
                    <a:pt x="2831987" y="1112099"/>
                  </a:cubicBezTo>
                  <a:cubicBezTo>
                    <a:pt x="2810400" y="1112099"/>
                    <a:pt x="2792900" y="1094599"/>
                    <a:pt x="2792900" y="1073013"/>
                  </a:cubicBezTo>
                  <a:cubicBezTo>
                    <a:pt x="2792900" y="1051425"/>
                    <a:pt x="2810400" y="1033926"/>
                    <a:pt x="2831987" y="1033926"/>
                  </a:cubicBezTo>
                  <a:close/>
                  <a:moveTo>
                    <a:pt x="2737368" y="1033926"/>
                  </a:moveTo>
                  <a:cubicBezTo>
                    <a:pt x="2758934" y="1033926"/>
                    <a:pt x="2776434" y="1051425"/>
                    <a:pt x="2776434" y="1073013"/>
                  </a:cubicBezTo>
                  <a:cubicBezTo>
                    <a:pt x="2776434" y="1094599"/>
                    <a:pt x="2758934" y="1112099"/>
                    <a:pt x="2737368" y="1112099"/>
                  </a:cubicBezTo>
                  <a:cubicBezTo>
                    <a:pt x="2715775" y="1112099"/>
                    <a:pt x="2698271" y="1094599"/>
                    <a:pt x="2698271" y="1073013"/>
                  </a:cubicBezTo>
                  <a:cubicBezTo>
                    <a:pt x="2698271" y="1051425"/>
                    <a:pt x="2715775" y="1033926"/>
                    <a:pt x="2737368" y="1033926"/>
                  </a:cubicBezTo>
                  <a:close/>
                  <a:moveTo>
                    <a:pt x="2645074" y="1033926"/>
                  </a:moveTo>
                  <a:cubicBezTo>
                    <a:pt x="2666662" y="1033926"/>
                    <a:pt x="2684167" y="1051425"/>
                    <a:pt x="2684167" y="1073013"/>
                  </a:cubicBezTo>
                  <a:cubicBezTo>
                    <a:pt x="2684167" y="1094599"/>
                    <a:pt x="2666662" y="1112099"/>
                    <a:pt x="2645074" y="1112099"/>
                  </a:cubicBezTo>
                  <a:cubicBezTo>
                    <a:pt x="2623489" y="1112099"/>
                    <a:pt x="2605987" y="1094599"/>
                    <a:pt x="2605987" y="1073013"/>
                  </a:cubicBezTo>
                  <a:cubicBezTo>
                    <a:pt x="2605987" y="1051425"/>
                    <a:pt x="2623489" y="1033926"/>
                    <a:pt x="2645074" y="1033926"/>
                  </a:cubicBezTo>
                  <a:close/>
                  <a:moveTo>
                    <a:pt x="2550439" y="1033926"/>
                  </a:moveTo>
                  <a:cubicBezTo>
                    <a:pt x="2572024" y="1033926"/>
                    <a:pt x="2589524" y="1051425"/>
                    <a:pt x="2589524" y="1073013"/>
                  </a:cubicBezTo>
                  <a:cubicBezTo>
                    <a:pt x="2589524" y="1094599"/>
                    <a:pt x="2572024" y="1112099"/>
                    <a:pt x="2550439" y="1112099"/>
                  </a:cubicBezTo>
                  <a:cubicBezTo>
                    <a:pt x="2528852" y="1112099"/>
                    <a:pt x="2511357" y="1094599"/>
                    <a:pt x="2511357" y="1073013"/>
                  </a:cubicBezTo>
                  <a:cubicBezTo>
                    <a:pt x="2511357" y="1051425"/>
                    <a:pt x="2528852" y="1033926"/>
                    <a:pt x="2550439" y="1033926"/>
                  </a:cubicBezTo>
                  <a:close/>
                  <a:moveTo>
                    <a:pt x="2458167" y="1033926"/>
                  </a:moveTo>
                  <a:cubicBezTo>
                    <a:pt x="2479755" y="1033926"/>
                    <a:pt x="2497254" y="1051425"/>
                    <a:pt x="2497254" y="1073013"/>
                  </a:cubicBezTo>
                  <a:cubicBezTo>
                    <a:pt x="2497254" y="1094599"/>
                    <a:pt x="2479755" y="1112099"/>
                    <a:pt x="2458167" y="1112099"/>
                  </a:cubicBezTo>
                  <a:cubicBezTo>
                    <a:pt x="2436589" y="1112099"/>
                    <a:pt x="2419085" y="1094599"/>
                    <a:pt x="2419085" y="1073013"/>
                  </a:cubicBezTo>
                  <a:cubicBezTo>
                    <a:pt x="2419085" y="1051425"/>
                    <a:pt x="2436589" y="1033926"/>
                    <a:pt x="2458167" y="1033926"/>
                  </a:cubicBezTo>
                  <a:close/>
                  <a:moveTo>
                    <a:pt x="2363531" y="1033926"/>
                  </a:moveTo>
                  <a:cubicBezTo>
                    <a:pt x="2385121" y="1033926"/>
                    <a:pt x="2402615" y="1051425"/>
                    <a:pt x="2402615" y="1073013"/>
                  </a:cubicBezTo>
                  <a:cubicBezTo>
                    <a:pt x="2402615" y="1094599"/>
                    <a:pt x="2385121" y="1112099"/>
                    <a:pt x="2363531" y="1112099"/>
                  </a:cubicBezTo>
                  <a:cubicBezTo>
                    <a:pt x="2341947" y="1112099"/>
                    <a:pt x="2324444" y="1094599"/>
                    <a:pt x="2324444" y="1073013"/>
                  </a:cubicBezTo>
                  <a:cubicBezTo>
                    <a:pt x="2324444" y="1051425"/>
                    <a:pt x="2341947" y="1033926"/>
                    <a:pt x="2363531" y="1033926"/>
                  </a:cubicBezTo>
                  <a:close/>
                  <a:moveTo>
                    <a:pt x="1419556" y="1033926"/>
                  </a:moveTo>
                  <a:cubicBezTo>
                    <a:pt x="1441140" y="1033926"/>
                    <a:pt x="1458643" y="1051425"/>
                    <a:pt x="1458643" y="1073013"/>
                  </a:cubicBezTo>
                  <a:cubicBezTo>
                    <a:pt x="1458643" y="1094599"/>
                    <a:pt x="1441140" y="1112099"/>
                    <a:pt x="1419556" y="1112099"/>
                  </a:cubicBezTo>
                  <a:cubicBezTo>
                    <a:pt x="1397963" y="1112099"/>
                    <a:pt x="1380461" y="1094599"/>
                    <a:pt x="1380461" y="1073013"/>
                  </a:cubicBezTo>
                  <a:cubicBezTo>
                    <a:pt x="1380461" y="1051425"/>
                    <a:pt x="1397963" y="1033926"/>
                    <a:pt x="1419556" y="1033926"/>
                  </a:cubicBezTo>
                  <a:close/>
                  <a:moveTo>
                    <a:pt x="1329642" y="1033926"/>
                  </a:moveTo>
                  <a:cubicBezTo>
                    <a:pt x="1351228" y="1033926"/>
                    <a:pt x="1368731" y="1051425"/>
                    <a:pt x="1368731" y="1073013"/>
                  </a:cubicBezTo>
                  <a:cubicBezTo>
                    <a:pt x="1368731" y="1094599"/>
                    <a:pt x="1351228" y="1112099"/>
                    <a:pt x="1329642" y="1112099"/>
                  </a:cubicBezTo>
                  <a:cubicBezTo>
                    <a:pt x="1308059" y="1112099"/>
                    <a:pt x="1290561" y="1094599"/>
                    <a:pt x="1290561" y="1073013"/>
                  </a:cubicBezTo>
                  <a:cubicBezTo>
                    <a:pt x="1290561" y="1051425"/>
                    <a:pt x="1308059" y="1033926"/>
                    <a:pt x="1329642" y="1033926"/>
                  </a:cubicBezTo>
                  <a:close/>
                  <a:moveTo>
                    <a:pt x="1232649" y="1033926"/>
                  </a:moveTo>
                  <a:cubicBezTo>
                    <a:pt x="1254235" y="1033926"/>
                    <a:pt x="1271722" y="1051425"/>
                    <a:pt x="1271722" y="1073013"/>
                  </a:cubicBezTo>
                  <a:cubicBezTo>
                    <a:pt x="1271722" y="1094599"/>
                    <a:pt x="1254235" y="1112099"/>
                    <a:pt x="1232649" y="1112099"/>
                  </a:cubicBezTo>
                  <a:cubicBezTo>
                    <a:pt x="1211058" y="1112099"/>
                    <a:pt x="1193565" y="1094599"/>
                    <a:pt x="1193565" y="1073013"/>
                  </a:cubicBezTo>
                  <a:cubicBezTo>
                    <a:pt x="1193565" y="1051425"/>
                    <a:pt x="1211058" y="1033926"/>
                    <a:pt x="1232649" y="1033926"/>
                  </a:cubicBezTo>
                  <a:close/>
                  <a:moveTo>
                    <a:pt x="1142736" y="1033926"/>
                  </a:moveTo>
                  <a:cubicBezTo>
                    <a:pt x="1164329" y="1033926"/>
                    <a:pt x="1181828" y="1051425"/>
                    <a:pt x="1181828" y="1073013"/>
                  </a:cubicBezTo>
                  <a:cubicBezTo>
                    <a:pt x="1181828" y="1094599"/>
                    <a:pt x="1164329" y="1112099"/>
                    <a:pt x="1142736" y="1112099"/>
                  </a:cubicBezTo>
                  <a:cubicBezTo>
                    <a:pt x="1121143" y="1112099"/>
                    <a:pt x="1103639" y="1094599"/>
                    <a:pt x="1103639" y="1073013"/>
                  </a:cubicBezTo>
                  <a:cubicBezTo>
                    <a:pt x="1103639" y="1051425"/>
                    <a:pt x="1121143" y="1033926"/>
                    <a:pt x="1142736" y="1033926"/>
                  </a:cubicBezTo>
                  <a:close/>
                  <a:moveTo>
                    <a:pt x="1045712" y="1033926"/>
                  </a:moveTo>
                  <a:cubicBezTo>
                    <a:pt x="1067297" y="1033926"/>
                    <a:pt x="1084802" y="1051425"/>
                    <a:pt x="1084802" y="1073013"/>
                  </a:cubicBezTo>
                  <a:cubicBezTo>
                    <a:pt x="1084802" y="1094599"/>
                    <a:pt x="1067297" y="1112099"/>
                    <a:pt x="1045712" y="1112099"/>
                  </a:cubicBezTo>
                  <a:cubicBezTo>
                    <a:pt x="1024128" y="1112099"/>
                    <a:pt x="1006631" y="1094599"/>
                    <a:pt x="1006631" y="1073013"/>
                  </a:cubicBezTo>
                  <a:cubicBezTo>
                    <a:pt x="1006631" y="1051425"/>
                    <a:pt x="1024128" y="1033926"/>
                    <a:pt x="1045712" y="1033926"/>
                  </a:cubicBezTo>
                  <a:close/>
                  <a:moveTo>
                    <a:pt x="951085" y="1033926"/>
                  </a:moveTo>
                  <a:cubicBezTo>
                    <a:pt x="972669" y="1033926"/>
                    <a:pt x="990166" y="1051425"/>
                    <a:pt x="990166" y="1073013"/>
                  </a:cubicBezTo>
                  <a:cubicBezTo>
                    <a:pt x="990166" y="1094599"/>
                    <a:pt x="972669" y="1112099"/>
                    <a:pt x="951085" y="1112099"/>
                  </a:cubicBezTo>
                  <a:cubicBezTo>
                    <a:pt x="929501" y="1112099"/>
                    <a:pt x="912003" y="1094599"/>
                    <a:pt x="912003" y="1073013"/>
                  </a:cubicBezTo>
                  <a:cubicBezTo>
                    <a:pt x="912003" y="1051425"/>
                    <a:pt x="929501" y="1033926"/>
                    <a:pt x="951085" y="1033926"/>
                  </a:cubicBezTo>
                  <a:close/>
                  <a:moveTo>
                    <a:pt x="856458" y="1033926"/>
                  </a:moveTo>
                  <a:cubicBezTo>
                    <a:pt x="878042" y="1033926"/>
                    <a:pt x="895540" y="1051425"/>
                    <a:pt x="895540" y="1073013"/>
                  </a:cubicBezTo>
                  <a:cubicBezTo>
                    <a:pt x="895540" y="1094599"/>
                    <a:pt x="878042" y="1112099"/>
                    <a:pt x="856458" y="1112099"/>
                  </a:cubicBezTo>
                  <a:cubicBezTo>
                    <a:pt x="834874" y="1112099"/>
                    <a:pt x="817376" y="1094599"/>
                    <a:pt x="817376" y="1073013"/>
                  </a:cubicBezTo>
                  <a:cubicBezTo>
                    <a:pt x="817376" y="1051425"/>
                    <a:pt x="834874" y="1033926"/>
                    <a:pt x="856458" y="1033926"/>
                  </a:cubicBezTo>
                  <a:close/>
                  <a:moveTo>
                    <a:pt x="764197" y="1033926"/>
                  </a:moveTo>
                  <a:cubicBezTo>
                    <a:pt x="785781" y="1033926"/>
                    <a:pt x="803279" y="1051425"/>
                    <a:pt x="803279" y="1073013"/>
                  </a:cubicBezTo>
                  <a:cubicBezTo>
                    <a:pt x="803279" y="1094599"/>
                    <a:pt x="785781" y="1112099"/>
                    <a:pt x="764197" y="1112099"/>
                  </a:cubicBezTo>
                  <a:cubicBezTo>
                    <a:pt x="742604" y="1112099"/>
                    <a:pt x="725113" y="1094599"/>
                    <a:pt x="725113" y="1073013"/>
                  </a:cubicBezTo>
                  <a:cubicBezTo>
                    <a:pt x="725113" y="1051425"/>
                    <a:pt x="742604" y="1033926"/>
                    <a:pt x="764197" y="1033926"/>
                  </a:cubicBezTo>
                  <a:close/>
                  <a:moveTo>
                    <a:pt x="669546" y="1033926"/>
                  </a:moveTo>
                  <a:cubicBezTo>
                    <a:pt x="691152" y="1033926"/>
                    <a:pt x="708650" y="1051425"/>
                    <a:pt x="708650" y="1073013"/>
                  </a:cubicBezTo>
                  <a:cubicBezTo>
                    <a:pt x="708650" y="1094599"/>
                    <a:pt x="691152" y="1112099"/>
                    <a:pt x="669546" y="1112099"/>
                  </a:cubicBezTo>
                  <a:cubicBezTo>
                    <a:pt x="647977" y="1112099"/>
                    <a:pt x="630473" y="1094599"/>
                    <a:pt x="630473" y="1073013"/>
                  </a:cubicBezTo>
                  <a:cubicBezTo>
                    <a:pt x="630473" y="1051425"/>
                    <a:pt x="647977" y="1033926"/>
                    <a:pt x="669546" y="1033926"/>
                  </a:cubicBezTo>
                  <a:close/>
                  <a:moveTo>
                    <a:pt x="577271" y="1033926"/>
                  </a:moveTo>
                  <a:cubicBezTo>
                    <a:pt x="598864" y="1033926"/>
                    <a:pt x="616368" y="1051425"/>
                    <a:pt x="616368" y="1073013"/>
                  </a:cubicBezTo>
                  <a:cubicBezTo>
                    <a:pt x="616368" y="1094599"/>
                    <a:pt x="598864" y="1112099"/>
                    <a:pt x="577271" y="1112099"/>
                  </a:cubicBezTo>
                  <a:cubicBezTo>
                    <a:pt x="555678" y="1112099"/>
                    <a:pt x="538174" y="1094599"/>
                    <a:pt x="538174" y="1073013"/>
                  </a:cubicBezTo>
                  <a:cubicBezTo>
                    <a:pt x="538174" y="1051425"/>
                    <a:pt x="555678" y="1033926"/>
                    <a:pt x="577271" y="1033926"/>
                  </a:cubicBezTo>
                  <a:close/>
                  <a:moveTo>
                    <a:pt x="484984" y="1033926"/>
                  </a:moveTo>
                  <a:cubicBezTo>
                    <a:pt x="506570" y="1033926"/>
                    <a:pt x="524069" y="1051425"/>
                    <a:pt x="524069" y="1073013"/>
                  </a:cubicBezTo>
                  <a:cubicBezTo>
                    <a:pt x="524069" y="1094599"/>
                    <a:pt x="506570" y="1112099"/>
                    <a:pt x="484984" y="1112099"/>
                  </a:cubicBezTo>
                  <a:cubicBezTo>
                    <a:pt x="463388" y="1112099"/>
                    <a:pt x="445908" y="1094599"/>
                    <a:pt x="445908" y="1073013"/>
                  </a:cubicBezTo>
                  <a:cubicBezTo>
                    <a:pt x="445908" y="1051425"/>
                    <a:pt x="463388" y="1033926"/>
                    <a:pt x="484984" y="1033926"/>
                  </a:cubicBezTo>
                  <a:close/>
                  <a:moveTo>
                    <a:pt x="390337" y="1033926"/>
                  </a:moveTo>
                  <a:cubicBezTo>
                    <a:pt x="411922" y="1033926"/>
                    <a:pt x="429437" y="1051425"/>
                    <a:pt x="429437" y="1073013"/>
                  </a:cubicBezTo>
                  <a:cubicBezTo>
                    <a:pt x="429437" y="1094599"/>
                    <a:pt x="411922" y="1112099"/>
                    <a:pt x="390337" y="1112099"/>
                  </a:cubicBezTo>
                  <a:cubicBezTo>
                    <a:pt x="368768" y="1112099"/>
                    <a:pt x="351267" y="1094599"/>
                    <a:pt x="351267" y="1073013"/>
                  </a:cubicBezTo>
                  <a:cubicBezTo>
                    <a:pt x="351267" y="1051425"/>
                    <a:pt x="368768" y="1033926"/>
                    <a:pt x="390337" y="1033926"/>
                  </a:cubicBezTo>
                  <a:close/>
                  <a:moveTo>
                    <a:pt x="298068" y="1033926"/>
                  </a:moveTo>
                  <a:cubicBezTo>
                    <a:pt x="319650" y="1033926"/>
                    <a:pt x="337166" y="1051425"/>
                    <a:pt x="337166" y="1073013"/>
                  </a:cubicBezTo>
                  <a:cubicBezTo>
                    <a:pt x="337166" y="1094599"/>
                    <a:pt x="319650" y="1112099"/>
                    <a:pt x="298068" y="1112099"/>
                  </a:cubicBezTo>
                  <a:cubicBezTo>
                    <a:pt x="276478" y="1112099"/>
                    <a:pt x="258978" y="1094599"/>
                    <a:pt x="258978" y="1073013"/>
                  </a:cubicBezTo>
                  <a:cubicBezTo>
                    <a:pt x="258978" y="1051425"/>
                    <a:pt x="276478" y="1033926"/>
                    <a:pt x="298068" y="1033926"/>
                  </a:cubicBezTo>
                  <a:close/>
                  <a:moveTo>
                    <a:pt x="203423" y="1033926"/>
                  </a:moveTo>
                  <a:cubicBezTo>
                    <a:pt x="225013" y="1033926"/>
                    <a:pt x="242512" y="1051425"/>
                    <a:pt x="242512" y="1073013"/>
                  </a:cubicBezTo>
                  <a:cubicBezTo>
                    <a:pt x="242512" y="1094599"/>
                    <a:pt x="225013" y="1112099"/>
                    <a:pt x="203423" y="1112099"/>
                  </a:cubicBezTo>
                  <a:cubicBezTo>
                    <a:pt x="181837" y="1112099"/>
                    <a:pt x="164337" y="1094599"/>
                    <a:pt x="164337" y="1073013"/>
                  </a:cubicBezTo>
                  <a:cubicBezTo>
                    <a:pt x="164337" y="1051425"/>
                    <a:pt x="181837" y="1033926"/>
                    <a:pt x="203423" y="1033926"/>
                  </a:cubicBezTo>
                  <a:close/>
                  <a:moveTo>
                    <a:pt x="111150" y="1033926"/>
                  </a:moveTo>
                  <a:cubicBezTo>
                    <a:pt x="132737" y="1033926"/>
                    <a:pt x="150237" y="1051425"/>
                    <a:pt x="150237" y="1073013"/>
                  </a:cubicBezTo>
                  <a:cubicBezTo>
                    <a:pt x="150237" y="1094599"/>
                    <a:pt x="132737" y="1112099"/>
                    <a:pt x="111150" y="1112099"/>
                  </a:cubicBezTo>
                  <a:cubicBezTo>
                    <a:pt x="89563" y="1112099"/>
                    <a:pt x="72064" y="1094599"/>
                    <a:pt x="72064" y="1073013"/>
                  </a:cubicBezTo>
                  <a:cubicBezTo>
                    <a:pt x="72064" y="1051425"/>
                    <a:pt x="89563" y="1033926"/>
                    <a:pt x="111150" y="1033926"/>
                  </a:cubicBezTo>
                  <a:close/>
                  <a:moveTo>
                    <a:pt x="51905" y="976551"/>
                  </a:moveTo>
                  <a:lnTo>
                    <a:pt x="55600" y="985473"/>
                  </a:lnTo>
                  <a:cubicBezTo>
                    <a:pt x="55600" y="996267"/>
                    <a:pt x="51225" y="1006038"/>
                    <a:pt x="44152" y="1013112"/>
                  </a:cubicBezTo>
                  <a:lnTo>
                    <a:pt x="31864" y="1018202"/>
                  </a:lnTo>
                  <a:lnTo>
                    <a:pt x="31938" y="1017999"/>
                  </a:lnTo>
                  <a:close/>
                  <a:moveTo>
                    <a:pt x="3672511" y="949081"/>
                  </a:moveTo>
                  <a:lnTo>
                    <a:pt x="3703905" y="1014251"/>
                  </a:lnTo>
                  <a:lnTo>
                    <a:pt x="3679017" y="1024560"/>
                  </a:lnTo>
                  <a:cubicBezTo>
                    <a:pt x="3657429" y="1024560"/>
                    <a:pt x="3639929" y="1007060"/>
                    <a:pt x="3639929" y="985473"/>
                  </a:cubicBezTo>
                  <a:cubicBezTo>
                    <a:pt x="3639929" y="974679"/>
                    <a:pt x="3644304" y="964908"/>
                    <a:pt x="3651378" y="957835"/>
                  </a:cubicBezTo>
                  <a:close/>
                  <a:moveTo>
                    <a:pt x="3584377" y="946387"/>
                  </a:moveTo>
                  <a:cubicBezTo>
                    <a:pt x="3605964" y="946387"/>
                    <a:pt x="3623463" y="963886"/>
                    <a:pt x="3623463" y="985473"/>
                  </a:cubicBezTo>
                  <a:cubicBezTo>
                    <a:pt x="3623463" y="1007060"/>
                    <a:pt x="3605964" y="1024560"/>
                    <a:pt x="3584377" y="1024560"/>
                  </a:cubicBezTo>
                  <a:cubicBezTo>
                    <a:pt x="3562789" y="1024560"/>
                    <a:pt x="3545289" y="1007060"/>
                    <a:pt x="3545289" y="985473"/>
                  </a:cubicBezTo>
                  <a:cubicBezTo>
                    <a:pt x="3545289" y="963886"/>
                    <a:pt x="3562789" y="946387"/>
                    <a:pt x="3584377" y="946387"/>
                  </a:cubicBezTo>
                  <a:close/>
                  <a:moveTo>
                    <a:pt x="3489737" y="946387"/>
                  </a:moveTo>
                  <a:cubicBezTo>
                    <a:pt x="3511324" y="946387"/>
                    <a:pt x="3528823" y="963886"/>
                    <a:pt x="3528823" y="985473"/>
                  </a:cubicBezTo>
                  <a:cubicBezTo>
                    <a:pt x="3528823" y="1007060"/>
                    <a:pt x="3511324" y="1024560"/>
                    <a:pt x="3489737" y="1024560"/>
                  </a:cubicBezTo>
                  <a:cubicBezTo>
                    <a:pt x="3468149" y="1024560"/>
                    <a:pt x="3450649" y="1007060"/>
                    <a:pt x="3450649" y="985473"/>
                  </a:cubicBezTo>
                  <a:cubicBezTo>
                    <a:pt x="3450649" y="963886"/>
                    <a:pt x="3468149" y="946387"/>
                    <a:pt x="3489737" y="946387"/>
                  </a:cubicBezTo>
                  <a:close/>
                  <a:moveTo>
                    <a:pt x="3392731" y="946387"/>
                  </a:moveTo>
                  <a:cubicBezTo>
                    <a:pt x="3414319" y="946387"/>
                    <a:pt x="3431819" y="963886"/>
                    <a:pt x="3431819" y="985473"/>
                  </a:cubicBezTo>
                  <a:cubicBezTo>
                    <a:pt x="3431819" y="1007060"/>
                    <a:pt x="3414319" y="1024560"/>
                    <a:pt x="3392731" y="1024560"/>
                  </a:cubicBezTo>
                  <a:cubicBezTo>
                    <a:pt x="3371144" y="1024560"/>
                    <a:pt x="3353644" y="1007060"/>
                    <a:pt x="3353644" y="985473"/>
                  </a:cubicBezTo>
                  <a:cubicBezTo>
                    <a:pt x="3353644" y="963886"/>
                    <a:pt x="3371144" y="946387"/>
                    <a:pt x="3392731" y="946387"/>
                  </a:cubicBezTo>
                  <a:close/>
                  <a:moveTo>
                    <a:pt x="3300455" y="946387"/>
                  </a:moveTo>
                  <a:cubicBezTo>
                    <a:pt x="3322043" y="946387"/>
                    <a:pt x="3339543" y="963886"/>
                    <a:pt x="3339543" y="985473"/>
                  </a:cubicBezTo>
                  <a:cubicBezTo>
                    <a:pt x="3339543" y="1007060"/>
                    <a:pt x="3322043" y="1024560"/>
                    <a:pt x="3300455" y="1024560"/>
                  </a:cubicBezTo>
                  <a:cubicBezTo>
                    <a:pt x="3278868" y="1024560"/>
                    <a:pt x="3261368" y="1007060"/>
                    <a:pt x="3261368" y="985473"/>
                  </a:cubicBezTo>
                  <a:cubicBezTo>
                    <a:pt x="3261368" y="963886"/>
                    <a:pt x="3278868" y="946387"/>
                    <a:pt x="3300455" y="946387"/>
                  </a:cubicBezTo>
                  <a:close/>
                  <a:moveTo>
                    <a:pt x="3205815" y="946387"/>
                  </a:moveTo>
                  <a:cubicBezTo>
                    <a:pt x="3227403" y="946387"/>
                    <a:pt x="3244903" y="963886"/>
                    <a:pt x="3244903" y="985473"/>
                  </a:cubicBezTo>
                  <a:cubicBezTo>
                    <a:pt x="3244903" y="1007060"/>
                    <a:pt x="3227403" y="1024560"/>
                    <a:pt x="3205815" y="1024560"/>
                  </a:cubicBezTo>
                  <a:cubicBezTo>
                    <a:pt x="3184228" y="1024560"/>
                    <a:pt x="3166728" y="1007060"/>
                    <a:pt x="3166728" y="985473"/>
                  </a:cubicBezTo>
                  <a:cubicBezTo>
                    <a:pt x="3166728" y="963886"/>
                    <a:pt x="3184228" y="946387"/>
                    <a:pt x="3205815" y="946387"/>
                  </a:cubicBezTo>
                  <a:close/>
                  <a:moveTo>
                    <a:pt x="3111175" y="946387"/>
                  </a:moveTo>
                  <a:cubicBezTo>
                    <a:pt x="3132763" y="946387"/>
                    <a:pt x="3150263" y="963886"/>
                    <a:pt x="3150263" y="985473"/>
                  </a:cubicBezTo>
                  <a:cubicBezTo>
                    <a:pt x="3150263" y="1007060"/>
                    <a:pt x="3132763" y="1024560"/>
                    <a:pt x="3111175" y="1024560"/>
                  </a:cubicBezTo>
                  <a:cubicBezTo>
                    <a:pt x="3089588" y="1024560"/>
                    <a:pt x="3072088" y="1007060"/>
                    <a:pt x="3072088" y="985473"/>
                  </a:cubicBezTo>
                  <a:cubicBezTo>
                    <a:pt x="3072088" y="963886"/>
                    <a:pt x="3089588" y="946387"/>
                    <a:pt x="3111175" y="946387"/>
                  </a:cubicBezTo>
                  <a:close/>
                  <a:moveTo>
                    <a:pt x="3018902" y="946387"/>
                  </a:moveTo>
                  <a:cubicBezTo>
                    <a:pt x="3040489" y="946387"/>
                    <a:pt x="3057989" y="963886"/>
                    <a:pt x="3057989" y="985473"/>
                  </a:cubicBezTo>
                  <a:cubicBezTo>
                    <a:pt x="3057989" y="1007060"/>
                    <a:pt x="3040489" y="1024560"/>
                    <a:pt x="3018902" y="1024560"/>
                  </a:cubicBezTo>
                  <a:cubicBezTo>
                    <a:pt x="2997315" y="1024560"/>
                    <a:pt x="2979815" y="1007060"/>
                    <a:pt x="2979815" y="985473"/>
                  </a:cubicBezTo>
                  <a:cubicBezTo>
                    <a:pt x="2979815" y="963886"/>
                    <a:pt x="2997315" y="946387"/>
                    <a:pt x="3018902" y="946387"/>
                  </a:cubicBezTo>
                  <a:close/>
                  <a:moveTo>
                    <a:pt x="2737369" y="946387"/>
                  </a:moveTo>
                  <a:cubicBezTo>
                    <a:pt x="2758934" y="946387"/>
                    <a:pt x="2776434" y="963886"/>
                    <a:pt x="2776434" y="985473"/>
                  </a:cubicBezTo>
                  <a:cubicBezTo>
                    <a:pt x="2776434" y="1007060"/>
                    <a:pt x="2758934" y="1024560"/>
                    <a:pt x="2737369" y="1024560"/>
                  </a:cubicBezTo>
                  <a:cubicBezTo>
                    <a:pt x="2715775" y="1024560"/>
                    <a:pt x="2698271" y="1007060"/>
                    <a:pt x="2698271" y="985473"/>
                  </a:cubicBezTo>
                  <a:cubicBezTo>
                    <a:pt x="2698271" y="963886"/>
                    <a:pt x="2715775" y="946387"/>
                    <a:pt x="2737369" y="946387"/>
                  </a:cubicBezTo>
                  <a:close/>
                  <a:moveTo>
                    <a:pt x="2458167" y="946387"/>
                  </a:moveTo>
                  <a:cubicBezTo>
                    <a:pt x="2479755" y="946387"/>
                    <a:pt x="2497255" y="963886"/>
                    <a:pt x="2497255" y="985473"/>
                  </a:cubicBezTo>
                  <a:cubicBezTo>
                    <a:pt x="2497255" y="1007060"/>
                    <a:pt x="2479755" y="1024560"/>
                    <a:pt x="2458167" y="1024560"/>
                  </a:cubicBezTo>
                  <a:cubicBezTo>
                    <a:pt x="2436591" y="1024560"/>
                    <a:pt x="2419086" y="1007060"/>
                    <a:pt x="2419086" y="985473"/>
                  </a:cubicBezTo>
                  <a:cubicBezTo>
                    <a:pt x="2419086" y="963886"/>
                    <a:pt x="2436591" y="946387"/>
                    <a:pt x="2458167" y="946387"/>
                  </a:cubicBezTo>
                  <a:close/>
                  <a:moveTo>
                    <a:pt x="1329646" y="946387"/>
                  </a:moveTo>
                  <a:cubicBezTo>
                    <a:pt x="1351233" y="946387"/>
                    <a:pt x="1368735" y="963886"/>
                    <a:pt x="1368735" y="985473"/>
                  </a:cubicBezTo>
                  <a:cubicBezTo>
                    <a:pt x="1368735" y="1007060"/>
                    <a:pt x="1351233" y="1024560"/>
                    <a:pt x="1329646" y="1024560"/>
                  </a:cubicBezTo>
                  <a:cubicBezTo>
                    <a:pt x="1308064" y="1024560"/>
                    <a:pt x="1290566" y="1007060"/>
                    <a:pt x="1290566" y="985473"/>
                  </a:cubicBezTo>
                  <a:cubicBezTo>
                    <a:pt x="1290566" y="963886"/>
                    <a:pt x="1308064" y="946387"/>
                    <a:pt x="1329646" y="946387"/>
                  </a:cubicBezTo>
                  <a:close/>
                  <a:moveTo>
                    <a:pt x="1232653" y="946387"/>
                  </a:moveTo>
                  <a:cubicBezTo>
                    <a:pt x="1254239" y="946387"/>
                    <a:pt x="1271726" y="963886"/>
                    <a:pt x="1271726" y="985473"/>
                  </a:cubicBezTo>
                  <a:cubicBezTo>
                    <a:pt x="1271726" y="1007060"/>
                    <a:pt x="1254239" y="1024560"/>
                    <a:pt x="1232653" y="1024560"/>
                  </a:cubicBezTo>
                  <a:cubicBezTo>
                    <a:pt x="1211062" y="1024560"/>
                    <a:pt x="1193568" y="1007060"/>
                    <a:pt x="1193568" y="985473"/>
                  </a:cubicBezTo>
                  <a:cubicBezTo>
                    <a:pt x="1193568" y="963886"/>
                    <a:pt x="1211062" y="946387"/>
                    <a:pt x="1232653" y="946387"/>
                  </a:cubicBezTo>
                  <a:close/>
                  <a:moveTo>
                    <a:pt x="1142740" y="946387"/>
                  </a:moveTo>
                  <a:cubicBezTo>
                    <a:pt x="1164334" y="946387"/>
                    <a:pt x="1181832" y="963886"/>
                    <a:pt x="1181832" y="985473"/>
                  </a:cubicBezTo>
                  <a:cubicBezTo>
                    <a:pt x="1181832" y="1007060"/>
                    <a:pt x="1164334" y="1024560"/>
                    <a:pt x="1142740" y="1024560"/>
                  </a:cubicBezTo>
                  <a:cubicBezTo>
                    <a:pt x="1121148" y="1024560"/>
                    <a:pt x="1103643" y="1007060"/>
                    <a:pt x="1103643" y="985473"/>
                  </a:cubicBezTo>
                  <a:cubicBezTo>
                    <a:pt x="1103643" y="963886"/>
                    <a:pt x="1121148" y="946387"/>
                    <a:pt x="1142740" y="946387"/>
                  </a:cubicBezTo>
                  <a:close/>
                  <a:moveTo>
                    <a:pt x="1045716" y="946387"/>
                  </a:moveTo>
                  <a:cubicBezTo>
                    <a:pt x="1067301" y="946387"/>
                    <a:pt x="1084805" y="963886"/>
                    <a:pt x="1084805" y="985473"/>
                  </a:cubicBezTo>
                  <a:cubicBezTo>
                    <a:pt x="1084805" y="1007060"/>
                    <a:pt x="1067301" y="1024560"/>
                    <a:pt x="1045716" y="1024560"/>
                  </a:cubicBezTo>
                  <a:cubicBezTo>
                    <a:pt x="1024132" y="1024560"/>
                    <a:pt x="1006635" y="1007060"/>
                    <a:pt x="1006635" y="985473"/>
                  </a:cubicBezTo>
                  <a:cubicBezTo>
                    <a:pt x="1006635" y="963886"/>
                    <a:pt x="1024132" y="946387"/>
                    <a:pt x="1045716" y="946387"/>
                  </a:cubicBezTo>
                  <a:close/>
                  <a:moveTo>
                    <a:pt x="764201" y="946387"/>
                  </a:moveTo>
                  <a:cubicBezTo>
                    <a:pt x="785785" y="946387"/>
                    <a:pt x="803284" y="963886"/>
                    <a:pt x="803284" y="985473"/>
                  </a:cubicBezTo>
                  <a:cubicBezTo>
                    <a:pt x="803284" y="1007060"/>
                    <a:pt x="785785" y="1024560"/>
                    <a:pt x="764201" y="1024560"/>
                  </a:cubicBezTo>
                  <a:cubicBezTo>
                    <a:pt x="742608" y="1024560"/>
                    <a:pt x="725120" y="1007060"/>
                    <a:pt x="725120" y="985473"/>
                  </a:cubicBezTo>
                  <a:cubicBezTo>
                    <a:pt x="725120" y="963886"/>
                    <a:pt x="742608" y="946387"/>
                    <a:pt x="764201" y="946387"/>
                  </a:cubicBezTo>
                  <a:close/>
                  <a:moveTo>
                    <a:pt x="669559" y="946387"/>
                  </a:moveTo>
                  <a:cubicBezTo>
                    <a:pt x="691158" y="946387"/>
                    <a:pt x="708656" y="963886"/>
                    <a:pt x="708656" y="985473"/>
                  </a:cubicBezTo>
                  <a:cubicBezTo>
                    <a:pt x="708656" y="1007060"/>
                    <a:pt x="691158" y="1024560"/>
                    <a:pt x="669559" y="1024560"/>
                  </a:cubicBezTo>
                  <a:cubicBezTo>
                    <a:pt x="647983" y="1024560"/>
                    <a:pt x="630479" y="1007060"/>
                    <a:pt x="630479" y="985473"/>
                  </a:cubicBezTo>
                  <a:cubicBezTo>
                    <a:pt x="630479" y="963886"/>
                    <a:pt x="647983" y="946387"/>
                    <a:pt x="669559" y="946387"/>
                  </a:cubicBezTo>
                  <a:close/>
                  <a:moveTo>
                    <a:pt x="577276" y="946387"/>
                  </a:moveTo>
                  <a:cubicBezTo>
                    <a:pt x="598870" y="946387"/>
                    <a:pt x="616374" y="963886"/>
                    <a:pt x="616374" y="985473"/>
                  </a:cubicBezTo>
                  <a:cubicBezTo>
                    <a:pt x="616374" y="1007060"/>
                    <a:pt x="598870" y="1024560"/>
                    <a:pt x="577276" y="1024560"/>
                  </a:cubicBezTo>
                  <a:cubicBezTo>
                    <a:pt x="555683" y="1024560"/>
                    <a:pt x="538178" y="1007060"/>
                    <a:pt x="538178" y="985473"/>
                  </a:cubicBezTo>
                  <a:cubicBezTo>
                    <a:pt x="538178" y="963886"/>
                    <a:pt x="555683" y="946387"/>
                    <a:pt x="577276" y="946387"/>
                  </a:cubicBezTo>
                  <a:close/>
                  <a:moveTo>
                    <a:pt x="484989" y="946387"/>
                  </a:moveTo>
                  <a:cubicBezTo>
                    <a:pt x="506576" y="946387"/>
                    <a:pt x="524074" y="963886"/>
                    <a:pt x="524074" y="985473"/>
                  </a:cubicBezTo>
                  <a:cubicBezTo>
                    <a:pt x="524074" y="1007060"/>
                    <a:pt x="506576" y="1024560"/>
                    <a:pt x="484989" y="1024560"/>
                  </a:cubicBezTo>
                  <a:cubicBezTo>
                    <a:pt x="463391" y="1024560"/>
                    <a:pt x="445913" y="1007060"/>
                    <a:pt x="445913" y="985473"/>
                  </a:cubicBezTo>
                  <a:cubicBezTo>
                    <a:pt x="445913" y="963886"/>
                    <a:pt x="463391" y="946387"/>
                    <a:pt x="484989" y="946387"/>
                  </a:cubicBezTo>
                  <a:close/>
                  <a:moveTo>
                    <a:pt x="390337" y="946387"/>
                  </a:moveTo>
                  <a:cubicBezTo>
                    <a:pt x="411934" y="946387"/>
                    <a:pt x="429441" y="963886"/>
                    <a:pt x="429441" y="985473"/>
                  </a:cubicBezTo>
                  <a:cubicBezTo>
                    <a:pt x="429441" y="1007060"/>
                    <a:pt x="411934" y="1024560"/>
                    <a:pt x="390337" y="1024560"/>
                  </a:cubicBezTo>
                  <a:cubicBezTo>
                    <a:pt x="368774" y="1024560"/>
                    <a:pt x="351272" y="1007060"/>
                    <a:pt x="351272" y="985473"/>
                  </a:cubicBezTo>
                  <a:cubicBezTo>
                    <a:pt x="351272" y="963886"/>
                    <a:pt x="368774" y="946387"/>
                    <a:pt x="390337" y="946387"/>
                  </a:cubicBezTo>
                  <a:close/>
                  <a:moveTo>
                    <a:pt x="298073" y="946387"/>
                  </a:moveTo>
                  <a:cubicBezTo>
                    <a:pt x="319653" y="946387"/>
                    <a:pt x="337170" y="963886"/>
                    <a:pt x="337170" y="985473"/>
                  </a:cubicBezTo>
                  <a:cubicBezTo>
                    <a:pt x="337170" y="1007060"/>
                    <a:pt x="319653" y="1024560"/>
                    <a:pt x="298073" y="1024560"/>
                  </a:cubicBezTo>
                  <a:cubicBezTo>
                    <a:pt x="276482" y="1024560"/>
                    <a:pt x="258982" y="1007060"/>
                    <a:pt x="258982" y="985473"/>
                  </a:cubicBezTo>
                  <a:cubicBezTo>
                    <a:pt x="258982" y="963886"/>
                    <a:pt x="276482" y="946387"/>
                    <a:pt x="298073" y="946387"/>
                  </a:cubicBezTo>
                  <a:close/>
                  <a:moveTo>
                    <a:pt x="203426" y="946387"/>
                  </a:moveTo>
                  <a:cubicBezTo>
                    <a:pt x="225017" y="946387"/>
                    <a:pt x="242516" y="963886"/>
                    <a:pt x="242516" y="985473"/>
                  </a:cubicBezTo>
                  <a:cubicBezTo>
                    <a:pt x="242516" y="1007060"/>
                    <a:pt x="225017" y="1024560"/>
                    <a:pt x="203426" y="1024560"/>
                  </a:cubicBezTo>
                  <a:cubicBezTo>
                    <a:pt x="181841" y="1024560"/>
                    <a:pt x="164342" y="1007060"/>
                    <a:pt x="164342" y="985473"/>
                  </a:cubicBezTo>
                  <a:cubicBezTo>
                    <a:pt x="164342" y="963886"/>
                    <a:pt x="181841" y="946387"/>
                    <a:pt x="203426" y="946387"/>
                  </a:cubicBezTo>
                  <a:close/>
                  <a:moveTo>
                    <a:pt x="111154" y="946387"/>
                  </a:moveTo>
                  <a:cubicBezTo>
                    <a:pt x="132741" y="946387"/>
                    <a:pt x="150240" y="963886"/>
                    <a:pt x="150240" y="985473"/>
                  </a:cubicBezTo>
                  <a:cubicBezTo>
                    <a:pt x="150240" y="1007060"/>
                    <a:pt x="132741" y="1024560"/>
                    <a:pt x="111154" y="1024560"/>
                  </a:cubicBezTo>
                  <a:cubicBezTo>
                    <a:pt x="89567" y="1024560"/>
                    <a:pt x="72068" y="1007060"/>
                    <a:pt x="72068" y="985473"/>
                  </a:cubicBezTo>
                  <a:cubicBezTo>
                    <a:pt x="72068" y="963886"/>
                    <a:pt x="89567" y="946387"/>
                    <a:pt x="111154" y="946387"/>
                  </a:cubicBezTo>
                  <a:close/>
                  <a:moveTo>
                    <a:pt x="3644655" y="891256"/>
                  </a:moveTo>
                  <a:lnTo>
                    <a:pt x="3666478" y="936557"/>
                  </a:lnTo>
                  <a:lnTo>
                    <a:pt x="3651378" y="930303"/>
                  </a:lnTo>
                  <a:cubicBezTo>
                    <a:pt x="3644304" y="923230"/>
                    <a:pt x="3639929" y="913458"/>
                    <a:pt x="3639929" y="902664"/>
                  </a:cubicBezTo>
                  <a:close/>
                  <a:moveTo>
                    <a:pt x="3584377" y="863578"/>
                  </a:moveTo>
                  <a:cubicBezTo>
                    <a:pt x="3605964" y="863578"/>
                    <a:pt x="3623463" y="881078"/>
                    <a:pt x="3623463" y="902664"/>
                  </a:cubicBezTo>
                  <a:cubicBezTo>
                    <a:pt x="3623463" y="924251"/>
                    <a:pt x="3605964" y="941751"/>
                    <a:pt x="3584377" y="941751"/>
                  </a:cubicBezTo>
                  <a:cubicBezTo>
                    <a:pt x="3562789" y="941751"/>
                    <a:pt x="3545289" y="924251"/>
                    <a:pt x="3545289" y="902664"/>
                  </a:cubicBezTo>
                  <a:cubicBezTo>
                    <a:pt x="3545289" y="881078"/>
                    <a:pt x="3562789" y="863578"/>
                    <a:pt x="3584377" y="863578"/>
                  </a:cubicBezTo>
                  <a:close/>
                  <a:moveTo>
                    <a:pt x="3489737" y="863578"/>
                  </a:moveTo>
                  <a:cubicBezTo>
                    <a:pt x="3511324" y="863578"/>
                    <a:pt x="3528823" y="881078"/>
                    <a:pt x="3528823" y="902664"/>
                  </a:cubicBezTo>
                  <a:cubicBezTo>
                    <a:pt x="3528823" y="924251"/>
                    <a:pt x="3511324" y="941751"/>
                    <a:pt x="3489737" y="941751"/>
                  </a:cubicBezTo>
                  <a:cubicBezTo>
                    <a:pt x="3468149" y="941751"/>
                    <a:pt x="3450649" y="924251"/>
                    <a:pt x="3450649" y="902664"/>
                  </a:cubicBezTo>
                  <a:cubicBezTo>
                    <a:pt x="3450649" y="881078"/>
                    <a:pt x="3468149" y="863578"/>
                    <a:pt x="3489737" y="863578"/>
                  </a:cubicBezTo>
                  <a:close/>
                  <a:moveTo>
                    <a:pt x="3392731" y="863578"/>
                  </a:moveTo>
                  <a:cubicBezTo>
                    <a:pt x="3414319" y="863578"/>
                    <a:pt x="3431819" y="881078"/>
                    <a:pt x="3431819" y="902664"/>
                  </a:cubicBezTo>
                  <a:cubicBezTo>
                    <a:pt x="3431819" y="924251"/>
                    <a:pt x="3414319" y="941751"/>
                    <a:pt x="3392731" y="941751"/>
                  </a:cubicBezTo>
                  <a:cubicBezTo>
                    <a:pt x="3371144" y="941751"/>
                    <a:pt x="3353644" y="924251"/>
                    <a:pt x="3353644" y="902664"/>
                  </a:cubicBezTo>
                  <a:cubicBezTo>
                    <a:pt x="3353644" y="881078"/>
                    <a:pt x="3371144" y="863578"/>
                    <a:pt x="3392731" y="863578"/>
                  </a:cubicBezTo>
                  <a:close/>
                  <a:moveTo>
                    <a:pt x="3300455" y="863578"/>
                  </a:moveTo>
                  <a:cubicBezTo>
                    <a:pt x="3322043" y="863578"/>
                    <a:pt x="3339543" y="881078"/>
                    <a:pt x="3339543" y="902664"/>
                  </a:cubicBezTo>
                  <a:cubicBezTo>
                    <a:pt x="3339543" y="924251"/>
                    <a:pt x="3322043" y="941751"/>
                    <a:pt x="3300455" y="941751"/>
                  </a:cubicBezTo>
                  <a:cubicBezTo>
                    <a:pt x="3278868" y="941751"/>
                    <a:pt x="3261368" y="924251"/>
                    <a:pt x="3261368" y="902664"/>
                  </a:cubicBezTo>
                  <a:cubicBezTo>
                    <a:pt x="3261368" y="881078"/>
                    <a:pt x="3278868" y="863578"/>
                    <a:pt x="3300455" y="863578"/>
                  </a:cubicBezTo>
                  <a:close/>
                  <a:moveTo>
                    <a:pt x="3205815" y="863578"/>
                  </a:moveTo>
                  <a:cubicBezTo>
                    <a:pt x="3227403" y="863578"/>
                    <a:pt x="3244903" y="881078"/>
                    <a:pt x="3244903" y="902664"/>
                  </a:cubicBezTo>
                  <a:cubicBezTo>
                    <a:pt x="3244903" y="924251"/>
                    <a:pt x="3227403" y="941751"/>
                    <a:pt x="3205815" y="941751"/>
                  </a:cubicBezTo>
                  <a:cubicBezTo>
                    <a:pt x="3184228" y="941751"/>
                    <a:pt x="3166728" y="924251"/>
                    <a:pt x="3166728" y="902664"/>
                  </a:cubicBezTo>
                  <a:cubicBezTo>
                    <a:pt x="3166728" y="881078"/>
                    <a:pt x="3184228" y="863578"/>
                    <a:pt x="3205815" y="863578"/>
                  </a:cubicBezTo>
                  <a:close/>
                  <a:moveTo>
                    <a:pt x="3111175" y="863578"/>
                  </a:moveTo>
                  <a:cubicBezTo>
                    <a:pt x="3132763" y="863578"/>
                    <a:pt x="3150263" y="881078"/>
                    <a:pt x="3150263" y="902664"/>
                  </a:cubicBezTo>
                  <a:cubicBezTo>
                    <a:pt x="3150263" y="924251"/>
                    <a:pt x="3132763" y="941751"/>
                    <a:pt x="3111175" y="941751"/>
                  </a:cubicBezTo>
                  <a:cubicBezTo>
                    <a:pt x="3089588" y="941751"/>
                    <a:pt x="3072088" y="924251"/>
                    <a:pt x="3072088" y="902664"/>
                  </a:cubicBezTo>
                  <a:cubicBezTo>
                    <a:pt x="3072088" y="881078"/>
                    <a:pt x="3089588" y="863578"/>
                    <a:pt x="3111175" y="863578"/>
                  </a:cubicBezTo>
                  <a:close/>
                  <a:moveTo>
                    <a:pt x="3018902" y="863578"/>
                  </a:moveTo>
                  <a:cubicBezTo>
                    <a:pt x="3040489" y="863578"/>
                    <a:pt x="3057989" y="881078"/>
                    <a:pt x="3057989" y="902664"/>
                  </a:cubicBezTo>
                  <a:cubicBezTo>
                    <a:pt x="3057989" y="924251"/>
                    <a:pt x="3040489" y="941751"/>
                    <a:pt x="3018902" y="941751"/>
                  </a:cubicBezTo>
                  <a:cubicBezTo>
                    <a:pt x="2997315" y="941751"/>
                    <a:pt x="2979815" y="924251"/>
                    <a:pt x="2979815" y="902664"/>
                  </a:cubicBezTo>
                  <a:cubicBezTo>
                    <a:pt x="2979815" y="881078"/>
                    <a:pt x="2997315" y="863578"/>
                    <a:pt x="3018902" y="863578"/>
                  </a:cubicBezTo>
                  <a:close/>
                  <a:moveTo>
                    <a:pt x="2831987" y="863578"/>
                  </a:moveTo>
                  <a:cubicBezTo>
                    <a:pt x="2853574" y="863578"/>
                    <a:pt x="2871074" y="881078"/>
                    <a:pt x="2871074" y="902664"/>
                  </a:cubicBezTo>
                  <a:cubicBezTo>
                    <a:pt x="2871074" y="924251"/>
                    <a:pt x="2853574" y="941751"/>
                    <a:pt x="2831987" y="941751"/>
                  </a:cubicBezTo>
                  <a:cubicBezTo>
                    <a:pt x="2810400" y="941751"/>
                    <a:pt x="2792900" y="924251"/>
                    <a:pt x="2792900" y="902664"/>
                  </a:cubicBezTo>
                  <a:cubicBezTo>
                    <a:pt x="2792900" y="881078"/>
                    <a:pt x="2810400" y="863578"/>
                    <a:pt x="2831987" y="863578"/>
                  </a:cubicBezTo>
                  <a:close/>
                  <a:moveTo>
                    <a:pt x="2737371" y="863578"/>
                  </a:moveTo>
                  <a:cubicBezTo>
                    <a:pt x="2758934" y="863578"/>
                    <a:pt x="2776434" y="881078"/>
                    <a:pt x="2776434" y="902664"/>
                  </a:cubicBezTo>
                  <a:cubicBezTo>
                    <a:pt x="2776434" y="924251"/>
                    <a:pt x="2758934" y="941751"/>
                    <a:pt x="2737371" y="941751"/>
                  </a:cubicBezTo>
                  <a:cubicBezTo>
                    <a:pt x="2715777" y="941751"/>
                    <a:pt x="2698272" y="924251"/>
                    <a:pt x="2698272" y="902664"/>
                  </a:cubicBezTo>
                  <a:cubicBezTo>
                    <a:pt x="2698272" y="881078"/>
                    <a:pt x="2715777" y="863578"/>
                    <a:pt x="2737371" y="863578"/>
                  </a:cubicBezTo>
                  <a:close/>
                  <a:moveTo>
                    <a:pt x="2645074" y="863578"/>
                  </a:moveTo>
                  <a:cubicBezTo>
                    <a:pt x="2666662" y="863578"/>
                    <a:pt x="2684168" y="881078"/>
                    <a:pt x="2684168" y="902664"/>
                  </a:cubicBezTo>
                  <a:cubicBezTo>
                    <a:pt x="2684168" y="924251"/>
                    <a:pt x="2666662" y="941751"/>
                    <a:pt x="2645074" y="941751"/>
                  </a:cubicBezTo>
                  <a:cubicBezTo>
                    <a:pt x="2623489" y="941751"/>
                    <a:pt x="2605987" y="924251"/>
                    <a:pt x="2605987" y="902664"/>
                  </a:cubicBezTo>
                  <a:cubicBezTo>
                    <a:pt x="2605987" y="881078"/>
                    <a:pt x="2623489" y="863578"/>
                    <a:pt x="2645074" y="863578"/>
                  </a:cubicBezTo>
                  <a:close/>
                  <a:moveTo>
                    <a:pt x="2458167" y="863577"/>
                  </a:moveTo>
                  <a:cubicBezTo>
                    <a:pt x="2479755" y="863577"/>
                    <a:pt x="2497256" y="881077"/>
                    <a:pt x="2497256" y="902664"/>
                  </a:cubicBezTo>
                  <a:cubicBezTo>
                    <a:pt x="2497256" y="924250"/>
                    <a:pt x="2479755" y="941750"/>
                    <a:pt x="2458167" y="941750"/>
                  </a:cubicBezTo>
                  <a:cubicBezTo>
                    <a:pt x="2436591" y="941750"/>
                    <a:pt x="2419089" y="924250"/>
                    <a:pt x="2419089" y="902664"/>
                  </a:cubicBezTo>
                  <a:cubicBezTo>
                    <a:pt x="2419089" y="881077"/>
                    <a:pt x="2436591" y="863577"/>
                    <a:pt x="2458167" y="863577"/>
                  </a:cubicBezTo>
                  <a:close/>
                  <a:moveTo>
                    <a:pt x="1232658" y="863577"/>
                  </a:moveTo>
                  <a:cubicBezTo>
                    <a:pt x="1254244" y="863577"/>
                    <a:pt x="1271731" y="881077"/>
                    <a:pt x="1271731" y="902664"/>
                  </a:cubicBezTo>
                  <a:cubicBezTo>
                    <a:pt x="1271731" y="924250"/>
                    <a:pt x="1254244" y="941750"/>
                    <a:pt x="1232658" y="941750"/>
                  </a:cubicBezTo>
                  <a:cubicBezTo>
                    <a:pt x="1211065" y="941750"/>
                    <a:pt x="1193572" y="924250"/>
                    <a:pt x="1193572" y="902664"/>
                  </a:cubicBezTo>
                  <a:cubicBezTo>
                    <a:pt x="1193572" y="881077"/>
                    <a:pt x="1211065" y="863577"/>
                    <a:pt x="1232658" y="863577"/>
                  </a:cubicBezTo>
                  <a:close/>
                  <a:moveTo>
                    <a:pt x="1142744" y="863577"/>
                  </a:moveTo>
                  <a:cubicBezTo>
                    <a:pt x="1164338" y="863577"/>
                    <a:pt x="1181836" y="881077"/>
                    <a:pt x="1181836" y="902664"/>
                  </a:cubicBezTo>
                  <a:cubicBezTo>
                    <a:pt x="1181836" y="924250"/>
                    <a:pt x="1164338" y="941750"/>
                    <a:pt x="1142744" y="941750"/>
                  </a:cubicBezTo>
                  <a:cubicBezTo>
                    <a:pt x="1121151" y="941750"/>
                    <a:pt x="1103646" y="924250"/>
                    <a:pt x="1103646" y="902664"/>
                  </a:cubicBezTo>
                  <a:cubicBezTo>
                    <a:pt x="1103646" y="881077"/>
                    <a:pt x="1121151" y="863577"/>
                    <a:pt x="1142744" y="863577"/>
                  </a:cubicBezTo>
                  <a:close/>
                  <a:moveTo>
                    <a:pt x="1045719" y="863577"/>
                  </a:moveTo>
                  <a:cubicBezTo>
                    <a:pt x="1067303" y="863577"/>
                    <a:pt x="1084808" y="881077"/>
                    <a:pt x="1084808" y="902664"/>
                  </a:cubicBezTo>
                  <a:cubicBezTo>
                    <a:pt x="1084808" y="924250"/>
                    <a:pt x="1067303" y="941750"/>
                    <a:pt x="1045719" y="941750"/>
                  </a:cubicBezTo>
                  <a:cubicBezTo>
                    <a:pt x="1024135" y="941750"/>
                    <a:pt x="1006638" y="924250"/>
                    <a:pt x="1006638" y="902664"/>
                  </a:cubicBezTo>
                  <a:cubicBezTo>
                    <a:pt x="1006638" y="881077"/>
                    <a:pt x="1024135" y="863577"/>
                    <a:pt x="1045719" y="863577"/>
                  </a:cubicBezTo>
                  <a:close/>
                  <a:moveTo>
                    <a:pt x="669559" y="863577"/>
                  </a:moveTo>
                  <a:cubicBezTo>
                    <a:pt x="691164" y="863577"/>
                    <a:pt x="708661" y="881077"/>
                    <a:pt x="708661" y="902664"/>
                  </a:cubicBezTo>
                  <a:cubicBezTo>
                    <a:pt x="708661" y="924250"/>
                    <a:pt x="691164" y="941750"/>
                    <a:pt x="669559" y="941750"/>
                  </a:cubicBezTo>
                  <a:cubicBezTo>
                    <a:pt x="647989" y="941750"/>
                    <a:pt x="630484" y="924250"/>
                    <a:pt x="630484" y="902664"/>
                  </a:cubicBezTo>
                  <a:cubicBezTo>
                    <a:pt x="630484" y="881077"/>
                    <a:pt x="647989" y="863577"/>
                    <a:pt x="669559" y="863577"/>
                  </a:cubicBezTo>
                  <a:close/>
                  <a:moveTo>
                    <a:pt x="577280" y="863577"/>
                  </a:moveTo>
                  <a:cubicBezTo>
                    <a:pt x="598874" y="863577"/>
                    <a:pt x="616379" y="881077"/>
                    <a:pt x="616379" y="902664"/>
                  </a:cubicBezTo>
                  <a:cubicBezTo>
                    <a:pt x="616379" y="924250"/>
                    <a:pt x="598874" y="941750"/>
                    <a:pt x="577280" y="941750"/>
                  </a:cubicBezTo>
                  <a:cubicBezTo>
                    <a:pt x="555687" y="941750"/>
                    <a:pt x="538181" y="924250"/>
                    <a:pt x="538181" y="902664"/>
                  </a:cubicBezTo>
                  <a:cubicBezTo>
                    <a:pt x="538181" y="881077"/>
                    <a:pt x="555687" y="863577"/>
                    <a:pt x="577280" y="863577"/>
                  </a:cubicBezTo>
                  <a:close/>
                  <a:moveTo>
                    <a:pt x="484994" y="863577"/>
                  </a:moveTo>
                  <a:cubicBezTo>
                    <a:pt x="506580" y="863577"/>
                    <a:pt x="524078" y="881077"/>
                    <a:pt x="524078" y="902664"/>
                  </a:cubicBezTo>
                  <a:cubicBezTo>
                    <a:pt x="524078" y="924250"/>
                    <a:pt x="506580" y="941750"/>
                    <a:pt x="484994" y="941750"/>
                  </a:cubicBezTo>
                  <a:cubicBezTo>
                    <a:pt x="463395" y="941750"/>
                    <a:pt x="445922" y="924250"/>
                    <a:pt x="445922" y="902664"/>
                  </a:cubicBezTo>
                  <a:cubicBezTo>
                    <a:pt x="445922" y="881077"/>
                    <a:pt x="463395" y="863577"/>
                    <a:pt x="484994" y="863577"/>
                  </a:cubicBezTo>
                  <a:close/>
                  <a:moveTo>
                    <a:pt x="390347" y="863577"/>
                  </a:moveTo>
                  <a:cubicBezTo>
                    <a:pt x="411934" y="863577"/>
                    <a:pt x="429445" y="881077"/>
                    <a:pt x="429445" y="902664"/>
                  </a:cubicBezTo>
                  <a:cubicBezTo>
                    <a:pt x="429445" y="924250"/>
                    <a:pt x="411934" y="941750"/>
                    <a:pt x="390347" y="941750"/>
                  </a:cubicBezTo>
                  <a:cubicBezTo>
                    <a:pt x="368777" y="941750"/>
                    <a:pt x="351276" y="924250"/>
                    <a:pt x="351276" y="902664"/>
                  </a:cubicBezTo>
                  <a:cubicBezTo>
                    <a:pt x="351276" y="881077"/>
                    <a:pt x="368777" y="863577"/>
                    <a:pt x="390347" y="863577"/>
                  </a:cubicBezTo>
                  <a:close/>
                  <a:moveTo>
                    <a:pt x="298076" y="863577"/>
                  </a:moveTo>
                  <a:cubicBezTo>
                    <a:pt x="319657" y="863577"/>
                    <a:pt x="337175" y="881077"/>
                    <a:pt x="337175" y="902664"/>
                  </a:cubicBezTo>
                  <a:cubicBezTo>
                    <a:pt x="337175" y="924250"/>
                    <a:pt x="319657" y="941750"/>
                    <a:pt x="298076" y="941750"/>
                  </a:cubicBezTo>
                  <a:cubicBezTo>
                    <a:pt x="276485" y="941750"/>
                    <a:pt x="258986" y="924250"/>
                    <a:pt x="258986" y="902664"/>
                  </a:cubicBezTo>
                  <a:cubicBezTo>
                    <a:pt x="258986" y="881077"/>
                    <a:pt x="276485" y="863577"/>
                    <a:pt x="298076" y="863577"/>
                  </a:cubicBezTo>
                  <a:close/>
                  <a:moveTo>
                    <a:pt x="203430" y="863577"/>
                  </a:moveTo>
                  <a:cubicBezTo>
                    <a:pt x="225020" y="863577"/>
                    <a:pt x="242520" y="881077"/>
                    <a:pt x="242520" y="902664"/>
                  </a:cubicBezTo>
                  <a:cubicBezTo>
                    <a:pt x="242520" y="924250"/>
                    <a:pt x="225020" y="941750"/>
                    <a:pt x="203430" y="941750"/>
                  </a:cubicBezTo>
                  <a:cubicBezTo>
                    <a:pt x="181845" y="941750"/>
                    <a:pt x="164345" y="924250"/>
                    <a:pt x="164345" y="902664"/>
                  </a:cubicBezTo>
                  <a:cubicBezTo>
                    <a:pt x="164345" y="881077"/>
                    <a:pt x="181845" y="863577"/>
                    <a:pt x="203430" y="863577"/>
                  </a:cubicBezTo>
                  <a:close/>
                  <a:moveTo>
                    <a:pt x="111158" y="863577"/>
                  </a:moveTo>
                  <a:cubicBezTo>
                    <a:pt x="132745" y="863577"/>
                    <a:pt x="150245" y="881077"/>
                    <a:pt x="150245" y="902664"/>
                  </a:cubicBezTo>
                  <a:cubicBezTo>
                    <a:pt x="150245" y="924250"/>
                    <a:pt x="132745" y="941750"/>
                    <a:pt x="111158" y="941750"/>
                  </a:cubicBezTo>
                  <a:cubicBezTo>
                    <a:pt x="100365" y="941750"/>
                    <a:pt x="90593" y="937375"/>
                    <a:pt x="83520" y="930302"/>
                  </a:cubicBezTo>
                  <a:lnTo>
                    <a:pt x="79204" y="919881"/>
                  </a:lnTo>
                  <a:lnTo>
                    <a:pt x="105123" y="866077"/>
                  </a:lnTo>
                  <a:close/>
                  <a:moveTo>
                    <a:pt x="142783" y="799461"/>
                  </a:moveTo>
                  <a:lnTo>
                    <a:pt x="150250" y="817487"/>
                  </a:lnTo>
                  <a:cubicBezTo>
                    <a:pt x="150250" y="839075"/>
                    <a:pt x="132750" y="856575"/>
                    <a:pt x="111162" y="856575"/>
                  </a:cubicBezTo>
                  <a:lnTo>
                    <a:pt x="109944" y="856070"/>
                  </a:lnTo>
                  <a:lnTo>
                    <a:pt x="115886" y="843734"/>
                  </a:lnTo>
                  <a:close/>
                  <a:moveTo>
                    <a:pt x="3582534" y="779163"/>
                  </a:moveTo>
                  <a:lnTo>
                    <a:pt x="3616309" y="834758"/>
                  </a:lnTo>
                  <a:lnTo>
                    <a:pt x="3612015" y="845126"/>
                  </a:lnTo>
                  <a:cubicBezTo>
                    <a:pt x="3604941" y="852200"/>
                    <a:pt x="3595169" y="856575"/>
                    <a:pt x="3584375" y="856575"/>
                  </a:cubicBezTo>
                  <a:cubicBezTo>
                    <a:pt x="3562788" y="856575"/>
                    <a:pt x="3545289" y="839075"/>
                    <a:pt x="3545289" y="817487"/>
                  </a:cubicBezTo>
                  <a:cubicBezTo>
                    <a:pt x="3545289" y="806694"/>
                    <a:pt x="3549664" y="796922"/>
                    <a:pt x="3556737" y="789849"/>
                  </a:cubicBezTo>
                  <a:close/>
                  <a:moveTo>
                    <a:pt x="3489735" y="778400"/>
                  </a:moveTo>
                  <a:cubicBezTo>
                    <a:pt x="3511323" y="778400"/>
                    <a:pt x="3528823" y="795900"/>
                    <a:pt x="3528823" y="817487"/>
                  </a:cubicBezTo>
                  <a:cubicBezTo>
                    <a:pt x="3528823" y="839075"/>
                    <a:pt x="3511323" y="856575"/>
                    <a:pt x="3489735" y="856575"/>
                  </a:cubicBezTo>
                  <a:cubicBezTo>
                    <a:pt x="3468148" y="856575"/>
                    <a:pt x="3450649" y="839075"/>
                    <a:pt x="3450649" y="817487"/>
                  </a:cubicBezTo>
                  <a:cubicBezTo>
                    <a:pt x="3450649" y="795900"/>
                    <a:pt x="3468148" y="778400"/>
                    <a:pt x="3489735" y="778400"/>
                  </a:cubicBezTo>
                  <a:close/>
                  <a:moveTo>
                    <a:pt x="3392730" y="778400"/>
                  </a:moveTo>
                  <a:cubicBezTo>
                    <a:pt x="3414317" y="778400"/>
                    <a:pt x="3431817" y="795900"/>
                    <a:pt x="3431817" y="817487"/>
                  </a:cubicBezTo>
                  <a:cubicBezTo>
                    <a:pt x="3431817" y="839075"/>
                    <a:pt x="3414317" y="856575"/>
                    <a:pt x="3392730" y="856575"/>
                  </a:cubicBezTo>
                  <a:cubicBezTo>
                    <a:pt x="3371143" y="856575"/>
                    <a:pt x="3353643" y="839075"/>
                    <a:pt x="3353643" y="817487"/>
                  </a:cubicBezTo>
                  <a:cubicBezTo>
                    <a:pt x="3353643" y="795900"/>
                    <a:pt x="3371143" y="778400"/>
                    <a:pt x="3392730" y="778400"/>
                  </a:cubicBezTo>
                  <a:close/>
                  <a:moveTo>
                    <a:pt x="3300455" y="778400"/>
                  </a:moveTo>
                  <a:cubicBezTo>
                    <a:pt x="3322043" y="778400"/>
                    <a:pt x="3339543" y="795900"/>
                    <a:pt x="3339543" y="817487"/>
                  </a:cubicBezTo>
                  <a:cubicBezTo>
                    <a:pt x="3339543" y="839075"/>
                    <a:pt x="3322043" y="856575"/>
                    <a:pt x="3300455" y="856575"/>
                  </a:cubicBezTo>
                  <a:cubicBezTo>
                    <a:pt x="3278868" y="856575"/>
                    <a:pt x="3261368" y="839075"/>
                    <a:pt x="3261368" y="817487"/>
                  </a:cubicBezTo>
                  <a:cubicBezTo>
                    <a:pt x="3261368" y="795900"/>
                    <a:pt x="3278868" y="778400"/>
                    <a:pt x="3300455" y="778400"/>
                  </a:cubicBezTo>
                  <a:close/>
                  <a:moveTo>
                    <a:pt x="3205815" y="778400"/>
                  </a:moveTo>
                  <a:cubicBezTo>
                    <a:pt x="3227402" y="778400"/>
                    <a:pt x="3244902" y="795900"/>
                    <a:pt x="3244902" y="817487"/>
                  </a:cubicBezTo>
                  <a:cubicBezTo>
                    <a:pt x="3244902" y="839075"/>
                    <a:pt x="3227402" y="856575"/>
                    <a:pt x="3205815" y="856575"/>
                  </a:cubicBezTo>
                  <a:cubicBezTo>
                    <a:pt x="3184227" y="856575"/>
                    <a:pt x="3166728" y="839075"/>
                    <a:pt x="3166728" y="817487"/>
                  </a:cubicBezTo>
                  <a:cubicBezTo>
                    <a:pt x="3166728" y="795900"/>
                    <a:pt x="3184227" y="778400"/>
                    <a:pt x="3205815" y="778400"/>
                  </a:cubicBezTo>
                  <a:close/>
                  <a:moveTo>
                    <a:pt x="3111175" y="778400"/>
                  </a:moveTo>
                  <a:cubicBezTo>
                    <a:pt x="3132762" y="778400"/>
                    <a:pt x="3150262" y="795900"/>
                    <a:pt x="3150262" y="817487"/>
                  </a:cubicBezTo>
                  <a:cubicBezTo>
                    <a:pt x="3150262" y="839075"/>
                    <a:pt x="3132762" y="856575"/>
                    <a:pt x="3111175" y="856575"/>
                  </a:cubicBezTo>
                  <a:cubicBezTo>
                    <a:pt x="3089588" y="856575"/>
                    <a:pt x="3072088" y="839075"/>
                    <a:pt x="3072088" y="817487"/>
                  </a:cubicBezTo>
                  <a:cubicBezTo>
                    <a:pt x="3072088" y="795900"/>
                    <a:pt x="3089588" y="778400"/>
                    <a:pt x="3111175" y="778400"/>
                  </a:cubicBezTo>
                  <a:close/>
                  <a:moveTo>
                    <a:pt x="3018901" y="778400"/>
                  </a:moveTo>
                  <a:cubicBezTo>
                    <a:pt x="3040488" y="778400"/>
                    <a:pt x="3057988" y="795900"/>
                    <a:pt x="3057988" y="817487"/>
                  </a:cubicBezTo>
                  <a:cubicBezTo>
                    <a:pt x="3057988" y="839075"/>
                    <a:pt x="3040488" y="856575"/>
                    <a:pt x="3018901" y="856575"/>
                  </a:cubicBezTo>
                  <a:cubicBezTo>
                    <a:pt x="2997313" y="856575"/>
                    <a:pt x="2979813" y="839075"/>
                    <a:pt x="2979813" y="817487"/>
                  </a:cubicBezTo>
                  <a:cubicBezTo>
                    <a:pt x="2979813" y="795900"/>
                    <a:pt x="2997313" y="778400"/>
                    <a:pt x="3018901" y="778400"/>
                  </a:cubicBezTo>
                  <a:close/>
                  <a:moveTo>
                    <a:pt x="2831986" y="778400"/>
                  </a:moveTo>
                  <a:cubicBezTo>
                    <a:pt x="2853573" y="778400"/>
                    <a:pt x="2871073" y="795900"/>
                    <a:pt x="2871073" y="817487"/>
                  </a:cubicBezTo>
                  <a:cubicBezTo>
                    <a:pt x="2871073" y="839075"/>
                    <a:pt x="2853573" y="856575"/>
                    <a:pt x="2831986" y="856575"/>
                  </a:cubicBezTo>
                  <a:cubicBezTo>
                    <a:pt x="2810399" y="856575"/>
                    <a:pt x="2792899" y="839075"/>
                    <a:pt x="2792899" y="817487"/>
                  </a:cubicBezTo>
                  <a:cubicBezTo>
                    <a:pt x="2792899" y="795900"/>
                    <a:pt x="2810399" y="778400"/>
                    <a:pt x="2831986" y="778400"/>
                  </a:cubicBezTo>
                  <a:close/>
                  <a:moveTo>
                    <a:pt x="2737371" y="778400"/>
                  </a:moveTo>
                  <a:cubicBezTo>
                    <a:pt x="2758933" y="778400"/>
                    <a:pt x="2776433" y="795900"/>
                    <a:pt x="2776433" y="817487"/>
                  </a:cubicBezTo>
                  <a:cubicBezTo>
                    <a:pt x="2776433" y="839075"/>
                    <a:pt x="2758933" y="856575"/>
                    <a:pt x="2737371" y="856575"/>
                  </a:cubicBezTo>
                  <a:cubicBezTo>
                    <a:pt x="2715777" y="856575"/>
                    <a:pt x="2698271" y="839075"/>
                    <a:pt x="2698271" y="817487"/>
                  </a:cubicBezTo>
                  <a:cubicBezTo>
                    <a:pt x="2698271" y="795900"/>
                    <a:pt x="2715777" y="778400"/>
                    <a:pt x="2737371" y="778400"/>
                  </a:cubicBezTo>
                  <a:close/>
                  <a:moveTo>
                    <a:pt x="2645073" y="778400"/>
                  </a:moveTo>
                  <a:cubicBezTo>
                    <a:pt x="2666662" y="778400"/>
                    <a:pt x="2684167" y="795900"/>
                    <a:pt x="2684167" y="817487"/>
                  </a:cubicBezTo>
                  <a:cubicBezTo>
                    <a:pt x="2684167" y="839075"/>
                    <a:pt x="2666662" y="856575"/>
                    <a:pt x="2645073" y="856575"/>
                  </a:cubicBezTo>
                  <a:cubicBezTo>
                    <a:pt x="2623489" y="856575"/>
                    <a:pt x="2605987" y="839075"/>
                    <a:pt x="2605987" y="817487"/>
                  </a:cubicBezTo>
                  <a:cubicBezTo>
                    <a:pt x="2605987" y="795900"/>
                    <a:pt x="2623489" y="778400"/>
                    <a:pt x="2645073" y="778400"/>
                  </a:cubicBezTo>
                  <a:close/>
                  <a:moveTo>
                    <a:pt x="1703431" y="778400"/>
                  </a:moveTo>
                  <a:cubicBezTo>
                    <a:pt x="1725009" y="778400"/>
                    <a:pt x="1742522" y="795900"/>
                    <a:pt x="1742522" y="817487"/>
                  </a:cubicBezTo>
                  <a:cubicBezTo>
                    <a:pt x="1742522" y="839075"/>
                    <a:pt x="1725009" y="856575"/>
                    <a:pt x="1703431" y="856575"/>
                  </a:cubicBezTo>
                  <a:cubicBezTo>
                    <a:pt x="1681836" y="856575"/>
                    <a:pt x="1664349" y="839075"/>
                    <a:pt x="1664349" y="817487"/>
                  </a:cubicBezTo>
                  <a:cubicBezTo>
                    <a:pt x="1664349" y="795900"/>
                    <a:pt x="1681836" y="778400"/>
                    <a:pt x="1703431" y="778400"/>
                  </a:cubicBezTo>
                  <a:close/>
                  <a:moveTo>
                    <a:pt x="1045724" y="778400"/>
                  </a:moveTo>
                  <a:cubicBezTo>
                    <a:pt x="1067307" y="778400"/>
                    <a:pt x="1084813" y="795900"/>
                    <a:pt x="1084813" y="817487"/>
                  </a:cubicBezTo>
                  <a:cubicBezTo>
                    <a:pt x="1084813" y="839075"/>
                    <a:pt x="1067307" y="856575"/>
                    <a:pt x="1045724" y="856575"/>
                  </a:cubicBezTo>
                  <a:cubicBezTo>
                    <a:pt x="1024139" y="856575"/>
                    <a:pt x="1006642" y="839075"/>
                    <a:pt x="1006642" y="817487"/>
                  </a:cubicBezTo>
                  <a:cubicBezTo>
                    <a:pt x="1006642" y="795900"/>
                    <a:pt x="1024139" y="778400"/>
                    <a:pt x="1045724" y="778400"/>
                  </a:cubicBezTo>
                  <a:close/>
                  <a:moveTo>
                    <a:pt x="669571" y="778400"/>
                  </a:moveTo>
                  <a:cubicBezTo>
                    <a:pt x="691172" y="778400"/>
                    <a:pt x="708668" y="795900"/>
                    <a:pt x="708668" y="817487"/>
                  </a:cubicBezTo>
                  <a:cubicBezTo>
                    <a:pt x="708668" y="839075"/>
                    <a:pt x="691172" y="856575"/>
                    <a:pt x="669571" y="856575"/>
                  </a:cubicBezTo>
                  <a:cubicBezTo>
                    <a:pt x="647995" y="856575"/>
                    <a:pt x="630491" y="839075"/>
                    <a:pt x="630491" y="817487"/>
                  </a:cubicBezTo>
                  <a:cubicBezTo>
                    <a:pt x="630491" y="795900"/>
                    <a:pt x="647995" y="778400"/>
                    <a:pt x="669571" y="778400"/>
                  </a:cubicBezTo>
                  <a:close/>
                  <a:moveTo>
                    <a:pt x="577286" y="778400"/>
                  </a:moveTo>
                  <a:cubicBezTo>
                    <a:pt x="598880" y="778400"/>
                    <a:pt x="616386" y="795900"/>
                    <a:pt x="616386" y="817487"/>
                  </a:cubicBezTo>
                  <a:cubicBezTo>
                    <a:pt x="616386" y="839075"/>
                    <a:pt x="598880" y="856575"/>
                    <a:pt x="577286" y="856575"/>
                  </a:cubicBezTo>
                  <a:cubicBezTo>
                    <a:pt x="555692" y="856575"/>
                    <a:pt x="538187" y="839075"/>
                    <a:pt x="538187" y="817487"/>
                  </a:cubicBezTo>
                  <a:cubicBezTo>
                    <a:pt x="538187" y="795900"/>
                    <a:pt x="555692" y="778400"/>
                    <a:pt x="577286" y="778400"/>
                  </a:cubicBezTo>
                  <a:close/>
                  <a:moveTo>
                    <a:pt x="484999" y="778400"/>
                  </a:moveTo>
                  <a:cubicBezTo>
                    <a:pt x="506585" y="778400"/>
                    <a:pt x="524083" y="795900"/>
                    <a:pt x="524083" y="817487"/>
                  </a:cubicBezTo>
                  <a:cubicBezTo>
                    <a:pt x="524083" y="839075"/>
                    <a:pt x="506585" y="856575"/>
                    <a:pt x="484999" y="856575"/>
                  </a:cubicBezTo>
                  <a:cubicBezTo>
                    <a:pt x="463402" y="856575"/>
                    <a:pt x="445926" y="839075"/>
                    <a:pt x="445926" y="817487"/>
                  </a:cubicBezTo>
                  <a:cubicBezTo>
                    <a:pt x="445926" y="795900"/>
                    <a:pt x="463402" y="778400"/>
                    <a:pt x="484999" y="778400"/>
                  </a:cubicBezTo>
                  <a:close/>
                  <a:moveTo>
                    <a:pt x="390347" y="778400"/>
                  </a:moveTo>
                  <a:cubicBezTo>
                    <a:pt x="411934" y="778400"/>
                    <a:pt x="429451" y="795900"/>
                    <a:pt x="429451" y="817487"/>
                  </a:cubicBezTo>
                  <a:cubicBezTo>
                    <a:pt x="429451" y="839075"/>
                    <a:pt x="411934" y="856575"/>
                    <a:pt x="390347" y="856575"/>
                  </a:cubicBezTo>
                  <a:cubicBezTo>
                    <a:pt x="368783" y="856575"/>
                    <a:pt x="351281" y="839075"/>
                    <a:pt x="351281" y="817487"/>
                  </a:cubicBezTo>
                  <a:cubicBezTo>
                    <a:pt x="351281" y="795900"/>
                    <a:pt x="368783" y="778400"/>
                    <a:pt x="390347" y="778400"/>
                  </a:cubicBezTo>
                  <a:close/>
                  <a:moveTo>
                    <a:pt x="298081" y="778400"/>
                  </a:moveTo>
                  <a:cubicBezTo>
                    <a:pt x="319662" y="778400"/>
                    <a:pt x="337179" y="795900"/>
                    <a:pt x="337179" y="817487"/>
                  </a:cubicBezTo>
                  <a:cubicBezTo>
                    <a:pt x="337179" y="839075"/>
                    <a:pt x="319662" y="856575"/>
                    <a:pt x="298081" y="856575"/>
                  </a:cubicBezTo>
                  <a:cubicBezTo>
                    <a:pt x="276488" y="856575"/>
                    <a:pt x="258991" y="839075"/>
                    <a:pt x="258991" y="817487"/>
                  </a:cubicBezTo>
                  <a:cubicBezTo>
                    <a:pt x="258991" y="795900"/>
                    <a:pt x="276488" y="778400"/>
                    <a:pt x="298081" y="778400"/>
                  </a:cubicBezTo>
                  <a:close/>
                  <a:moveTo>
                    <a:pt x="203435" y="778400"/>
                  </a:moveTo>
                  <a:cubicBezTo>
                    <a:pt x="225025" y="778400"/>
                    <a:pt x="242524" y="795900"/>
                    <a:pt x="242524" y="817487"/>
                  </a:cubicBezTo>
                  <a:cubicBezTo>
                    <a:pt x="242524" y="839075"/>
                    <a:pt x="225025" y="856575"/>
                    <a:pt x="203435" y="856575"/>
                  </a:cubicBezTo>
                  <a:cubicBezTo>
                    <a:pt x="181849" y="856575"/>
                    <a:pt x="164349" y="839075"/>
                    <a:pt x="164349" y="817487"/>
                  </a:cubicBezTo>
                  <a:cubicBezTo>
                    <a:pt x="164349" y="795900"/>
                    <a:pt x="181849" y="778400"/>
                    <a:pt x="203435" y="778400"/>
                  </a:cubicBezTo>
                  <a:close/>
                  <a:moveTo>
                    <a:pt x="3548266" y="722756"/>
                  </a:moveTo>
                  <a:lnTo>
                    <a:pt x="3573690" y="764605"/>
                  </a:lnTo>
                  <a:lnTo>
                    <a:pt x="3556737" y="757582"/>
                  </a:lnTo>
                  <a:cubicBezTo>
                    <a:pt x="3549664" y="750509"/>
                    <a:pt x="3545289" y="740737"/>
                    <a:pt x="3545289" y="729943"/>
                  </a:cubicBezTo>
                  <a:close/>
                  <a:moveTo>
                    <a:pt x="207691" y="692618"/>
                  </a:moveTo>
                  <a:lnTo>
                    <a:pt x="231082" y="702305"/>
                  </a:lnTo>
                  <a:cubicBezTo>
                    <a:pt x="238155" y="709378"/>
                    <a:pt x="242530" y="719150"/>
                    <a:pt x="242530" y="729943"/>
                  </a:cubicBezTo>
                  <a:cubicBezTo>
                    <a:pt x="242530" y="751531"/>
                    <a:pt x="225032" y="769031"/>
                    <a:pt x="203440" y="769031"/>
                  </a:cubicBezTo>
                  <a:cubicBezTo>
                    <a:pt x="192648" y="769031"/>
                    <a:pt x="182877" y="764656"/>
                    <a:pt x="175804" y="757582"/>
                  </a:cubicBezTo>
                  <a:lnTo>
                    <a:pt x="172731" y="750164"/>
                  </a:lnTo>
                  <a:close/>
                  <a:moveTo>
                    <a:pt x="3489735" y="690857"/>
                  </a:moveTo>
                  <a:cubicBezTo>
                    <a:pt x="3511322" y="690857"/>
                    <a:pt x="3528822" y="708357"/>
                    <a:pt x="3528822" y="729943"/>
                  </a:cubicBezTo>
                  <a:cubicBezTo>
                    <a:pt x="3528822" y="751531"/>
                    <a:pt x="3511322" y="769031"/>
                    <a:pt x="3489735" y="769031"/>
                  </a:cubicBezTo>
                  <a:cubicBezTo>
                    <a:pt x="3468147" y="769031"/>
                    <a:pt x="3450647" y="751531"/>
                    <a:pt x="3450647" y="729943"/>
                  </a:cubicBezTo>
                  <a:cubicBezTo>
                    <a:pt x="3450647" y="708357"/>
                    <a:pt x="3468147" y="690857"/>
                    <a:pt x="3489735" y="690857"/>
                  </a:cubicBezTo>
                  <a:close/>
                  <a:moveTo>
                    <a:pt x="3392730" y="690857"/>
                  </a:moveTo>
                  <a:cubicBezTo>
                    <a:pt x="3414317" y="690857"/>
                    <a:pt x="3431817" y="708357"/>
                    <a:pt x="3431817" y="729943"/>
                  </a:cubicBezTo>
                  <a:cubicBezTo>
                    <a:pt x="3431817" y="751531"/>
                    <a:pt x="3414317" y="769031"/>
                    <a:pt x="3392730" y="769031"/>
                  </a:cubicBezTo>
                  <a:cubicBezTo>
                    <a:pt x="3371143" y="769031"/>
                    <a:pt x="3353643" y="751531"/>
                    <a:pt x="3353643" y="729943"/>
                  </a:cubicBezTo>
                  <a:cubicBezTo>
                    <a:pt x="3353643" y="708357"/>
                    <a:pt x="3371143" y="690857"/>
                    <a:pt x="3392730" y="690857"/>
                  </a:cubicBezTo>
                  <a:close/>
                  <a:moveTo>
                    <a:pt x="3300455" y="690857"/>
                  </a:moveTo>
                  <a:cubicBezTo>
                    <a:pt x="3322042" y="690857"/>
                    <a:pt x="3339542" y="708357"/>
                    <a:pt x="3339542" y="729944"/>
                  </a:cubicBezTo>
                  <a:cubicBezTo>
                    <a:pt x="3339542" y="751532"/>
                    <a:pt x="3322042" y="769031"/>
                    <a:pt x="3300455" y="769031"/>
                  </a:cubicBezTo>
                  <a:cubicBezTo>
                    <a:pt x="3278867" y="769031"/>
                    <a:pt x="3261368" y="751532"/>
                    <a:pt x="3261368" y="729944"/>
                  </a:cubicBezTo>
                  <a:cubicBezTo>
                    <a:pt x="3261368" y="708357"/>
                    <a:pt x="3278867" y="690857"/>
                    <a:pt x="3300455" y="690857"/>
                  </a:cubicBezTo>
                  <a:close/>
                  <a:moveTo>
                    <a:pt x="3205815" y="690857"/>
                  </a:moveTo>
                  <a:cubicBezTo>
                    <a:pt x="3227402" y="690857"/>
                    <a:pt x="3244902" y="708357"/>
                    <a:pt x="3244902" y="729943"/>
                  </a:cubicBezTo>
                  <a:cubicBezTo>
                    <a:pt x="3244902" y="751531"/>
                    <a:pt x="3227402" y="769031"/>
                    <a:pt x="3205815" y="769031"/>
                  </a:cubicBezTo>
                  <a:cubicBezTo>
                    <a:pt x="3184227" y="769031"/>
                    <a:pt x="3166728" y="751531"/>
                    <a:pt x="3166728" y="729943"/>
                  </a:cubicBezTo>
                  <a:cubicBezTo>
                    <a:pt x="3166728" y="708357"/>
                    <a:pt x="3184227" y="690857"/>
                    <a:pt x="3205815" y="690857"/>
                  </a:cubicBezTo>
                  <a:close/>
                  <a:moveTo>
                    <a:pt x="3111175" y="690857"/>
                  </a:moveTo>
                  <a:cubicBezTo>
                    <a:pt x="3132762" y="690857"/>
                    <a:pt x="3150262" y="708357"/>
                    <a:pt x="3150262" y="729944"/>
                  </a:cubicBezTo>
                  <a:cubicBezTo>
                    <a:pt x="3150262" y="751532"/>
                    <a:pt x="3132762" y="769031"/>
                    <a:pt x="3111175" y="769031"/>
                  </a:cubicBezTo>
                  <a:cubicBezTo>
                    <a:pt x="3089588" y="769031"/>
                    <a:pt x="3072088" y="751532"/>
                    <a:pt x="3072088" y="729944"/>
                  </a:cubicBezTo>
                  <a:cubicBezTo>
                    <a:pt x="3072088" y="708357"/>
                    <a:pt x="3089588" y="690857"/>
                    <a:pt x="3111175" y="690857"/>
                  </a:cubicBezTo>
                  <a:close/>
                  <a:moveTo>
                    <a:pt x="3018901" y="690857"/>
                  </a:moveTo>
                  <a:cubicBezTo>
                    <a:pt x="3040488" y="690857"/>
                    <a:pt x="3057988" y="708357"/>
                    <a:pt x="3057988" y="729944"/>
                  </a:cubicBezTo>
                  <a:cubicBezTo>
                    <a:pt x="3057988" y="751532"/>
                    <a:pt x="3040488" y="769031"/>
                    <a:pt x="3018901" y="769031"/>
                  </a:cubicBezTo>
                  <a:cubicBezTo>
                    <a:pt x="2997313" y="769031"/>
                    <a:pt x="2979813" y="751532"/>
                    <a:pt x="2979813" y="729944"/>
                  </a:cubicBezTo>
                  <a:cubicBezTo>
                    <a:pt x="2979813" y="708357"/>
                    <a:pt x="2997313" y="690857"/>
                    <a:pt x="3018901" y="690857"/>
                  </a:cubicBezTo>
                  <a:close/>
                  <a:moveTo>
                    <a:pt x="2924262" y="690857"/>
                  </a:moveTo>
                  <a:cubicBezTo>
                    <a:pt x="2945849" y="690857"/>
                    <a:pt x="2963349" y="708357"/>
                    <a:pt x="2963349" y="729943"/>
                  </a:cubicBezTo>
                  <a:cubicBezTo>
                    <a:pt x="2963349" y="751531"/>
                    <a:pt x="2945849" y="769031"/>
                    <a:pt x="2924262" y="769031"/>
                  </a:cubicBezTo>
                  <a:cubicBezTo>
                    <a:pt x="2902675" y="769031"/>
                    <a:pt x="2885175" y="751531"/>
                    <a:pt x="2885175" y="729943"/>
                  </a:cubicBezTo>
                  <a:cubicBezTo>
                    <a:pt x="2885175" y="708357"/>
                    <a:pt x="2902675" y="690857"/>
                    <a:pt x="2924262" y="690857"/>
                  </a:cubicBezTo>
                  <a:close/>
                  <a:moveTo>
                    <a:pt x="2831986" y="690857"/>
                  </a:moveTo>
                  <a:cubicBezTo>
                    <a:pt x="2853573" y="690857"/>
                    <a:pt x="2871073" y="708357"/>
                    <a:pt x="2871073" y="729944"/>
                  </a:cubicBezTo>
                  <a:cubicBezTo>
                    <a:pt x="2871073" y="751532"/>
                    <a:pt x="2853573" y="769031"/>
                    <a:pt x="2831986" y="769031"/>
                  </a:cubicBezTo>
                  <a:cubicBezTo>
                    <a:pt x="2810399" y="769031"/>
                    <a:pt x="2792899" y="751532"/>
                    <a:pt x="2792899" y="729944"/>
                  </a:cubicBezTo>
                  <a:cubicBezTo>
                    <a:pt x="2792899" y="708357"/>
                    <a:pt x="2810399" y="690857"/>
                    <a:pt x="2831986" y="690857"/>
                  </a:cubicBezTo>
                  <a:close/>
                  <a:moveTo>
                    <a:pt x="2737373" y="690857"/>
                  </a:moveTo>
                  <a:cubicBezTo>
                    <a:pt x="2758934" y="690857"/>
                    <a:pt x="2776434" y="708357"/>
                    <a:pt x="2776434" y="729944"/>
                  </a:cubicBezTo>
                  <a:cubicBezTo>
                    <a:pt x="2776434" y="751532"/>
                    <a:pt x="2758934" y="769031"/>
                    <a:pt x="2737373" y="769031"/>
                  </a:cubicBezTo>
                  <a:cubicBezTo>
                    <a:pt x="2715778" y="769031"/>
                    <a:pt x="2698271" y="751532"/>
                    <a:pt x="2698271" y="729944"/>
                  </a:cubicBezTo>
                  <a:cubicBezTo>
                    <a:pt x="2698271" y="708357"/>
                    <a:pt x="2715778" y="690857"/>
                    <a:pt x="2737373" y="690857"/>
                  </a:cubicBezTo>
                  <a:close/>
                  <a:moveTo>
                    <a:pt x="2266534" y="690857"/>
                  </a:moveTo>
                  <a:cubicBezTo>
                    <a:pt x="2288114" y="690857"/>
                    <a:pt x="2305617" y="708357"/>
                    <a:pt x="2305617" y="729943"/>
                  </a:cubicBezTo>
                  <a:cubicBezTo>
                    <a:pt x="2305617" y="751531"/>
                    <a:pt x="2288114" y="769031"/>
                    <a:pt x="2266534" y="769031"/>
                  </a:cubicBezTo>
                  <a:cubicBezTo>
                    <a:pt x="2244933" y="769031"/>
                    <a:pt x="2227440" y="751531"/>
                    <a:pt x="2227440" y="729943"/>
                  </a:cubicBezTo>
                  <a:cubicBezTo>
                    <a:pt x="2227440" y="708357"/>
                    <a:pt x="2244933" y="690857"/>
                    <a:pt x="2266534" y="690857"/>
                  </a:cubicBezTo>
                  <a:close/>
                  <a:moveTo>
                    <a:pt x="2171886" y="690857"/>
                  </a:moveTo>
                  <a:cubicBezTo>
                    <a:pt x="2193476" y="690857"/>
                    <a:pt x="2210979" y="708357"/>
                    <a:pt x="2210979" y="729944"/>
                  </a:cubicBezTo>
                  <a:cubicBezTo>
                    <a:pt x="2210979" y="751532"/>
                    <a:pt x="2193476" y="769031"/>
                    <a:pt x="2171886" y="769031"/>
                  </a:cubicBezTo>
                  <a:cubicBezTo>
                    <a:pt x="2150294" y="769031"/>
                    <a:pt x="2132800" y="751532"/>
                    <a:pt x="2132800" y="729944"/>
                  </a:cubicBezTo>
                  <a:cubicBezTo>
                    <a:pt x="2132800" y="708357"/>
                    <a:pt x="2150294" y="690857"/>
                    <a:pt x="2171886" y="690857"/>
                  </a:cubicBezTo>
                  <a:close/>
                  <a:moveTo>
                    <a:pt x="2079612" y="690857"/>
                  </a:moveTo>
                  <a:cubicBezTo>
                    <a:pt x="2101211" y="690857"/>
                    <a:pt x="2118698" y="708357"/>
                    <a:pt x="2118698" y="729944"/>
                  </a:cubicBezTo>
                  <a:cubicBezTo>
                    <a:pt x="2118698" y="751532"/>
                    <a:pt x="2101211" y="769031"/>
                    <a:pt x="2079612" y="769031"/>
                  </a:cubicBezTo>
                  <a:cubicBezTo>
                    <a:pt x="2058029" y="769031"/>
                    <a:pt x="2040529" y="751532"/>
                    <a:pt x="2040529" y="729944"/>
                  </a:cubicBezTo>
                  <a:cubicBezTo>
                    <a:pt x="2040529" y="708357"/>
                    <a:pt x="2058029" y="690857"/>
                    <a:pt x="2079612" y="690857"/>
                  </a:cubicBezTo>
                  <a:close/>
                  <a:moveTo>
                    <a:pt x="1703432" y="690857"/>
                  </a:moveTo>
                  <a:cubicBezTo>
                    <a:pt x="1725009" y="690857"/>
                    <a:pt x="1742522" y="708357"/>
                    <a:pt x="1742522" y="729943"/>
                  </a:cubicBezTo>
                  <a:cubicBezTo>
                    <a:pt x="1742522" y="751531"/>
                    <a:pt x="1725009" y="769031"/>
                    <a:pt x="1703432" y="769031"/>
                  </a:cubicBezTo>
                  <a:cubicBezTo>
                    <a:pt x="1681839" y="769031"/>
                    <a:pt x="1664351" y="751531"/>
                    <a:pt x="1664351" y="729943"/>
                  </a:cubicBezTo>
                  <a:cubicBezTo>
                    <a:pt x="1664351" y="708357"/>
                    <a:pt x="1681839" y="690857"/>
                    <a:pt x="1703432" y="690857"/>
                  </a:cubicBezTo>
                  <a:close/>
                  <a:moveTo>
                    <a:pt x="1611147" y="690857"/>
                  </a:moveTo>
                  <a:cubicBezTo>
                    <a:pt x="1632741" y="690857"/>
                    <a:pt x="1650245" y="708357"/>
                    <a:pt x="1650245" y="729944"/>
                  </a:cubicBezTo>
                  <a:cubicBezTo>
                    <a:pt x="1650245" y="751532"/>
                    <a:pt x="1632741" y="769031"/>
                    <a:pt x="1611147" y="769031"/>
                  </a:cubicBezTo>
                  <a:cubicBezTo>
                    <a:pt x="1589631" y="769031"/>
                    <a:pt x="1572133" y="751532"/>
                    <a:pt x="1572133" y="729944"/>
                  </a:cubicBezTo>
                  <a:cubicBezTo>
                    <a:pt x="1572133" y="708357"/>
                    <a:pt x="1589631" y="690857"/>
                    <a:pt x="1611147" y="690857"/>
                  </a:cubicBezTo>
                  <a:close/>
                  <a:moveTo>
                    <a:pt x="1232669" y="690857"/>
                  </a:moveTo>
                  <a:cubicBezTo>
                    <a:pt x="1254252" y="690857"/>
                    <a:pt x="1271741" y="708357"/>
                    <a:pt x="1271741" y="729943"/>
                  </a:cubicBezTo>
                  <a:cubicBezTo>
                    <a:pt x="1271741" y="751531"/>
                    <a:pt x="1254252" y="769031"/>
                    <a:pt x="1232669" y="769031"/>
                  </a:cubicBezTo>
                  <a:cubicBezTo>
                    <a:pt x="1211075" y="769031"/>
                    <a:pt x="1193583" y="751531"/>
                    <a:pt x="1193583" y="729943"/>
                  </a:cubicBezTo>
                  <a:cubicBezTo>
                    <a:pt x="1193583" y="708357"/>
                    <a:pt x="1211075" y="690857"/>
                    <a:pt x="1232669" y="690857"/>
                  </a:cubicBezTo>
                  <a:close/>
                  <a:moveTo>
                    <a:pt x="1142756" y="690857"/>
                  </a:moveTo>
                  <a:cubicBezTo>
                    <a:pt x="1164349" y="690857"/>
                    <a:pt x="1181847" y="708357"/>
                    <a:pt x="1181847" y="729944"/>
                  </a:cubicBezTo>
                  <a:cubicBezTo>
                    <a:pt x="1181847" y="751532"/>
                    <a:pt x="1164349" y="769031"/>
                    <a:pt x="1142756" y="769031"/>
                  </a:cubicBezTo>
                  <a:cubicBezTo>
                    <a:pt x="1121161" y="769031"/>
                    <a:pt x="1103656" y="751532"/>
                    <a:pt x="1103656" y="729944"/>
                  </a:cubicBezTo>
                  <a:cubicBezTo>
                    <a:pt x="1103656" y="708357"/>
                    <a:pt x="1121161" y="690857"/>
                    <a:pt x="1142756" y="690857"/>
                  </a:cubicBezTo>
                  <a:close/>
                  <a:moveTo>
                    <a:pt x="856480" y="690857"/>
                  </a:moveTo>
                  <a:cubicBezTo>
                    <a:pt x="878063" y="690857"/>
                    <a:pt x="895560" y="708357"/>
                    <a:pt x="895560" y="729943"/>
                  </a:cubicBezTo>
                  <a:cubicBezTo>
                    <a:pt x="895560" y="751531"/>
                    <a:pt x="878063" y="769031"/>
                    <a:pt x="856480" y="769031"/>
                  </a:cubicBezTo>
                  <a:cubicBezTo>
                    <a:pt x="834897" y="769031"/>
                    <a:pt x="817401" y="751531"/>
                    <a:pt x="817401" y="729943"/>
                  </a:cubicBezTo>
                  <a:cubicBezTo>
                    <a:pt x="817401" y="708357"/>
                    <a:pt x="834897" y="690857"/>
                    <a:pt x="856480" y="690857"/>
                  </a:cubicBezTo>
                  <a:close/>
                  <a:moveTo>
                    <a:pt x="764220" y="690857"/>
                  </a:moveTo>
                  <a:cubicBezTo>
                    <a:pt x="785806" y="690857"/>
                    <a:pt x="803302" y="708357"/>
                    <a:pt x="803302" y="729944"/>
                  </a:cubicBezTo>
                  <a:cubicBezTo>
                    <a:pt x="803302" y="751532"/>
                    <a:pt x="785806" y="769031"/>
                    <a:pt x="764220" y="769031"/>
                  </a:cubicBezTo>
                  <a:cubicBezTo>
                    <a:pt x="742627" y="769031"/>
                    <a:pt x="725137" y="751532"/>
                    <a:pt x="725137" y="729944"/>
                  </a:cubicBezTo>
                  <a:cubicBezTo>
                    <a:pt x="725137" y="708357"/>
                    <a:pt x="742627" y="690857"/>
                    <a:pt x="764220" y="690857"/>
                  </a:cubicBezTo>
                  <a:close/>
                  <a:moveTo>
                    <a:pt x="669571" y="690857"/>
                  </a:moveTo>
                  <a:cubicBezTo>
                    <a:pt x="691179" y="690857"/>
                    <a:pt x="708675" y="708357"/>
                    <a:pt x="708675" y="729943"/>
                  </a:cubicBezTo>
                  <a:cubicBezTo>
                    <a:pt x="708675" y="751531"/>
                    <a:pt x="691179" y="769031"/>
                    <a:pt x="669571" y="769031"/>
                  </a:cubicBezTo>
                  <a:cubicBezTo>
                    <a:pt x="648002" y="769031"/>
                    <a:pt x="630497" y="751531"/>
                    <a:pt x="630497" y="729943"/>
                  </a:cubicBezTo>
                  <a:cubicBezTo>
                    <a:pt x="630497" y="708357"/>
                    <a:pt x="648002" y="690857"/>
                    <a:pt x="669571" y="690857"/>
                  </a:cubicBezTo>
                  <a:close/>
                  <a:moveTo>
                    <a:pt x="577293" y="690857"/>
                  </a:moveTo>
                  <a:cubicBezTo>
                    <a:pt x="598887" y="690857"/>
                    <a:pt x="616393" y="708357"/>
                    <a:pt x="616393" y="729943"/>
                  </a:cubicBezTo>
                  <a:cubicBezTo>
                    <a:pt x="616393" y="751531"/>
                    <a:pt x="598887" y="769031"/>
                    <a:pt x="577293" y="769031"/>
                  </a:cubicBezTo>
                  <a:cubicBezTo>
                    <a:pt x="555699" y="769031"/>
                    <a:pt x="538195" y="751531"/>
                    <a:pt x="538195" y="729943"/>
                  </a:cubicBezTo>
                  <a:cubicBezTo>
                    <a:pt x="538195" y="708357"/>
                    <a:pt x="555699" y="690857"/>
                    <a:pt x="577293" y="690857"/>
                  </a:cubicBezTo>
                  <a:close/>
                  <a:moveTo>
                    <a:pt x="485003" y="690857"/>
                  </a:moveTo>
                  <a:cubicBezTo>
                    <a:pt x="506592" y="690857"/>
                    <a:pt x="524091" y="708357"/>
                    <a:pt x="524091" y="729943"/>
                  </a:cubicBezTo>
                  <a:cubicBezTo>
                    <a:pt x="524091" y="751531"/>
                    <a:pt x="506592" y="769031"/>
                    <a:pt x="485003" y="769031"/>
                  </a:cubicBezTo>
                  <a:cubicBezTo>
                    <a:pt x="463406" y="769031"/>
                    <a:pt x="445934" y="751531"/>
                    <a:pt x="445934" y="729943"/>
                  </a:cubicBezTo>
                  <a:cubicBezTo>
                    <a:pt x="445934" y="708357"/>
                    <a:pt x="463406" y="690857"/>
                    <a:pt x="485003" y="690857"/>
                  </a:cubicBezTo>
                  <a:close/>
                  <a:moveTo>
                    <a:pt x="390354" y="690857"/>
                  </a:moveTo>
                  <a:cubicBezTo>
                    <a:pt x="411947" y="690857"/>
                    <a:pt x="429457" y="708357"/>
                    <a:pt x="429457" y="729943"/>
                  </a:cubicBezTo>
                  <a:cubicBezTo>
                    <a:pt x="429457" y="751531"/>
                    <a:pt x="411947" y="769031"/>
                    <a:pt x="390354" y="769031"/>
                  </a:cubicBezTo>
                  <a:cubicBezTo>
                    <a:pt x="368790" y="769031"/>
                    <a:pt x="351287" y="751531"/>
                    <a:pt x="351287" y="729943"/>
                  </a:cubicBezTo>
                  <a:cubicBezTo>
                    <a:pt x="351287" y="708357"/>
                    <a:pt x="368790" y="690857"/>
                    <a:pt x="390354" y="690857"/>
                  </a:cubicBezTo>
                  <a:close/>
                  <a:moveTo>
                    <a:pt x="298087" y="690857"/>
                  </a:moveTo>
                  <a:cubicBezTo>
                    <a:pt x="319667" y="690857"/>
                    <a:pt x="337188" y="708357"/>
                    <a:pt x="337188" y="729943"/>
                  </a:cubicBezTo>
                  <a:cubicBezTo>
                    <a:pt x="337188" y="751531"/>
                    <a:pt x="319667" y="769031"/>
                    <a:pt x="298087" y="769031"/>
                  </a:cubicBezTo>
                  <a:cubicBezTo>
                    <a:pt x="276494" y="769031"/>
                    <a:pt x="258997" y="751531"/>
                    <a:pt x="258997" y="729943"/>
                  </a:cubicBezTo>
                  <a:cubicBezTo>
                    <a:pt x="258997" y="708357"/>
                    <a:pt x="276494" y="690857"/>
                    <a:pt x="298087" y="690857"/>
                  </a:cubicBezTo>
                  <a:close/>
                  <a:moveTo>
                    <a:pt x="242207" y="643975"/>
                  </a:moveTo>
                  <a:lnTo>
                    <a:pt x="242535" y="644768"/>
                  </a:lnTo>
                  <a:cubicBezTo>
                    <a:pt x="242535" y="655562"/>
                    <a:pt x="238161" y="665334"/>
                    <a:pt x="231087" y="672407"/>
                  </a:cubicBezTo>
                  <a:lnTo>
                    <a:pt x="216396" y="678492"/>
                  </a:lnTo>
                  <a:close/>
                  <a:moveTo>
                    <a:pt x="3472229" y="612933"/>
                  </a:moveTo>
                  <a:lnTo>
                    <a:pt x="3516862" y="672620"/>
                  </a:lnTo>
                  <a:lnTo>
                    <a:pt x="3489735" y="683855"/>
                  </a:lnTo>
                  <a:cubicBezTo>
                    <a:pt x="3468148" y="683855"/>
                    <a:pt x="3450649" y="666356"/>
                    <a:pt x="3450649" y="644768"/>
                  </a:cubicBezTo>
                  <a:cubicBezTo>
                    <a:pt x="3450649" y="633975"/>
                    <a:pt x="3455024" y="624203"/>
                    <a:pt x="3462097" y="617130"/>
                  </a:cubicBezTo>
                  <a:close/>
                  <a:moveTo>
                    <a:pt x="3392730" y="605682"/>
                  </a:moveTo>
                  <a:cubicBezTo>
                    <a:pt x="3414317" y="605682"/>
                    <a:pt x="3431817" y="623181"/>
                    <a:pt x="3431817" y="644768"/>
                  </a:cubicBezTo>
                  <a:cubicBezTo>
                    <a:pt x="3431817" y="666356"/>
                    <a:pt x="3414317" y="683855"/>
                    <a:pt x="3392730" y="683855"/>
                  </a:cubicBezTo>
                  <a:cubicBezTo>
                    <a:pt x="3371143" y="683855"/>
                    <a:pt x="3353643" y="666356"/>
                    <a:pt x="3353643" y="644768"/>
                  </a:cubicBezTo>
                  <a:cubicBezTo>
                    <a:pt x="3353643" y="623181"/>
                    <a:pt x="3371143" y="605682"/>
                    <a:pt x="3392730" y="605682"/>
                  </a:cubicBezTo>
                  <a:close/>
                  <a:moveTo>
                    <a:pt x="3300455" y="605682"/>
                  </a:moveTo>
                  <a:cubicBezTo>
                    <a:pt x="3322043" y="605682"/>
                    <a:pt x="3339543" y="623181"/>
                    <a:pt x="3339543" y="644768"/>
                  </a:cubicBezTo>
                  <a:cubicBezTo>
                    <a:pt x="3339543" y="666356"/>
                    <a:pt x="3322043" y="683855"/>
                    <a:pt x="3300455" y="683855"/>
                  </a:cubicBezTo>
                  <a:cubicBezTo>
                    <a:pt x="3278868" y="683855"/>
                    <a:pt x="3261368" y="666356"/>
                    <a:pt x="3261368" y="644768"/>
                  </a:cubicBezTo>
                  <a:cubicBezTo>
                    <a:pt x="3261368" y="623181"/>
                    <a:pt x="3278868" y="605682"/>
                    <a:pt x="3300455" y="605682"/>
                  </a:cubicBezTo>
                  <a:close/>
                  <a:moveTo>
                    <a:pt x="3205815" y="605682"/>
                  </a:moveTo>
                  <a:cubicBezTo>
                    <a:pt x="3227403" y="605682"/>
                    <a:pt x="3244903" y="623181"/>
                    <a:pt x="3244903" y="644768"/>
                  </a:cubicBezTo>
                  <a:cubicBezTo>
                    <a:pt x="3244903" y="666356"/>
                    <a:pt x="3227403" y="683855"/>
                    <a:pt x="3205815" y="683855"/>
                  </a:cubicBezTo>
                  <a:cubicBezTo>
                    <a:pt x="3184228" y="683855"/>
                    <a:pt x="3166728" y="666356"/>
                    <a:pt x="3166728" y="644768"/>
                  </a:cubicBezTo>
                  <a:cubicBezTo>
                    <a:pt x="3166728" y="623181"/>
                    <a:pt x="3184228" y="605682"/>
                    <a:pt x="3205815" y="605682"/>
                  </a:cubicBezTo>
                  <a:close/>
                  <a:moveTo>
                    <a:pt x="3111175" y="605682"/>
                  </a:moveTo>
                  <a:cubicBezTo>
                    <a:pt x="3132763" y="605682"/>
                    <a:pt x="3150263" y="623181"/>
                    <a:pt x="3150263" y="644768"/>
                  </a:cubicBezTo>
                  <a:cubicBezTo>
                    <a:pt x="3150263" y="666356"/>
                    <a:pt x="3132763" y="683855"/>
                    <a:pt x="3111175" y="683855"/>
                  </a:cubicBezTo>
                  <a:cubicBezTo>
                    <a:pt x="3089588" y="683855"/>
                    <a:pt x="3072088" y="666356"/>
                    <a:pt x="3072088" y="644768"/>
                  </a:cubicBezTo>
                  <a:cubicBezTo>
                    <a:pt x="3072088" y="623181"/>
                    <a:pt x="3089588" y="605682"/>
                    <a:pt x="3111175" y="605682"/>
                  </a:cubicBezTo>
                  <a:close/>
                  <a:moveTo>
                    <a:pt x="3018901" y="605682"/>
                  </a:moveTo>
                  <a:cubicBezTo>
                    <a:pt x="3040488" y="605682"/>
                    <a:pt x="3057988" y="623181"/>
                    <a:pt x="3057988" y="644768"/>
                  </a:cubicBezTo>
                  <a:cubicBezTo>
                    <a:pt x="3057988" y="666356"/>
                    <a:pt x="3040488" y="683855"/>
                    <a:pt x="3018901" y="683855"/>
                  </a:cubicBezTo>
                  <a:cubicBezTo>
                    <a:pt x="2997313" y="683855"/>
                    <a:pt x="2979813" y="666356"/>
                    <a:pt x="2979813" y="644768"/>
                  </a:cubicBezTo>
                  <a:cubicBezTo>
                    <a:pt x="2979813" y="623181"/>
                    <a:pt x="2997313" y="605682"/>
                    <a:pt x="3018901" y="605682"/>
                  </a:cubicBezTo>
                  <a:close/>
                  <a:moveTo>
                    <a:pt x="2924262" y="605682"/>
                  </a:moveTo>
                  <a:cubicBezTo>
                    <a:pt x="2945849" y="605682"/>
                    <a:pt x="2963349" y="623181"/>
                    <a:pt x="2963349" y="644768"/>
                  </a:cubicBezTo>
                  <a:cubicBezTo>
                    <a:pt x="2963349" y="666356"/>
                    <a:pt x="2945849" y="683855"/>
                    <a:pt x="2924262" y="683855"/>
                  </a:cubicBezTo>
                  <a:cubicBezTo>
                    <a:pt x="2902675" y="683855"/>
                    <a:pt x="2885175" y="666356"/>
                    <a:pt x="2885175" y="644768"/>
                  </a:cubicBezTo>
                  <a:cubicBezTo>
                    <a:pt x="2885175" y="623181"/>
                    <a:pt x="2902675" y="605682"/>
                    <a:pt x="2924262" y="605682"/>
                  </a:cubicBezTo>
                  <a:close/>
                  <a:moveTo>
                    <a:pt x="2831987" y="605682"/>
                  </a:moveTo>
                  <a:cubicBezTo>
                    <a:pt x="2853574" y="605682"/>
                    <a:pt x="2871074" y="623181"/>
                    <a:pt x="2871074" y="644768"/>
                  </a:cubicBezTo>
                  <a:cubicBezTo>
                    <a:pt x="2871074" y="666356"/>
                    <a:pt x="2853574" y="683855"/>
                    <a:pt x="2831987" y="683855"/>
                  </a:cubicBezTo>
                  <a:cubicBezTo>
                    <a:pt x="2810400" y="683855"/>
                    <a:pt x="2792900" y="666356"/>
                    <a:pt x="2792900" y="644768"/>
                  </a:cubicBezTo>
                  <a:cubicBezTo>
                    <a:pt x="2792900" y="623181"/>
                    <a:pt x="2810400" y="605682"/>
                    <a:pt x="2831987" y="605682"/>
                  </a:cubicBezTo>
                  <a:close/>
                  <a:moveTo>
                    <a:pt x="2171887" y="605682"/>
                  </a:moveTo>
                  <a:cubicBezTo>
                    <a:pt x="2193477" y="605682"/>
                    <a:pt x="2210979" y="623181"/>
                    <a:pt x="2210979" y="644768"/>
                  </a:cubicBezTo>
                  <a:cubicBezTo>
                    <a:pt x="2210979" y="666356"/>
                    <a:pt x="2193477" y="683855"/>
                    <a:pt x="2171887" y="683855"/>
                  </a:cubicBezTo>
                  <a:cubicBezTo>
                    <a:pt x="2150295" y="683855"/>
                    <a:pt x="2132800" y="666356"/>
                    <a:pt x="2132800" y="644768"/>
                  </a:cubicBezTo>
                  <a:cubicBezTo>
                    <a:pt x="2132800" y="623181"/>
                    <a:pt x="2150295" y="605682"/>
                    <a:pt x="2171887" y="605682"/>
                  </a:cubicBezTo>
                  <a:close/>
                  <a:moveTo>
                    <a:pt x="1798073" y="605682"/>
                  </a:moveTo>
                  <a:cubicBezTo>
                    <a:pt x="1819661" y="605682"/>
                    <a:pt x="1837146" y="623181"/>
                    <a:pt x="1837146" y="644768"/>
                  </a:cubicBezTo>
                  <a:cubicBezTo>
                    <a:pt x="1837146" y="666356"/>
                    <a:pt x="1819661" y="683855"/>
                    <a:pt x="1798073" y="683855"/>
                  </a:cubicBezTo>
                  <a:cubicBezTo>
                    <a:pt x="1776481" y="683855"/>
                    <a:pt x="1758966" y="666356"/>
                    <a:pt x="1758966" y="644768"/>
                  </a:cubicBezTo>
                  <a:cubicBezTo>
                    <a:pt x="1758966" y="623181"/>
                    <a:pt x="1776481" y="605682"/>
                    <a:pt x="1798073" y="605682"/>
                  </a:cubicBezTo>
                  <a:close/>
                  <a:moveTo>
                    <a:pt x="1703432" y="605682"/>
                  </a:moveTo>
                  <a:cubicBezTo>
                    <a:pt x="1725011" y="605682"/>
                    <a:pt x="1742522" y="623181"/>
                    <a:pt x="1742522" y="644768"/>
                  </a:cubicBezTo>
                  <a:cubicBezTo>
                    <a:pt x="1742522" y="666356"/>
                    <a:pt x="1725011" y="683855"/>
                    <a:pt x="1703432" y="683855"/>
                  </a:cubicBezTo>
                  <a:cubicBezTo>
                    <a:pt x="1681839" y="683855"/>
                    <a:pt x="1664351" y="666356"/>
                    <a:pt x="1664351" y="644768"/>
                  </a:cubicBezTo>
                  <a:cubicBezTo>
                    <a:pt x="1664351" y="623181"/>
                    <a:pt x="1681839" y="605682"/>
                    <a:pt x="1703432" y="605682"/>
                  </a:cubicBezTo>
                  <a:close/>
                  <a:moveTo>
                    <a:pt x="1611147" y="605682"/>
                  </a:moveTo>
                  <a:cubicBezTo>
                    <a:pt x="1632741" y="605682"/>
                    <a:pt x="1650245" y="623181"/>
                    <a:pt x="1650245" y="644768"/>
                  </a:cubicBezTo>
                  <a:cubicBezTo>
                    <a:pt x="1650245" y="666356"/>
                    <a:pt x="1632741" y="683855"/>
                    <a:pt x="1611147" y="683855"/>
                  </a:cubicBezTo>
                  <a:cubicBezTo>
                    <a:pt x="1589637" y="683855"/>
                    <a:pt x="1572140" y="666356"/>
                    <a:pt x="1572140" y="644768"/>
                  </a:cubicBezTo>
                  <a:cubicBezTo>
                    <a:pt x="1572140" y="623181"/>
                    <a:pt x="1589637" y="605682"/>
                    <a:pt x="1611147" y="605682"/>
                  </a:cubicBezTo>
                  <a:close/>
                  <a:moveTo>
                    <a:pt x="1232676" y="605682"/>
                  </a:moveTo>
                  <a:cubicBezTo>
                    <a:pt x="1254261" y="605682"/>
                    <a:pt x="1271747" y="623181"/>
                    <a:pt x="1271747" y="644768"/>
                  </a:cubicBezTo>
                  <a:cubicBezTo>
                    <a:pt x="1271747" y="666356"/>
                    <a:pt x="1254261" y="683855"/>
                    <a:pt x="1232676" y="683855"/>
                  </a:cubicBezTo>
                  <a:cubicBezTo>
                    <a:pt x="1211083" y="683855"/>
                    <a:pt x="1193590" y="666356"/>
                    <a:pt x="1193590" y="644768"/>
                  </a:cubicBezTo>
                  <a:cubicBezTo>
                    <a:pt x="1193590" y="623181"/>
                    <a:pt x="1211083" y="605682"/>
                    <a:pt x="1232676" y="605682"/>
                  </a:cubicBezTo>
                  <a:close/>
                  <a:moveTo>
                    <a:pt x="1142761" y="605682"/>
                  </a:moveTo>
                  <a:cubicBezTo>
                    <a:pt x="1164354" y="605682"/>
                    <a:pt x="1181853" y="623181"/>
                    <a:pt x="1181853" y="644768"/>
                  </a:cubicBezTo>
                  <a:cubicBezTo>
                    <a:pt x="1181853" y="666356"/>
                    <a:pt x="1164354" y="683855"/>
                    <a:pt x="1142761" y="683855"/>
                  </a:cubicBezTo>
                  <a:cubicBezTo>
                    <a:pt x="1121167" y="683855"/>
                    <a:pt x="1103661" y="666356"/>
                    <a:pt x="1103661" y="644768"/>
                  </a:cubicBezTo>
                  <a:cubicBezTo>
                    <a:pt x="1103661" y="623181"/>
                    <a:pt x="1121167" y="605682"/>
                    <a:pt x="1142761" y="605682"/>
                  </a:cubicBezTo>
                  <a:close/>
                  <a:moveTo>
                    <a:pt x="1045734" y="605682"/>
                  </a:moveTo>
                  <a:cubicBezTo>
                    <a:pt x="1067319" y="605682"/>
                    <a:pt x="1084825" y="623181"/>
                    <a:pt x="1084825" y="644768"/>
                  </a:cubicBezTo>
                  <a:cubicBezTo>
                    <a:pt x="1084825" y="666356"/>
                    <a:pt x="1067319" y="683855"/>
                    <a:pt x="1045734" y="683855"/>
                  </a:cubicBezTo>
                  <a:cubicBezTo>
                    <a:pt x="1024149" y="683855"/>
                    <a:pt x="1006653" y="666356"/>
                    <a:pt x="1006653" y="644768"/>
                  </a:cubicBezTo>
                  <a:cubicBezTo>
                    <a:pt x="1006653" y="623181"/>
                    <a:pt x="1024149" y="605682"/>
                    <a:pt x="1045734" y="605682"/>
                  </a:cubicBezTo>
                  <a:close/>
                  <a:moveTo>
                    <a:pt x="856487" y="605682"/>
                  </a:moveTo>
                  <a:cubicBezTo>
                    <a:pt x="878069" y="605682"/>
                    <a:pt x="895566" y="623181"/>
                    <a:pt x="895566" y="644768"/>
                  </a:cubicBezTo>
                  <a:cubicBezTo>
                    <a:pt x="895566" y="666356"/>
                    <a:pt x="878069" y="683855"/>
                    <a:pt x="856487" y="683855"/>
                  </a:cubicBezTo>
                  <a:cubicBezTo>
                    <a:pt x="834903" y="683855"/>
                    <a:pt x="817405" y="666356"/>
                    <a:pt x="817405" y="644768"/>
                  </a:cubicBezTo>
                  <a:cubicBezTo>
                    <a:pt x="817405" y="623181"/>
                    <a:pt x="834903" y="605682"/>
                    <a:pt x="856487" y="605682"/>
                  </a:cubicBezTo>
                  <a:close/>
                  <a:moveTo>
                    <a:pt x="764226" y="605682"/>
                  </a:moveTo>
                  <a:cubicBezTo>
                    <a:pt x="785811" y="605682"/>
                    <a:pt x="803309" y="623181"/>
                    <a:pt x="803309" y="644768"/>
                  </a:cubicBezTo>
                  <a:cubicBezTo>
                    <a:pt x="803309" y="666356"/>
                    <a:pt x="785811" y="683855"/>
                    <a:pt x="764226" y="683855"/>
                  </a:cubicBezTo>
                  <a:cubicBezTo>
                    <a:pt x="742635" y="683855"/>
                    <a:pt x="725145" y="666356"/>
                    <a:pt x="725145" y="644768"/>
                  </a:cubicBezTo>
                  <a:cubicBezTo>
                    <a:pt x="725145" y="623181"/>
                    <a:pt x="742635" y="605682"/>
                    <a:pt x="764226" y="605682"/>
                  </a:cubicBezTo>
                  <a:close/>
                  <a:moveTo>
                    <a:pt x="669584" y="605682"/>
                  </a:moveTo>
                  <a:cubicBezTo>
                    <a:pt x="691185" y="605682"/>
                    <a:pt x="708684" y="623181"/>
                    <a:pt x="708684" y="644768"/>
                  </a:cubicBezTo>
                  <a:cubicBezTo>
                    <a:pt x="708684" y="666356"/>
                    <a:pt x="691185" y="683855"/>
                    <a:pt x="669584" y="683855"/>
                  </a:cubicBezTo>
                  <a:cubicBezTo>
                    <a:pt x="648010" y="683855"/>
                    <a:pt x="630505" y="666356"/>
                    <a:pt x="630505" y="644768"/>
                  </a:cubicBezTo>
                  <a:cubicBezTo>
                    <a:pt x="630505" y="623181"/>
                    <a:pt x="648010" y="605682"/>
                    <a:pt x="669584" y="605682"/>
                  </a:cubicBezTo>
                  <a:close/>
                  <a:moveTo>
                    <a:pt x="577298" y="605682"/>
                  </a:moveTo>
                  <a:cubicBezTo>
                    <a:pt x="598894" y="605682"/>
                    <a:pt x="616400" y="623181"/>
                    <a:pt x="616400" y="644768"/>
                  </a:cubicBezTo>
                  <a:cubicBezTo>
                    <a:pt x="616400" y="666356"/>
                    <a:pt x="598894" y="683855"/>
                    <a:pt x="577298" y="683855"/>
                  </a:cubicBezTo>
                  <a:cubicBezTo>
                    <a:pt x="555705" y="683855"/>
                    <a:pt x="538200" y="666356"/>
                    <a:pt x="538200" y="644768"/>
                  </a:cubicBezTo>
                  <a:cubicBezTo>
                    <a:pt x="538200" y="623181"/>
                    <a:pt x="555705" y="605682"/>
                    <a:pt x="577298" y="605682"/>
                  </a:cubicBezTo>
                  <a:close/>
                  <a:moveTo>
                    <a:pt x="485012" y="605682"/>
                  </a:moveTo>
                  <a:cubicBezTo>
                    <a:pt x="506598" y="605682"/>
                    <a:pt x="524097" y="623181"/>
                    <a:pt x="524097" y="644768"/>
                  </a:cubicBezTo>
                  <a:cubicBezTo>
                    <a:pt x="524097" y="666356"/>
                    <a:pt x="506598" y="683855"/>
                    <a:pt x="485012" y="683855"/>
                  </a:cubicBezTo>
                  <a:cubicBezTo>
                    <a:pt x="463415" y="683855"/>
                    <a:pt x="445938" y="666356"/>
                    <a:pt x="445938" y="644768"/>
                  </a:cubicBezTo>
                  <a:cubicBezTo>
                    <a:pt x="445938" y="623181"/>
                    <a:pt x="463415" y="605682"/>
                    <a:pt x="485012" y="605682"/>
                  </a:cubicBezTo>
                  <a:close/>
                  <a:moveTo>
                    <a:pt x="390363" y="605682"/>
                  </a:moveTo>
                  <a:cubicBezTo>
                    <a:pt x="411947" y="605682"/>
                    <a:pt x="429464" y="623181"/>
                    <a:pt x="429464" y="644768"/>
                  </a:cubicBezTo>
                  <a:cubicBezTo>
                    <a:pt x="429464" y="666356"/>
                    <a:pt x="411947" y="683855"/>
                    <a:pt x="390363" y="683855"/>
                  </a:cubicBezTo>
                  <a:cubicBezTo>
                    <a:pt x="368797" y="683855"/>
                    <a:pt x="351296" y="666356"/>
                    <a:pt x="351296" y="644768"/>
                  </a:cubicBezTo>
                  <a:cubicBezTo>
                    <a:pt x="351296" y="623181"/>
                    <a:pt x="368797" y="605682"/>
                    <a:pt x="390363" y="605682"/>
                  </a:cubicBezTo>
                  <a:close/>
                  <a:moveTo>
                    <a:pt x="298093" y="605682"/>
                  </a:moveTo>
                  <a:cubicBezTo>
                    <a:pt x="319673" y="605682"/>
                    <a:pt x="337193" y="623181"/>
                    <a:pt x="337193" y="644768"/>
                  </a:cubicBezTo>
                  <a:cubicBezTo>
                    <a:pt x="337193" y="666356"/>
                    <a:pt x="319673" y="683855"/>
                    <a:pt x="298093" y="683855"/>
                  </a:cubicBezTo>
                  <a:cubicBezTo>
                    <a:pt x="276501" y="683855"/>
                    <a:pt x="259002" y="666356"/>
                    <a:pt x="259002" y="644768"/>
                  </a:cubicBezTo>
                  <a:cubicBezTo>
                    <a:pt x="259002" y="623181"/>
                    <a:pt x="276501" y="605682"/>
                    <a:pt x="298093" y="605682"/>
                  </a:cubicBezTo>
                  <a:close/>
                  <a:moveTo>
                    <a:pt x="327714" y="529629"/>
                  </a:moveTo>
                  <a:lnTo>
                    <a:pt x="337200" y="552513"/>
                  </a:lnTo>
                  <a:cubicBezTo>
                    <a:pt x="337200" y="574082"/>
                    <a:pt x="319679" y="591582"/>
                    <a:pt x="298099" y="591582"/>
                  </a:cubicBezTo>
                  <a:lnTo>
                    <a:pt x="285337" y="586297"/>
                  </a:lnTo>
                  <a:close/>
                  <a:moveTo>
                    <a:pt x="3205817" y="513426"/>
                  </a:moveTo>
                  <a:cubicBezTo>
                    <a:pt x="3227404" y="513426"/>
                    <a:pt x="3244904" y="530925"/>
                    <a:pt x="3244904" y="552512"/>
                  </a:cubicBezTo>
                  <a:cubicBezTo>
                    <a:pt x="3244904" y="574082"/>
                    <a:pt x="3227404" y="591582"/>
                    <a:pt x="3205817" y="591582"/>
                  </a:cubicBezTo>
                  <a:cubicBezTo>
                    <a:pt x="3184229" y="591582"/>
                    <a:pt x="3166729" y="574082"/>
                    <a:pt x="3166729" y="552512"/>
                  </a:cubicBezTo>
                  <a:cubicBezTo>
                    <a:pt x="3166729" y="530925"/>
                    <a:pt x="3184229" y="513426"/>
                    <a:pt x="3205817" y="513426"/>
                  </a:cubicBezTo>
                  <a:close/>
                  <a:moveTo>
                    <a:pt x="3111175" y="513426"/>
                  </a:moveTo>
                  <a:cubicBezTo>
                    <a:pt x="3132763" y="513426"/>
                    <a:pt x="3150263" y="530925"/>
                    <a:pt x="3150263" y="552512"/>
                  </a:cubicBezTo>
                  <a:cubicBezTo>
                    <a:pt x="3150263" y="574082"/>
                    <a:pt x="3132763" y="591582"/>
                    <a:pt x="3111175" y="591582"/>
                  </a:cubicBezTo>
                  <a:cubicBezTo>
                    <a:pt x="3089588" y="591582"/>
                    <a:pt x="3072088" y="574082"/>
                    <a:pt x="3072088" y="552512"/>
                  </a:cubicBezTo>
                  <a:cubicBezTo>
                    <a:pt x="3072088" y="530925"/>
                    <a:pt x="3089588" y="513426"/>
                    <a:pt x="3111175" y="513426"/>
                  </a:cubicBezTo>
                  <a:close/>
                  <a:moveTo>
                    <a:pt x="3018902" y="513426"/>
                  </a:moveTo>
                  <a:cubicBezTo>
                    <a:pt x="3040489" y="513426"/>
                    <a:pt x="3057989" y="530925"/>
                    <a:pt x="3057989" y="552512"/>
                  </a:cubicBezTo>
                  <a:cubicBezTo>
                    <a:pt x="3057989" y="574082"/>
                    <a:pt x="3040489" y="591582"/>
                    <a:pt x="3018902" y="591582"/>
                  </a:cubicBezTo>
                  <a:cubicBezTo>
                    <a:pt x="2997315" y="591582"/>
                    <a:pt x="2979815" y="574082"/>
                    <a:pt x="2979815" y="552512"/>
                  </a:cubicBezTo>
                  <a:cubicBezTo>
                    <a:pt x="2979815" y="530925"/>
                    <a:pt x="2997315" y="513426"/>
                    <a:pt x="3018902" y="513426"/>
                  </a:cubicBezTo>
                  <a:close/>
                  <a:moveTo>
                    <a:pt x="2924263" y="513426"/>
                  </a:moveTo>
                  <a:cubicBezTo>
                    <a:pt x="2945850" y="513426"/>
                    <a:pt x="2963349" y="530925"/>
                    <a:pt x="2963349" y="552512"/>
                  </a:cubicBezTo>
                  <a:cubicBezTo>
                    <a:pt x="2963349" y="574082"/>
                    <a:pt x="2945850" y="591582"/>
                    <a:pt x="2924263" y="591582"/>
                  </a:cubicBezTo>
                  <a:cubicBezTo>
                    <a:pt x="2902675" y="591582"/>
                    <a:pt x="2885175" y="574082"/>
                    <a:pt x="2885175" y="552512"/>
                  </a:cubicBezTo>
                  <a:cubicBezTo>
                    <a:pt x="2885175" y="530925"/>
                    <a:pt x="2902675" y="513426"/>
                    <a:pt x="2924263" y="513426"/>
                  </a:cubicBezTo>
                  <a:close/>
                  <a:moveTo>
                    <a:pt x="2831988" y="513426"/>
                  </a:moveTo>
                  <a:cubicBezTo>
                    <a:pt x="2853575" y="513426"/>
                    <a:pt x="2871075" y="530925"/>
                    <a:pt x="2871075" y="552512"/>
                  </a:cubicBezTo>
                  <a:cubicBezTo>
                    <a:pt x="2871075" y="574082"/>
                    <a:pt x="2853575" y="591582"/>
                    <a:pt x="2831988" y="591582"/>
                  </a:cubicBezTo>
                  <a:cubicBezTo>
                    <a:pt x="2810401" y="591582"/>
                    <a:pt x="2792901" y="574082"/>
                    <a:pt x="2792901" y="552512"/>
                  </a:cubicBezTo>
                  <a:cubicBezTo>
                    <a:pt x="2792901" y="530925"/>
                    <a:pt x="2810401" y="513426"/>
                    <a:pt x="2831988" y="513426"/>
                  </a:cubicBezTo>
                  <a:close/>
                  <a:moveTo>
                    <a:pt x="1984971" y="513426"/>
                  </a:moveTo>
                  <a:cubicBezTo>
                    <a:pt x="2006563" y="513426"/>
                    <a:pt x="2024068" y="530925"/>
                    <a:pt x="2024068" y="552513"/>
                  </a:cubicBezTo>
                  <a:cubicBezTo>
                    <a:pt x="2024068" y="574082"/>
                    <a:pt x="2006563" y="591582"/>
                    <a:pt x="1984971" y="591582"/>
                  </a:cubicBezTo>
                  <a:cubicBezTo>
                    <a:pt x="1963377" y="591582"/>
                    <a:pt x="1945873" y="574082"/>
                    <a:pt x="1945873" y="552513"/>
                  </a:cubicBezTo>
                  <a:cubicBezTo>
                    <a:pt x="1945873" y="530925"/>
                    <a:pt x="1963377" y="513426"/>
                    <a:pt x="1984971" y="513426"/>
                  </a:cubicBezTo>
                  <a:close/>
                  <a:moveTo>
                    <a:pt x="1890340" y="513426"/>
                  </a:moveTo>
                  <a:cubicBezTo>
                    <a:pt x="1911917" y="513426"/>
                    <a:pt x="1929413" y="530925"/>
                    <a:pt x="1929413" y="552513"/>
                  </a:cubicBezTo>
                  <a:cubicBezTo>
                    <a:pt x="1929413" y="574082"/>
                    <a:pt x="1911917" y="591582"/>
                    <a:pt x="1890340" y="591582"/>
                  </a:cubicBezTo>
                  <a:cubicBezTo>
                    <a:pt x="1868762" y="591582"/>
                    <a:pt x="1851255" y="574082"/>
                    <a:pt x="1851255" y="552513"/>
                  </a:cubicBezTo>
                  <a:cubicBezTo>
                    <a:pt x="1851255" y="530925"/>
                    <a:pt x="1868762" y="513426"/>
                    <a:pt x="1890340" y="513426"/>
                  </a:cubicBezTo>
                  <a:close/>
                  <a:moveTo>
                    <a:pt x="1798073" y="513426"/>
                  </a:moveTo>
                  <a:cubicBezTo>
                    <a:pt x="1819663" y="513426"/>
                    <a:pt x="1837149" y="530925"/>
                    <a:pt x="1837149" y="552513"/>
                  </a:cubicBezTo>
                  <a:cubicBezTo>
                    <a:pt x="1837149" y="574082"/>
                    <a:pt x="1819663" y="591582"/>
                    <a:pt x="1798073" y="591582"/>
                  </a:cubicBezTo>
                  <a:cubicBezTo>
                    <a:pt x="1776483" y="591582"/>
                    <a:pt x="1758966" y="574082"/>
                    <a:pt x="1758966" y="552513"/>
                  </a:cubicBezTo>
                  <a:cubicBezTo>
                    <a:pt x="1758966" y="530925"/>
                    <a:pt x="1776483" y="513426"/>
                    <a:pt x="1798073" y="513426"/>
                  </a:cubicBezTo>
                  <a:close/>
                  <a:moveTo>
                    <a:pt x="1703432" y="513426"/>
                  </a:moveTo>
                  <a:cubicBezTo>
                    <a:pt x="1725011" y="513426"/>
                    <a:pt x="1742522" y="530925"/>
                    <a:pt x="1742522" y="552513"/>
                  </a:cubicBezTo>
                  <a:cubicBezTo>
                    <a:pt x="1742522" y="574082"/>
                    <a:pt x="1725011" y="591582"/>
                    <a:pt x="1703432" y="591582"/>
                  </a:cubicBezTo>
                  <a:cubicBezTo>
                    <a:pt x="1681839" y="591582"/>
                    <a:pt x="1664351" y="574082"/>
                    <a:pt x="1664351" y="552513"/>
                  </a:cubicBezTo>
                  <a:cubicBezTo>
                    <a:pt x="1664351" y="530925"/>
                    <a:pt x="1681839" y="513426"/>
                    <a:pt x="1703432" y="513426"/>
                  </a:cubicBezTo>
                  <a:close/>
                  <a:moveTo>
                    <a:pt x="1611151" y="513426"/>
                  </a:moveTo>
                  <a:cubicBezTo>
                    <a:pt x="1632741" y="513426"/>
                    <a:pt x="1650245" y="530925"/>
                    <a:pt x="1650245" y="552513"/>
                  </a:cubicBezTo>
                  <a:cubicBezTo>
                    <a:pt x="1650245" y="574082"/>
                    <a:pt x="1632741" y="591582"/>
                    <a:pt x="1611151" y="591582"/>
                  </a:cubicBezTo>
                  <a:cubicBezTo>
                    <a:pt x="1589645" y="591582"/>
                    <a:pt x="1572147" y="574082"/>
                    <a:pt x="1572147" y="552513"/>
                  </a:cubicBezTo>
                  <a:cubicBezTo>
                    <a:pt x="1572147" y="530925"/>
                    <a:pt x="1589645" y="513426"/>
                    <a:pt x="1611151" y="513426"/>
                  </a:cubicBezTo>
                  <a:close/>
                  <a:moveTo>
                    <a:pt x="1232682" y="513426"/>
                  </a:moveTo>
                  <a:cubicBezTo>
                    <a:pt x="1254268" y="513426"/>
                    <a:pt x="1271755" y="530925"/>
                    <a:pt x="1271755" y="552513"/>
                  </a:cubicBezTo>
                  <a:cubicBezTo>
                    <a:pt x="1271755" y="574082"/>
                    <a:pt x="1254268" y="591582"/>
                    <a:pt x="1232682" y="591582"/>
                  </a:cubicBezTo>
                  <a:cubicBezTo>
                    <a:pt x="1211090" y="591582"/>
                    <a:pt x="1193598" y="574082"/>
                    <a:pt x="1193598" y="552513"/>
                  </a:cubicBezTo>
                  <a:cubicBezTo>
                    <a:pt x="1193598" y="530925"/>
                    <a:pt x="1211090" y="513426"/>
                    <a:pt x="1232682" y="513426"/>
                  </a:cubicBezTo>
                  <a:close/>
                  <a:moveTo>
                    <a:pt x="1142769" y="513426"/>
                  </a:moveTo>
                  <a:cubicBezTo>
                    <a:pt x="1164361" y="513426"/>
                    <a:pt x="1181859" y="530925"/>
                    <a:pt x="1181859" y="552513"/>
                  </a:cubicBezTo>
                  <a:cubicBezTo>
                    <a:pt x="1181859" y="574082"/>
                    <a:pt x="1164361" y="591582"/>
                    <a:pt x="1142769" y="591582"/>
                  </a:cubicBezTo>
                  <a:cubicBezTo>
                    <a:pt x="1121175" y="591582"/>
                    <a:pt x="1103669" y="574082"/>
                    <a:pt x="1103669" y="552513"/>
                  </a:cubicBezTo>
                  <a:cubicBezTo>
                    <a:pt x="1103669" y="530925"/>
                    <a:pt x="1121175" y="513426"/>
                    <a:pt x="1142769" y="513426"/>
                  </a:cubicBezTo>
                  <a:close/>
                  <a:moveTo>
                    <a:pt x="1045741" y="513426"/>
                  </a:moveTo>
                  <a:cubicBezTo>
                    <a:pt x="1067327" y="513426"/>
                    <a:pt x="1084832" y="530925"/>
                    <a:pt x="1084832" y="552513"/>
                  </a:cubicBezTo>
                  <a:cubicBezTo>
                    <a:pt x="1084832" y="574082"/>
                    <a:pt x="1067327" y="591582"/>
                    <a:pt x="1045741" y="591582"/>
                  </a:cubicBezTo>
                  <a:cubicBezTo>
                    <a:pt x="1024158" y="591582"/>
                    <a:pt x="1006661" y="574082"/>
                    <a:pt x="1006661" y="552513"/>
                  </a:cubicBezTo>
                  <a:cubicBezTo>
                    <a:pt x="1006661" y="530925"/>
                    <a:pt x="1024158" y="513426"/>
                    <a:pt x="1045741" y="513426"/>
                  </a:cubicBezTo>
                  <a:close/>
                  <a:moveTo>
                    <a:pt x="951119" y="513426"/>
                  </a:moveTo>
                  <a:cubicBezTo>
                    <a:pt x="972700" y="513426"/>
                    <a:pt x="990197" y="530925"/>
                    <a:pt x="990197" y="552513"/>
                  </a:cubicBezTo>
                  <a:cubicBezTo>
                    <a:pt x="990197" y="574082"/>
                    <a:pt x="972700" y="591582"/>
                    <a:pt x="951119" y="591582"/>
                  </a:cubicBezTo>
                  <a:cubicBezTo>
                    <a:pt x="929534" y="591582"/>
                    <a:pt x="912036" y="574082"/>
                    <a:pt x="912036" y="552513"/>
                  </a:cubicBezTo>
                  <a:cubicBezTo>
                    <a:pt x="912036" y="530925"/>
                    <a:pt x="929534" y="513426"/>
                    <a:pt x="951119" y="513426"/>
                  </a:cubicBezTo>
                  <a:close/>
                  <a:moveTo>
                    <a:pt x="856494" y="513426"/>
                  </a:moveTo>
                  <a:cubicBezTo>
                    <a:pt x="878077" y="513426"/>
                    <a:pt x="895574" y="530925"/>
                    <a:pt x="895574" y="552513"/>
                  </a:cubicBezTo>
                  <a:cubicBezTo>
                    <a:pt x="895574" y="574082"/>
                    <a:pt x="878077" y="591582"/>
                    <a:pt x="856494" y="591582"/>
                  </a:cubicBezTo>
                  <a:cubicBezTo>
                    <a:pt x="834910" y="591582"/>
                    <a:pt x="817413" y="574082"/>
                    <a:pt x="817413" y="552513"/>
                  </a:cubicBezTo>
                  <a:cubicBezTo>
                    <a:pt x="817413" y="530925"/>
                    <a:pt x="834910" y="513426"/>
                    <a:pt x="856494" y="513426"/>
                  </a:cubicBezTo>
                  <a:close/>
                  <a:moveTo>
                    <a:pt x="764235" y="513426"/>
                  </a:moveTo>
                  <a:cubicBezTo>
                    <a:pt x="785818" y="513426"/>
                    <a:pt x="803316" y="530925"/>
                    <a:pt x="803316" y="552513"/>
                  </a:cubicBezTo>
                  <a:cubicBezTo>
                    <a:pt x="803316" y="574082"/>
                    <a:pt x="785818" y="591582"/>
                    <a:pt x="764235" y="591582"/>
                  </a:cubicBezTo>
                  <a:cubicBezTo>
                    <a:pt x="742642" y="591582"/>
                    <a:pt x="725152" y="574082"/>
                    <a:pt x="725152" y="552513"/>
                  </a:cubicBezTo>
                  <a:cubicBezTo>
                    <a:pt x="725152" y="530925"/>
                    <a:pt x="742642" y="513426"/>
                    <a:pt x="764235" y="513426"/>
                  </a:cubicBezTo>
                  <a:close/>
                  <a:moveTo>
                    <a:pt x="669584" y="513426"/>
                  </a:moveTo>
                  <a:cubicBezTo>
                    <a:pt x="691193" y="513426"/>
                    <a:pt x="708691" y="530925"/>
                    <a:pt x="708691" y="552513"/>
                  </a:cubicBezTo>
                  <a:cubicBezTo>
                    <a:pt x="708691" y="574082"/>
                    <a:pt x="691193" y="591582"/>
                    <a:pt x="669584" y="591582"/>
                  </a:cubicBezTo>
                  <a:cubicBezTo>
                    <a:pt x="648018" y="591582"/>
                    <a:pt x="630513" y="574082"/>
                    <a:pt x="630513" y="552513"/>
                  </a:cubicBezTo>
                  <a:cubicBezTo>
                    <a:pt x="630513" y="530925"/>
                    <a:pt x="648018" y="513426"/>
                    <a:pt x="669584" y="513426"/>
                  </a:cubicBezTo>
                  <a:close/>
                  <a:moveTo>
                    <a:pt x="577307" y="513426"/>
                  </a:moveTo>
                  <a:cubicBezTo>
                    <a:pt x="598901" y="513426"/>
                    <a:pt x="616408" y="530925"/>
                    <a:pt x="616408" y="552513"/>
                  </a:cubicBezTo>
                  <a:cubicBezTo>
                    <a:pt x="616408" y="574082"/>
                    <a:pt x="598901" y="591582"/>
                    <a:pt x="577307" y="591582"/>
                  </a:cubicBezTo>
                  <a:cubicBezTo>
                    <a:pt x="555715" y="591582"/>
                    <a:pt x="538207" y="574082"/>
                    <a:pt x="538207" y="552513"/>
                  </a:cubicBezTo>
                  <a:cubicBezTo>
                    <a:pt x="538207" y="530925"/>
                    <a:pt x="555715" y="513426"/>
                    <a:pt x="577307" y="513426"/>
                  </a:cubicBezTo>
                  <a:close/>
                  <a:moveTo>
                    <a:pt x="485015" y="513426"/>
                  </a:moveTo>
                  <a:cubicBezTo>
                    <a:pt x="506608" y="513426"/>
                    <a:pt x="524104" y="530925"/>
                    <a:pt x="524104" y="552513"/>
                  </a:cubicBezTo>
                  <a:cubicBezTo>
                    <a:pt x="524104" y="574082"/>
                    <a:pt x="506608" y="591582"/>
                    <a:pt x="485015" y="591582"/>
                  </a:cubicBezTo>
                  <a:cubicBezTo>
                    <a:pt x="463419" y="591582"/>
                    <a:pt x="445948" y="574082"/>
                    <a:pt x="445948" y="552513"/>
                  </a:cubicBezTo>
                  <a:cubicBezTo>
                    <a:pt x="445948" y="530925"/>
                    <a:pt x="463419" y="513426"/>
                    <a:pt x="485015" y="513426"/>
                  </a:cubicBezTo>
                  <a:close/>
                  <a:moveTo>
                    <a:pt x="390371" y="513426"/>
                  </a:moveTo>
                  <a:cubicBezTo>
                    <a:pt x="411958" y="513426"/>
                    <a:pt x="429471" y="530925"/>
                    <a:pt x="429471" y="552513"/>
                  </a:cubicBezTo>
                  <a:cubicBezTo>
                    <a:pt x="429471" y="574082"/>
                    <a:pt x="411958" y="591582"/>
                    <a:pt x="390371" y="591582"/>
                  </a:cubicBezTo>
                  <a:cubicBezTo>
                    <a:pt x="368803" y="591582"/>
                    <a:pt x="351303" y="574082"/>
                    <a:pt x="351303" y="552513"/>
                  </a:cubicBezTo>
                  <a:cubicBezTo>
                    <a:pt x="351303" y="530925"/>
                    <a:pt x="368803" y="513426"/>
                    <a:pt x="390371" y="513426"/>
                  </a:cubicBezTo>
                  <a:close/>
                  <a:moveTo>
                    <a:pt x="409794" y="438656"/>
                  </a:moveTo>
                  <a:lnTo>
                    <a:pt x="418018" y="442062"/>
                  </a:lnTo>
                  <a:cubicBezTo>
                    <a:pt x="425096" y="449136"/>
                    <a:pt x="429475" y="458908"/>
                    <a:pt x="429475" y="469700"/>
                  </a:cubicBezTo>
                  <a:cubicBezTo>
                    <a:pt x="429475" y="491287"/>
                    <a:pt x="411958" y="508788"/>
                    <a:pt x="390371" y="508788"/>
                  </a:cubicBezTo>
                  <a:cubicBezTo>
                    <a:pt x="379591" y="508788"/>
                    <a:pt x="369825" y="504413"/>
                    <a:pt x="362754" y="497339"/>
                  </a:cubicBezTo>
                  <a:lnTo>
                    <a:pt x="360783" y="492581"/>
                  </a:lnTo>
                  <a:close/>
                  <a:moveTo>
                    <a:pt x="3111175" y="430614"/>
                  </a:moveTo>
                  <a:cubicBezTo>
                    <a:pt x="3132763" y="430614"/>
                    <a:pt x="3150263" y="448115"/>
                    <a:pt x="3150263" y="469701"/>
                  </a:cubicBezTo>
                  <a:cubicBezTo>
                    <a:pt x="3150263" y="491287"/>
                    <a:pt x="3132763" y="508790"/>
                    <a:pt x="3111175" y="508790"/>
                  </a:cubicBezTo>
                  <a:cubicBezTo>
                    <a:pt x="3089588" y="508790"/>
                    <a:pt x="3072088" y="491287"/>
                    <a:pt x="3072088" y="469701"/>
                  </a:cubicBezTo>
                  <a:cubicBezTo>
                    <a:pt x="3072088" y="448115"/>
                    <a:pt x="3089588" y="430614"/>
                    <a:pt x="3111175" y="430614"/>
                  </a:cubicBezTo>
                  <a:close/>
                  <a:moveTo>
                    <a:pt x="3018902" y="430614"/>
                  </a:moveTo>
                  <a:cubicBezTo>
                    <a:pt x="3040489" y="430614"/>
                    <a:pt x="3057989" y="448115"/>
                    <a:pt x="3057989" y="469701"/>
                  </a:cubicBezTo>
                  <a:cubicBezTo>
                    <a:pt x="3057989" y="491287"/>
                    <a:pt x="3040489" y="508790"/>
                    <a:pt x="3018902" y="508790"/>
                  </a:cubicBezTo>
                  <a:cubicBezTo>
                    <a:pt x="2997315" y="508790"/>
                    <a:pt x="2979815" y="491287"/>
                    <a:pt x="2979815" y="469701"/>
                  </a:cubicBezTo>
                  <a:cubicBezTo>
                    <a:pt x="2979815" y="448115"/>
                    <a:pt x="2997315" y="430614"/>
                    <a:pt x="3018902" y="430614"/>
                  </a:cubicBezTo>
                  <a:close/>
                  <a:moveTo>
                    <a:pt x="2924263" y="430613"/>
                  </a:moveTo>
                  <a:cubicBezTo>
                    <a:pt x="2945850" y="430613"/>
                    <a:pt x="2963349" y="448114"/>
                    <a:pt x="2963349" y="469699"/>
                  </a:cubicBezTo>
                  <a:cubicBezTo>
                    <a:pt x="2963349" y="491287"/>
                    <a:pt x="2945850" y="508788"/>
                    <a:pt x="2924263" y="508788"/>
                  </a:cubicBezTo>
                  <a:cubicBezTo>
                    <a:pt x="2902675" y="508788"/>
                    <a:pt x="2885175" y="491287"/>
                    <a:pt x="2885175" y="469699"/>
                  </a:cubicBezTo>
                  <a:cubicBezTo>
                    <a:pt x="2885175" y="448114"/>
                    <a:pt x="2902675" y="430613"/>
                    <a:pt x="2924263" y="430613"/>
                  </a:cubicBezTo>
                  <a:close/>
                  <a:moveTo>
                    <a:pt x="2079618" y="430613"/>
                  </a:moveTo>
                  <a:cubicBezTo>
                    <a:pt x="2101211" y="430613"/>
                    <a:pt x="2118703" y="448114"/>
                    <a:pt x="2118703" y="469699"/>
                  </a:cubicBezTo>
                  <a:cubicBezTo>
                    <a:pt x="2118703" y="491287"/>
                    <a:pt x="2101211" y="508788"/>
                    <a:pt x="2079618" y="508788"/>
                  </a:cubicBezTo>
                  <a:cubicBezTo>
                    <a:pt x="2058036" y="508788"/>
                    <a:pt x="2040537" y="491287"/>
                    <a:pt x="2040537" y="469699"/>
                  </a:cubicBezTo>
                  <a:cubicBezTo>
                    <a:pt x="2040537" y="448114"/>
                    <a:pt x="2058036" y="430613"/>
                    <a:pt x="2079618" y="430613"/>
                  </a:cubicBezTo>
                  <a:close/>
                  <a:moveTo>
                    <a:pt x="1984971" y="430613"/>
                  </a:moveTo>
                  <a:cubicBezTo>
                    <a:pt x="2006563" y="430613"/>
                    <a:pt x="2024068" y="448114"/>
                    <a:pt x="2024068" y="469699"/>
                  </a:cubicBezTo>
                  <a:cubicBezTo>
                    <a:pt x="2024068" y="491287"/>
                    <a:pt x="2006563" y="508788"/>
                    <a:pt x="1984971" y="508788"/>
                  </a:cubicBezTo>
                  <a:cubicBezTo>
                    <a:pt x="1963377" y="508788"/>
                    <a:pt x="1945873" y="491287"/>
                    <a:pt x="1945873" y="469699"/>
                  </a:cubicBezTo>
                  <a:cubicBezTo>
                    <a:pt x="1945873" y="448114"/>
                    <a:pt x="1963377" y="430613"/>
                    <a:pt x="1984971" y="430613"/>
                  </a:cubicBezTo>
                  <a:close/>
                  <a:moveTo>
                    <a:pt x="1890340" y="430613"/>
                  </a:moveTo>
                  <a:cubicBezTo>
                    <a:pt x="1911917" y="430613"/>
                    <a:pt x="1929413" y="448114"/>
                    <a:pt x="1929413" y="469699"/>
                  </a:cubicBezTo>
                  <a:cubicBezTo>
                    <a:pt x="1929413" y="491287"/>
                    <a:pt x="1911917" y="508788"/>
                    <a:pt x="1890340" y="508788"/>
                  </a:cubicBezTo>
                  <a:cubicBezTo>
                    <a:pt x="1868762" y="508788"/>
                    <a:pt x="1851255" y="491287"/>
                    <a:pt x="1851255" y="469699"/>
                  </a:cubicBezTo>
                  <a:cubicBezTo>
                    <a:pt x="1851255" y="448114"/>
                    <a:pt x="1868762" y="430613"/>
                    <a:pt x="1890340" y="430613"/>
                  </a:cubicBezTo>
                  <a:close/>
                  <a:moveTo>
                    <a:pt x="1798073" y="430613"/>
                  </a:moveTo>
                  <a:cubicBezTo>
                    <a:pt x="1819663" y="430613"/>
                    <a:pt x="1837149" y="448114"/>
                    <a:pt x="1837149" y="469699"/>
                  </a:cubicBezTo>
                  <a:cubicBezTo>
                    <a:pt x="1837149" y="491287"/>
                    <a:pt x="1819663" y="508788"/>
                    <a:pt x="1798073" y="508788"/>
                  </a:cubicBezTo>
                  <a:cubicBezTo>
                    <a:pt x="1776483" y="508788"/>
                    <a:pt x="1758966" y="491287"/>
                    <a:pt x="1758966" y="469699"/>
                  </a:cubicBezTo>
                  <a:cubicBezTo>
                    <a:pt x="1758966" y="448114"/>
                    <a:pt x="1776483" y="430613"/>
                    <a:pt x="1798073" y="430613"/>
                  </a:cubicBezTo>
                  <a:close/>
                  <a:moveTo>
                    <a:pt x="1703435" y="430613"/>
                  </a:moveTo>
                  <a:cubicBezTo>
                    <a:pt x="1725015" y="430613"/>
                    <a:pt x="1742524" y="448114"/>
                    <a:pt x="1742524" y="469699"/>
                  </a:cubicBezTo>
                  <a:cubicBezTo>
                    <a:pt x="1742524" y="491287"/>
                    <a:pt x="1725015" y="508788"/>
                    <a:pt x="1703435" y="508788"/>
                  </a:cubicBezTo>
                  <a:cubicBezTo>
                    <a:pt x="1681841" y="508788"/>
                    <a:pt x="1664351" y="491287"/>
                    <a:pt x="1664351" y="469699"/>
                  </a:cubicBezTo>
                  <a:cubicBezTo>
                    <a:pt x="1664351" y="448114"/>
                    <a:pt x="1681841" y="430613"/>
                    <a:pt x="1703435" y="430613"/>
                  </a:cubicBezTo>
                  <a:close/>
                  <a:moveTo>
                    <a:pt x="1611151" y="430613"/>
                  </a:moveTo>
                  <a:cubicBezTo>
                    <a:pt x="1632741" y="430613"/>
                    <a:pt x="1650245" y="448114"/>
                    <a:pt x="1650245" y="469699"/>
                  </a:cubicBezTo>
                  <a:cubicBezTo>
                    <a:pt x="1650245" y="491287"/>
                    <a:pt x="1632741" y="508788"/>
                    <a:pt x="1611151" y="508788"/>
                  </a:cubicBezTo>
                  <a:cubicBezTo>
                    <a:pt x="1589649" y="508788"/>
                    <a:pt x="1572151" y="491287"/>
                    <a:pt x="1572151" y="469699"/>
                  </a:cubicBezTo>
                  <a:cubicBezTo>
                    <a:pt x="1572151" y="448114"/>
                    <a:pt x="1589649" y="430613"/>
                    <a:pt x="1611151" y="430613"/>
                  </a:cubicBezTo>
                  <a:close/>
                  <a:moveTo>
                    <a:pt x="1516598" y="430613"/>
                  </a:moveTo>
                  <a:cubicBezTo>
                    <a:pt x="1538184" y="430613"/>
                    <a:pt x="1555687" y="448114"/>
                    <a:pt x="1555687" y="469699"/>
                  </a:cubicBezTo>
                  <a:cubicBezTo>
                    <a:pt x="1555687" y="491287"/>
                    <a:pt x="1538184" y="508788"/>
                    <a:pt x="1516598" y="508788"/>
                  </a:cubicBezTo>
                  <a:cubicBezTo>
                    <a:pt x="1495008" y="508788"/>
                    <a:pt x="1477507" y="491287"/>
                    <a:pt x="1477507" y="469699"/>
                  </a:cubicBezTo>
                  <a:cubicBezTo>
                    <a:pt x="1477507" y="448114"/>
                    <a:pt x="1495008" y="430613"/>
                    <a:pt x="1516598" y="430613"/>
                  </a:cubicBezTo>
                  <a:close/>
                  <a:moveTo>
                    <a:pt x="1045749" y="430613"/>
                  </a:moveTo>
                  <a:cubicBezTo>
                    <a:pt x="1067333" y="430613"/>
                    <a:pt x="1084837" y="448114"/>
                    <a:pt x="1084837" y="469699"/>
                  </a:cubicBezTo>
                  <a:cubicBezTo>
                    <a:pt x="1084837" y="491287"/>
                    <a:pt x="1067333" y="508788"/>
                    <a:pt x="1045749" y="508788"/>
                  </a:cubicBezTo>
                  <a:cubicBezTo>
                    <a:pt x="1024164" y="508788"/>
                    <a:pt x="1006666" y="491287"/>
                    <a:pt x="1006666" y="469699"/>
                  </a:cubicBezTo>
                  <a:cubicBezTo>
                    <a:pt x="1006666" y="448114"/>
                    <a:pt x="1024164" y="430613"/>
                    <a:pt x="1045749" y="430613"/>
                  </a:cubicBezTo>
                  <a:close/>
                  <a:moveTo>
                    <a:pt x="951124" y="430613"/>
                  </a:moveTo>
                  <a:cubicBezTo>
                    <a:pt x="972705" y="430613"/>
                    <a:pt x="990202" y="448114"/>
                    <a:pt x="990202" y="469699"/>
                  </a:cubicBezTo>
                  <a:cubicBezTo>
                    <a:pt x="990202" y="491287"/>
                    <a:pt x="972705" y="508788"/>
                    <a:pt x="951124" y="508788"/>
                  </a:cubicBezTo>
                  <a:cubicBezTo>
                    <a:pt x="929541" y="508788"/>
                    <a:pt x="912041" y="491287"/>
                    <a:pt x="912041" y="469699"/>
                  </a:cubicBezTo>
                  <a:cubicBezTo>
                    <a:pt x="912041" y="448114"/>
                    <a:pt x="929541" y="430613"/>
                    <a:pt x="951124" y="430613"/>
                  </a:cubicBezTo>
                  <a:close/>
                  <a:moveTo>
                    <a:pt x="856499" y="430613"/>
                  </a:moveTo>
                  <a:cubicBezTo>
                    <a:pt x="878082" y="430613"/>
                    <a:pt x="895578" y="448115"/>
                    <a:pt x="895578" y="469699"/>
                  </a:cubicBezTo>
                  <a:cubicBezTo>
                    <a:pt x="895578" y="491287"/>
                    <a:pt x="878082" y="508788"/>
                    <a:pt x="856499" y="508788"/>
                  </a:cubicBezTo>
                  <a:cubicBezTo>
                    <a:pt x="834915" y="508788"/>
                    <a:pt x="817418" y="491287"/>
                    <a:pt x="817418" y="469699"/>
                  </a:cubicBezTo>
                  <a:cubicBezTo>
                    <a:pt x="817418" y="448115"/>
                    <a:pt x="834915" y="430613"/>
                    <a:pt x="856499" y="430613"/>
                  </a:cubicBezTo>
                  <a:close/>
                  <a:moveTo>
                    <a:pt x="764240" y="430613"/>
                  </a:moveTo>
                  <a:cubicBezTo>
                    <a:pt x="785824" y="430613"/>
                    <a:pt x="803321" y="448115"/>
                    <a:pt x="803321" y="469699"/>
                  </a:cubicBezTo>
                  <a:cubicBezTo>
                    <a:pt x="803321" y="491287"/>
                    <a:pt x="785824" y="508788"/>
                    <a:pt x="764240" y="508788"/>
                  </a:cubicBezTo>
                  <a:cubicBezTo>
                    <a:pt x="742646" y="508788"/>
                    <a:pt x="725157" y="491287"/>
                    <a:pt x="725157" y="469699"/>
                  </a:cubicBezTo>
                  <a:cubicBezTo>
                    <a:pt x="725157" y="448115"/>
                    <a:pt x="742646" y="430613"/>
                    <a:pt x="764240" y="430613"/>
                  </a:cubicBezTo>
                  <a:close/>
                  <a:moveTo>
                    <a:pt x="669597" y="430613"/>
                  </a:moveTo>
                  <a:cubicBezTo>
                    <a:pt x="691199" y="430613"/>
                    <a:pt x="708695" y="448115"/>
                    <a:pt x="708695" y="469699"/>
                  </a:cubicBezTo>
                  <a:cubicBezTo>
                    <a:pt x="708695" y="491287"/>
                    <a:pt x="691199" y="508788"/>
                    <a:pt x="669597" y="508788"/>
                  </a:cubicBezTo>
                  <a:cubicBezTo>
                    <a:pt x="648023" y="508788"/>
                    <a:pt x="630517" y="491287"/>
                    <a:pt x="630517" y="469699"/>
                  </a:cubicBezTo>
                  <a:cubicBezTo>
                    <a:pt x="630517" y="448115"/>
                    <a:pt x="648023" y="430613"/>
                    <a:pt x="669597" y="430613"/>
                  </a:cubicBezTo>
                  <a:close/>
                  <a:moveTo>
                    <a:pt x="577311" y="430613"/>
                  </a:moveTo>
                  <a:cubicBezTo>
                    <a:pt x="598906" y="430613"/>
                    <a:pt x="616412" y="448115"/>
                    <a:pt x="616412" y="469700"/>
                  </a:cubicBezTo>
                  <a:cubicBezTo>
                    <a:pt x="616412" y="491287"/>
                    <a:pt x="598906" y="508788"/>
                    <a:pt x="577311" y="508788"/>
                  </a:cubicBezTo>
                  <a:cubicBezTo>
                    <a:pt x="555718" y="508788"/>
                    <a:pt x="538213" y="491287"/>
                    <a:pt x="538213" y="469700"/>
                  </a:cubicBezTo>
                  <a:cubicBezTo>
                    <a:pt x="538213" y="448115"/>
                    <a:pt x="555718" y="430613"/>
                    <a:pt x="577311" y="430613"/>
                  </a:cubicBezTo>
                  <a:close/>
                  <a:moveTo>
                    <a:pt x="485025" y="430613"/>
                  </a:moveTo>
                  <a:cubicBezTo>
                    <a:pt x="506612" y="430613"/>
                    <a:pt x="524109" y="448115"/>
                    <a:pt x="524109" y="469700"/>
                  </a:cubicBezTo>
                  <a:cubicBezTo>
                    <a:pt x="524109" y="491287"/>
                    <a:pt x="506612" y="508788"/>
                    <a:pt x="485025" y="508788"/>
                  </a:cubicBezTo>
                  <a:cubicBezTo>
                    <a:pt x="463427" y="508788"/>
                    <a:pt x="445951" y="491287"/>
                    <a:pt x="445951" y="469700"/>
                  </a:cubicBezTo>
                  <a:cubicBezTo>
                    <a:pt x="445951" y="448115"/>
                    <a:pt x="463427" y="430613"/>
                    <a:pt x="485025" y="430613"/>
                  </a:cubicBezTo>
                  <a:close/>
                  <a:moveTo>
                    <a:pt x="493081" y="353508"/>
                  </a:moveTo>
                  <a:lnTo>
                    <a:pt x="512664" y="361620"/>
                  </a:lnTo>
                  <a:cubicBezTo>
                    <a:pt x="519737" y="368693"/>
                    <a:pt x="524111" y="378465"/>
                    <a:pt x="524111" y="389259"/>
                  </a:cubicBezTo>
                  <a:cubicBezTo>
                    <a:pt x="524111" y="410845"/>
                    <a:pt x="506614" y="428346"/>
                    <a:pt x="485026" y="428346"/>
                  </a:cubicBezTo>
                  <a:cubicBezTo>
                    <a:pt x="474228" y="428346"/>
                    <a:pt x="464460" y="423970"/>
                    <a:pt x="457392" y="416897"/>
                  </a:cubicBezTo>
                  <a:lnTo>
                    <a:pt x="448688" y="395861"/>
                  </a:lnTo>
                  <a:lnTo>
                    <a:pt x="459172" y="384326"/>
                  </a:lnTo>
                  <a:close/>
                  <a:moveTo>
                    <a:pt x="2079618" y="350171"/>
                  </a:moveTo>
                  <a:cubicBezTo>
                    <a:pt x="2101211" y="350171"/>
                    <a:pt x="2118703" y="367670"/>
                    <a:pt x="2118703" y="389259"/>
                  </a:cubicBezTo>
                  <a:cubicBezTo>
                    <a:pt x="2118703" y="410845"/>
                    <a:pt x="2101211" y="428346"/>
                    <a:pt x="2079618" y="428346"/>
                  </a:cubicBezTo>
                  <a:cubicBezTo>
                    <a:pt x="2058036" y="428346"/>
                    <a:pt x="2040537" y="410845"/>
                    <a:pt x="2040537" y="389259"/>
                  </a:cubicBezTo>
                  <a:cubicBezTo>
                    <a:pt x="2040537" y="367670"/>
                    <a:pt x="2058036" y="350171"/>
                    <a:pt x="2079618" y="350171"/>
                  </a:cubicBezTo>
                  <a:close/>
                  <a:moveTo>
                    <a:pt x="1984971" y="350171"/>
                  </a:moveTo>
                  <a:cubicBezTo>
                    <a:pt x="2006563" y="350171"/>
                    <a:pt x="2024068" y="367670"/>
                    <a:pt x="2024068" y="389259"/>
                  </a:cubicBezTo>
                  <a:cubicBezTo>
                    <a:pt x="2024068" y="410845"/>
                    <a:pt x="2006563" y="428346"/>
                    <a:pt x="1984971" y="428346"/>
                  </a:cubicBezTo>
                  <a:cubicBezTo>
                    <a:pt x="1963377" y="428346"/>
                    <a:pt x="1945873" y="410845"/>
                    <a:pt x="1945873" y="389259"/>
                  </a:cubicBezTo>
                  <a:cubicBezTo>
                    <a:pt x="1945873" y="367670"/>
                    <a:pt x="1963377" y="350171"/>
                    <a:pt x="1984971" y="350171"/>
                  </a:cubicBezTo>
                  <a:close/>
                  <a:moveTo>
                    <a:pt x="1890340" y="350171"/>
                  </a:moveTo>
                  <a:cubicBezTo>
                    <a:pt x="1911917" y="350171"/>
                    <a:pt x="1929413" y="367670"/>
                    <a:pt x="1929413" y="389259"/>
                  </a:cubicBezTo>
                  <a:cubicBezTo>
                    <a:pt x="1929413" y="410845"/>
                    <a:pt x="1911917" y="428346"/>
                    <a:pt x="1890340" y="428346"/>
                  </a:cubicBezTo>
                  <a:cubicBezTo>
                    <a:pt x="1868762" y="428346"/>
                    <a:pt x="1851255" y="410845"/>
                    <a:pt x="1851255" y="389259"/>
                  </a:cubicBezTo>
                  <a:cubicBezTo>
                    <a:pt x="1851255" y="367670"/>
                    <a:pt x="1868762" y="350171"/>
                    <a:pt x="1890340" y="350171"/>
                  </a:cubicBezTo>
                  <a:close/>
                  <a:moveTo>
                    <a:pt x="1798073" y="350171"/>
                  </a:moveTo>
                  <a:cubicBezTo>
                    <a:pt x="1819663" y="350171"/>
                    <a:pt x="1837149" y="367670"/>
                    <a:pt x="1837149" y="389259"/>
                  </a:cubicBezTo>
                  <a:cubicBezTo>
                    <a:pt x="1837149" y="410845"/>
                    <a:pt x="1819663" y="428346"/>
                    <a:pt x="1798073" y="428346"/>
                  </a:cubicBezTo>
                  <a:cubicBezTo>
                    <a:pt x="1776483" y="428346"/>
                    <a:pt x="1758966" y="410845"/>
                    <a:pt x="1758966" y="389259"/>
                  </a:cubicBezTo>
                  <a:cubicBezTo>
                    <a:pt x="1758966" y="367670"/>
                    <a:pt x="1776483" y="350171"/>
                    <a:pt x="1798073" y="350171"/>
                  </a:cubicBezTo>
                  <a:close/>
                  <a:moveTo>
                    <a:pt x="1703435" y="350171"/>
                  </a:moveTo>
                  <a:cubicBezTo>
                    <a:pt x="1725015" y="350171"/>
                    <a:pt x="1742524" y="367670"/>
                    <a:pt x="1742524" y="389259"/>
                  </a:cubicBezTo>
                  <a:cubicBezTo>
                    <a:pt x="1742524" y="410845"/>
                    <a:pt x="1725015" y="428346"/>
                    <a:pt x="1703435" y="428346"/>
                  </a:cubicBezTo>
                  <a:cubicBezTo>
                    <a:pt x="1681841" y="428346"/>
                    <a:pt x="1664351" y="410845"/>
                    <a:pt x="1664351" y="389259"/>
                  </a:cubicBezTo>
                  <a:cubicBezTo>
                    <a:pt x="1664351" y="367670"/>
                    <a:pt x="1681841" y="350171"/>
                    <a:pt x="1703435" y="350171"/>
                  </a:cubicBezTo>
                  <a:close/>
                  <a:moveTo>
                    <a:pt x="1611151" y="350171"/>
                  </a:moveTo>
                  <a:cubicBezTo>
                    <a:pt x="1632741" y="350171"/>
                    <a:pt x="1650245" y="367670"/>
                    <a:pt x="1650245" y="389259"/>
                  </a:cubicBezTo>
                  <a:cubicBezTo>
                    <a:pt x="1650245" y="410845"/>
                    <a:pt x="1632741" y="428346"/>
                    <a:pt x="1611151" y="428346"/>
                  </a:cubicBezTo>
                  <a:cubicBezTo>
                    <a:pt x="1589652" y="428346"/>
                    <a:pt x="1572155" y="410845"/>
                    <a:pt x="1572155" y="389259"/>
                  </a:cubicBezTo>
                  <a:cubicBezTo>
                    <a:pt x="1572155" y="367670"/>
                    <a:pt x="1589652" y="350171"/>
                    <a:pt x="1611151" y="350171"/>
                  </a:cubicBezTo>
                  <a:close/>
                  <a:moveTo>
                    <a:pt x="1516602" y="350171"/>
                  </a:moveTo>
                  <a:cubicBezTo>
                    <a:pt x="1538185" y="350171"/>
                    <a:pt x="1555690" y="367670"/>
                    <a:pt x="1555690" y="389259"/>
                  </a:cubicBezTo>
                  <a:cubicBezTo>
                    <a:pt x="1555690" y="410845"/>
                    <a:pt x="1538185" y="428346"/>
                    <a:pt x="1516602" y="428346"/>
                  </a:cubicBezTo>
                  <a:cubicBezTo>
                    <a:pt x="1495010" y="428346"/>
                    <a:pt x="1477510" y="410845"/>
                    <a:pt x="1477510" y="389259"/>
                  </a:cubicBezTo>
                  <a:cubicBezTo>
                    <a:pt x="1477510" y="367670"/>
                    <a:pt x="1495010" y="350171"/>
                    <a:pt x="1516602" y="350171"/>
                  </a:cubicBezTo>
                  <a:close/>
                  <a:moveTo>
                    <a:pt x="951124" y="350171"/>
                  </a:moveTo>
                  <a:cubicBezTo>
                    <a:pt x="972708" y="350171"/>
                    <a:pt x="990204" y="367670"/>
                    <a:pt x="990204" y="389259"/>
                  </a:cubicBezTo>
                  <a:cubicBezTo>
                    <a:pt x="990204" y="410845"/>
                    <a:pt x="972708" y="428346"/>
                    <a:pt x="951124" y="428346"/>
                  </a:cubicBezTo>
                  <a:cubicBezTo>
                    <a:pt x="929543" y="428346"/>
                    <a:pt x="912042" y="410845"/>
                    <a:pt x="912042" y="389259"/>
                  </a:cubicBezTo>
                  <a:cubicBezTo>
                    <a:pt x="912042" y="367670"/>
                    <a:pt x="929543" y="350171"/>
                    <a:pt x="951124" y="350171"/>
                  </a:cubicBezTo>
                  <a:close/>
                  <a:moveTo>
                    <a:pt x="856501" y="350171"/>
                  </a:moveTo>
                  <a:cubicBezTo>
                    <a:pt x="878085" y="350171"/>
                    <a:pt x="895581" y="367670"/>
                    <a:pt x="895581" y="389259"/>
                  </a:cubicBezTo>
                  <a:cubicBezTo>
                    <a:pt x="895581" y="410845"/>
                    <a:pt x="878085" y="428346"/>
                    <a:pt x="856501" y="428346"/>
                  </a:cubicBezTo>
                  <a:cubicBezTo>
                    <a:pt x="834918" y="428346"/>
                    <a:pt x="817421" y="410845"/>
                    <a:pt x="817421" y="389259"/>
                  </a:cubicBezTo>
                  <a:cubicBezTo>
                    <a:pt x="817421" y="367670"/>
                    <a:pt x="834918" y="350171"/>
                    <a:pt x="856501" y="350171"/>
                  </a:cubicBezTo>
                  <a:close/>
                  <a:moveTo>
                    <a:pt x="764243" y="350171"/>
                  </a:moveTo>
                  <a:cubicBezTo>
                    <a:pt x="785826" y="350171"/>
                    <a:pt x="803324" y="367671"/>
                    <a:pt x="803324" y="389259"/>
                  </a:cubicBezTo>
                  <a:cubicBezTo>
                    <a:pt x="803324" y="410845"/>
                    <a:pt x="785826" y="428346"/>
                    <a:pt x="764243" y="428346"/>
                  </a:cubicBezTo>
                  <a:cubicBezTo>
                    <a:pt x="742651" y="428346"/>
                    <a:pt x="725160" y="410845"/>
                    <a:pt x="725160" y="389259"/>
                  </a:cubicBezTo>
                  <a:cubicBezTo>
                    <a:pt x="725160" y="367671"/>
                    <a:pt x="742651" y="350171"/>
                    <a:pt x="764243" y="350171"/>
                  </a:cubicBezTo>
                  <a:close/>
                  <a:moveTo>
                    <a:pt x="669597" y="350171"/>
                  </a:moveTo>
                  <a:cubicBezTo>
                    <a:pt x="691200" y="350171"/>
                    <a:pt x="708698" y="367671"/>
                    <a:pt x="708698" y="389259"/>
                  </a:cubicBezTo>
                  <a:cubicBezTo>
                    <a:pt x="708698" y="410845"/>
                    <a:pt x="691200" y="428346"/>
                    <a:pt x="669597" y="428346"/>
                  </a:cubicBezTo>
                  <a:cubicBezTo>
                    <a:pt x="648024" y="428346"/>
                    <a:pt x="630519" y="410845"/>
                    <a:pt x="630519" y="389259"/>
                  </a:cubicBezTo>
                  <a:cubicBezTo>
                    <a:pt x="630519" y="367671"/>
                    <a:pt x="648024" y="350171"/>
                    <a:pt x="669597" y="350171"/>
                  </a:cubicBezTo>
                  <a:close/>
                  <a:moveTo>
                    <a:pt x="577316" y="350171"/>
                  </a:moveTo>
                  <a:cubicBezTo>
                    <a:pt x="598910" y="350171"/>
                    <a:pt x="616414" y="367671"/>
                    <a:pt x="616414" y="389259"/>
                  </a:cubicBezTo>
                  <a:cubicBezTo>
                    <a:pt x="616414" y="410845"/>
                    <a:pt x="598910" y="428346"/>
                    <a:pt x="577316" y="428346"/>
                  </a:cubicBezTo>
                  <a:cubicBezTo>
                    <a:pt x="555721" y="428346"/>
                    <a:pt x="538216" y="410845"/>
                    <a:pt x="538216" y="389259"/>
                  </a:cubicBezTo>
                  <a:cubicBezTo>
                    <a:pt x="538216" y="367671"/>
                    <a:pt x="555721" y="350171"/>
                    <a:pt x="577316" y="350171"/>
                  </a:cubicBezTo>
                  <a:close/>
                  <a:moveTo>
                    <a:pt x="591716" y="263862"/>
                  </a:moveTo>
                  <a:lnTo>
                    <a:pt x="604964" y="269347"/>
                  </a:lnTo>
                  <a:cubicBezTo>
                    <a:pt x="612039" y="276420"/>
                    <a:pt x="616416" y="286192"/>
                    <a:pt x="616416" y="296985"/>
                  </a:cubicBezTo>
                  <a:cubicBezTo>
                    <a:pt x="616416" y="318571"/>
                    <a:pt x="598910" y="336071"/>
                    <a:pt x="577316" y="336071"/>
                  </a:cubicBezTo>
                  <a:cubicBezTo>
                    <a:pt x="566520" y="336071"/>
                    <a:pt x="556745" y="331696"/>
                    <a:pt x="549670" y="324623"/>
                  </a:cubicBezTo>
                  <a:lnTo>
                    <a:pt x="542883" y="308244"/>
                  </a:lnTo>
                  <a:close/>
                  <a:moveTo>
                    <a:pt x="951129" y="257899"/>
                  </a:moveTo>
                  <a:cubicBezTo>
                    <a:pt x="972708" y="257899"/>
                    <a:pt x="990205" y="275398"/>
                    <a:pt x="990205" y="296985"/>
                  </a:cubicBezTo>
                  <a:cubicBezTo>
                    <a:pt x="990205" y="318571"/>
                    <a:pt x="972708" y="336070"/>
                    <a:pt x="951129" y="336070"/>
                  </a:cubicBezTo>
                  <a:cubicBezTo>
                    <a:pt x="929543" y="336070"/>
                    <a:pt x="912045" y="318571"/>
                    <a:pt x="912045" y="296985"/>
                  </a:cubicBezTo>
                  <a:cubicBezTo>
                    <a:pt x="912045" y="275398"/>
                    <a:pt x="929543" y="257899"/>
                    <a:pt x="951129" y="257899"/>
                  </a:cubicBezTo>
                  <a:close/>
                  <a:moveTo>
                    <a:pt x="856503" y="257899"/>
                  </a:moveTo>
                  <a:cubicBezTo>
                    <a:pt x="878086" y="257899"/>
                    <a:pt x="895582" y="275398"/>
                    <a:pt x="895582" y="296985"/>
                  </a:cubicBezTo>
                  <a:cubicBezTo>
                    <a:pt x="895582" y="318571"/>
                    <a:pt x="878086" y="336070"/>
                    <a:pt x="856503" y="336070"/>
                  </a:cubicBezTo>
                  <a:cubicBezTo>
                    <a:pt x="834919" y="336070"/>
                    <a:pt x="817422" y="318571"/>
                    <a:pt x="817422" y="296985"/>
                  </a:cubicBezTo>
                  <a:cubicBezTo>
                    <a:pt x="817422" y="275398"/>
                    <a:pt x="834919" y="257899"/>
                    <a:pt x="856503" y="257899"/>
                  </a:cubicBezTo>
                  <a:close/>
                  <a:moveTo>
                    <a:pt x="764243" y="257899"/>
                  </a:moveTo>
                  <a:cubicBezTo>
                    <a:pt x="785826" y="257899"/>
                    <a:pt x="803326" y="275398"/>
                    <a:pt x="803326" y="296985"/>
                  </a:cubicBezTo>
                  <a:cubicBezTo>
                    <a:pt x="803326" y="318571"/>
                    <a:pt x="785826" y="336070"/>
                    <a:pt x="764243" y="336070"/>
                  </a:cubicBezTo>
                  <a:cubicBezTo>
                    <a:pt x="742651" y="336070"/>
                    <a:pt x="725161" y="318571"/>
                    <a:pt x="725161" y="296985"/>
                  </a:cubicBezTo>
                  <a:cubicBezTo>
                    <a:pt x="725161" y="275398"/>
                    <a:pt x="742651" y="257899"/>
                    <a:pt x="764243" y="257899"/>
                  </a:cubicBezTo>
                  <a:close/>
                  <a:moveTo>
                    <a:pt x="669597" y="257899"/>
                  </a:moveTo>
                  <a:cubicBezTo>
                    <a:pt x="691200" y="257899"/>
                    <a:pt x="708698" y="275398"/>
                    <a:pt x="708698" y="296985"/>
                  </a:cubicBezTo>
                  <a:cubicBezTo>
                    <a:pt x="708698" y="318571"/>
                    <a:pt x="691200" y="336070"/>
                    <a:pt x="669597" y="336070"/>
                  </a:cubicBezTo>
                  <a:cubicBezTo>
                    <a:pt x="648024" y="336070"/>
                    <a:pt x="630520" y="318571"/>
                    <a:pt x="630520" y="296985"/>
                  </a:cubicBezTo>
                  <a:cubicBezTo>
                    <a:pt x="630520" y="275398"/>
                    <a:pt x="648024" y="257899"/>
                    <a:pt x="669597" y="257899"/>
                  </a:cubicBezTo>
                  <a:close/>
                  <a:moveTo>
                    <a:pt x="2079618" y="257899"/>
                  </a:moveTo>
                  <a:cubicBezTo>
                    <a:pt x="2101211" y="257899"/>
                    <a:pt x="2118703" y="275398"/>
                    <a:pt x="2118703" y="296984"/>
                  </a:cubicBezTo>
                  <a:cubicBezTo>
                    <a:pt x="2118703" y="318571"/>
                    <a:pt x="2101211" y="336070"/>
                    <a:pt x="2079618" y="336070"/>
                  </a:cubicBezTo>
                  <a:cubicBezTo>
                    <a:pt x="2058036" y="336070"/>
                    <a:pt x="2040537" y="318571"/>
                    <a:pt x="2040537" y="296984"/>
                  </a:cubicBezTo>
                  <a:cubicBezTo>
                    <a:pt x="2040537" y="275398"/>
                    <a:pt x="2058036" y="257899"/>
                    <a:pt x="2079618" y="257899"/>
                  </a:cubicBezTo>
                  <a:close/>
                  <a:moveTo>
                    <a:pt x="1984971" y="257899"/>
                  </a:moveTo>
                  <a:cubicBezTo>
                    <a:pt x="2006563" y="257899"/>
                    <a:pt x="2024068" y="275398"/>
                    <a:pt x="2024068" y="296984"/>
                  </a:cubicBezTo>
                  <a:cubicBezTo>
                    <a:pt x="2024068" y="318571"/>
                    <a:pt x="2006563" y="336070"/>
                    <a:pt x="1984971" y="336070"/>
                  </a:cubicBezTo>
                  <a:cubicBezTo>
                    <a:pt x="1963377" y="336070"/>
                    <a:pt x="1945873" y="318571"/>
                    <a:pt x="1945873" y="296984"/>
                  </a:cubicBezTo>
                  <a:cubicBezTo>
                    <a:pt x="1945873" y="275398"/>
                    <a:pt x="1963377" y="257899"/>
                    <a:pt x="1984971" y="257899"/>
                  </a:cubicBezTo>
                  <a:close/>
                  <a:moveTo>
                    <a:pt x="1890340" y="257899"/>
                  </a:moveTo>
                  <a:cubicBezTo>
                    <a:pt x="1911917" y="257899"/>
                    <a:pt x="1929413" y="275398"/>
                    <a:pt x="1929413" y="296984"/>
                  </a:cubicBezTo>
                  <a:cubicBezTo>
                    <a:pt x="1929413" y="318571"/>
                    <a:pt x="1911917" y="336070"/>
                    <a:pt x="1890340" y="336070"/>
                  </a:cubicBezTo>
                  <a:cubicBezTo>
                    <a:pt x="1868762" y="336070"/>
                    <a:pt x="1851255" y="318571"/>
                    <a:pt x="1851255" y="296984"/>
                  </a:cubicBezTo>
                  <a:cubicBezTo>
                    <a:pt x="1851255" y="275398"/>
                    <a:pt x="1868762" y="257899"/>
                    <a:pt x="1890340" y="257899"/>
                  </a:cubicBezTo>
                  <a:close/>
                  <a:moveTo>
                    <a:pt x="1798073" y="257899"/>
                  </a:moveTo>
                  <a:cubicBezTo>
                    <a:pt x="1819663" y="257899"/>
                    <a:pt x="1837149" y="275398"/>
                    <a:pt x="1837149" y="296984"/>
                  </a:cubicBezTo>
                  <a:cubicBezTo>
                    <a:pt x="1837149" y="318571"/>
                    <a:pt x="1819663" y="336070"/>
                    <a:pt x="1798073" y="336070"/>
                  </a:cubicBezTo>
                  <a:cubicBezTo>
                    <a:pt x="1776483" y="336070"/>
                    <a:pt x="1758966" y="318571"/>
                    <a:pt x="1758966" y="296984"/>
                  </a:cubicBezTo>
                  <a:cubicBezTo>
                    <a:pt x="1758966" y="275398"/>
                    <a:pt x="1776483" y="257899"/>
                    <a:pt x="1798073" y="257899"/>
                  </a:cubicBezTo>
                  <a:close/>
                  <a:moveTo>
                    <a:pt x="1703435" y="257899"/>
                  </a:moveTo>
                  <a:cubicBezTo>
                    <a:pt x="1725015" y="257899"/>
                    <a:pt x="1742524" y="275398"/>
                    <a:pt x="1742524" y="296984"/>
                  </a:cubicBezTo>
                  <a:cubicBezTo>
                    <a:pt x="1742524" y="318571"/>
                    <a:pt x="1725015" y="336070"/>
                    <a:pt x="1703435" y="336070"/>
                  </a:cubicBezTo>
                  <a:cubicBezTo>
                    <a:pt x="1681841" y="336070"/>
                    <a:pt x="1664351" y="318571"/>
                    <a:pt x="1664351" y="296984"/>
                  </a:cubicBezTo>
                  <a:cubicBezTo>
                    <a:pt x="1664351" y="275398"/>
                    <a:pt x="1681841" y="257899"/>
                    <a:pt x="1703435" y="257899"/>
                  </a:cubicBezTo>
                  <a:close/>
                  <a:moveTo>
                    <a:pt x="1611151" y="257899"/>
                  </a:moveTo>
                  <a:cubicBezTo>
                    <a:pt x="1632741" y="257899"/>
                    <a:pt x="1650245" y="275398"/>
                    <a:pt x="1650245" y="296984"/>
                  </a:cubicBezTo>
                  <a:cubicBezTo>
                    <a:pt x="1650245" y="318571"/>
                    <a:pt x="1632741" y="336070"/>
                    <a:pt x="1611151" y="336070"/>
                  </a:cubicBezTo>
                  <a:cubicBezTo>
                    <a:pt x="1589655" y="336070"/>
                    <a:pt x="1572155" y="318571"/>
                    <a:pt x="1572155" y="296984"/>
                  </a:cubicBezTo>
                  <a:cubicBezTo>
                    <a:pt x="1572155" y="275398"/>
                    <a:pt x="1589655" y="257899"/>
                    <a:pt x="1611151" y="257899"/>
                  </a:cubicBezTo>
                  <a:close/>
                  <a:moveTo>
                    <a:pt x="1516605" y="257899"/>
                  </a:moveTo>
                  <a:cubicBezTo>
                    <a:pt x="1538188" y="257899"/>
                    <a:pt x="1555690" y="275398"/>
                    <a:pt x="1555690" y="296984"/>
                  </a:cubicBezTo>
                  <a:cubicBezTo>
                    <a:pt x="1555690" y="318571"/>
                    <a:pt x="1538188" y="336070"/>
                    <a:pt x="1516605" y="336070"/>
                  </a:cubicBezTo>
                  <a:cubicBezTo>
                    <a:pt x="1495013" y="336070"/>
                    <a:pt x="1477512" y="318571"/>
                    <a:pt x="1477512" y="296984"/>
                  </a:cubicBezTo>
                  <a:cubicBezTo>
                    <a:pt x="1477512" y="275398"/>
                    <a:pt x="1495013" y="257899"/>
                    <a:pt x="1516605" y="257899"/>
                  </a:cubicBezTo>
                  <a:close/>
                  <a:moveTo>
                    <a:pt x="1419597" y="257899"/>
                  </a:moveTo>
                  <a:cubicBezTo>
                    <a:pt x="1441183" y="257899"/>
                    <a:pt x="1458689" y="275398"/>
                    <a:pt x="1458689" y="296984"/>
                  </a:cubicBezTo>
                  <a:cubicBezTo>
                    <a:pt x="1458689" y="318571"/>
                    <a:pt x="1441183" y="336070"/>
                    <a:pt x="1419597" y="336070"/>
                  </a:cubicBezTo>
                  <a:cubicBezTo>
                    <a:pt x="1398003" y="336070"/>
                    <a:pt x="1380501" y="318571"/>
                    <a:pt x="1380501" y="296984"/>
                  </a:cubicBezTo>
                  <a:cubicBezTo>
                    <a:pt x="1380501" y="275398"/>
                    <a:pt x="1398003" y="257899"/>
                    <a:pt x="1419597" y="257899"/>
                  </a:cubicBezTo>
                  <a:close/>
                  <a:moveTo>
                    <a:pt x="1329683" y="257899"/>
                  </a:moveTo>
                  <a:cubicBezTo>
                    <a:pt x="1351272" y="257899"/>
                    <a:pt x="1368775" y="275398"/>
                    <a:pt x="1368775" y="296984"/>
                  </a:cubicBezTo>
                  <a:cubicBezTo>
                    <a:pt x="1368775" y="318571"/>
                    <a:pt x="1351272" y="336070"/>
                    <a:pt x="1329683" y="336070"/>
                  </a:cubicBezTo>
                  <a:cubicBezTo>
                    <a:pt x="1308100" y="336070"/>
                    <a:pt x="1290601" y="318571"/>
                    <a:pt x="1290601" y="296984"/>
                  </a:cubicBezTo>
                  <a:cubicBezTo>
                    <a:pt x="1290601" y="275398"/>
                    <a:pt x="1308100" y="257899"/>
                    <a:pt x="1329683" y="257899"/>
                  </a:cubicBezTo>
                  <a:close/>
                  <a:moveTo>
                    <a:pt x="1232690" y="257899"/>
                  </a:moveTo>
                  <a:cubicBezTo>
                    <a:pt x="1254278" y="257899"/>
                    <a:pt x="1271764" y="275398"/>
                    <a:pt x="1271764" y="296985"/>
                  </a:cubicBezTo>
                  <a:cubicBezTo>
                    <a:pt x="1271764" y="318571"/>
                    <a:pt x="1254278" y="336070"/>
                    <a:pt x="1232690" y="336070"/>
                  </a:cubicBezTo>
                  <a:cubicBezTo>
                    <a:pt x="1211099" y="336070"/>
                    <a:pt x="1193607" y="318571"/>
                    <a:pt x="1193607" y="296985"/>
                  </a:cubicBezTo>
                  <a:cubicBezTo>
                    <a:pt x="1193607" y="275398"/>
                    <a:pt x="1211099" y="257899"/>
                    <a:pt x="1232690" y="257899"/>
                  </a:cubicBezTo>
                  <a:close/>
                  <a:moveTo>
                    <a:pt x="1516605" y="175085"/>
                  </a:moveTo>
                  <a:cubicBezTo>
                    <a:pt x="1538188" y="175085"/>
                    <a:pt x="1555690" y="192585"/>
                    <a:pt x="1555690" y="214170"/>
                  </a:cubicBezTo>
                  <a:cubicBezTo>
                    <a:pt x="1555690" y="235758"/>
                    <a:pt x="1538188" y="253265"/>
                    <a:pt x="1516605" y="253265"/>
                  </a:cubicBezTo>
                  <a:cubicBezTo>
                    <a:pt x="1495013" y="253265"/>
                    <a:pt x="1477512" y="235758"/>
                    <a:pt x="1477512" y="214170"/>
                  </a:cubicBezTo>
                  <a:cubicBezTo>
                    <a:pt x="1477512" y="192585"/>
                    <a:pt x="1495013" y="175085"/>
                    <a:pt x="1516605" y="175085"/>
                  </a:cubicBezTo>
                  <a:close/>
                  <a:moveTo>
                    <a:pt x="1419600" y="175085"/>
                  </a:moveTo>
                  <a:cubicBezTo>
                    <a:pt x="1441183" y="175085"/>
                    <a:pt x="1458689" y="192585"/>
                    <a:pt x="1458689" y="214170"/>
                  </a:cubicBezTo>
                  <a:cubicBezTo>
                    <a:pt x="1458689" y="235758"/>
                    <a:pt x="1441183" y="253265"/>
                    <a:pt x="1419600" y="253265"/>
                  </a:cubicBezTo>
                  <a:cubicBezTo>
                    <a:pt x="1398003" y="253265"/>
                    <a:pt x="1380502" y="235758"/>
                    <a:pt x="1380502" y="214170"/>
                  </a:cubicBezTo>
                  <a:cubicBezTo>
                    <a:pt x="1380502" y="192585"/>
                    <a:pt x="1398003" y="175085"/>
                    <a:pt x="1419600" y="175085"/>
                  </a:cubicBezTo>
                  <a:close/>
                  <a:moveTo>
                    <a:pt x="1329683" y="175085"/>
                  </a:moveTo>
                  <a:cubicBezTo>
                    <a:pt x="1351272" y="175085"/>
                    <a:pt x="1368775" y="192585"/>
                    <a:pt x="1368775" y="214170"/>
                  </a:cubicBezTo>
                  <a:cubicBezTo>
                    <a:pt x="1368775" y="235758"/>
                    <a:pt x="1351272" y="253265"/>
                    <a:pt x="1329683" y="253265"/>
                  </a:cubicBezTo>
                  <a:cubicBezTo>
                    <a:pt x="1308100" y="253265"/>
                    <a:pt x="1290601" y="235758"/>
                    <a:pt x="1290601" y="214170"/>
                  </a:cubicBezTo>
                  <a:cubicBezTo>
                    <a:pt x="1290601" y="192585"/>
                    <a:pt x="1308100" y="175085"/>
                    <a:pt x="1329683" y="175085"/>
                  </a:cubicBezTo>
                  <a:close/>
                  <a:moveTo>
                    <a:pt x="1232690" y="175085"/>
                  </a:moveTo>
                  <a:cubicBezTo>
                    <a:pt x="1254278" y="175085"/>
                    <a:pt x="1271764" y="192585"/>
                    <a:pt x="1271764" y="214170"/>
                  </a:cubicBezTo>
                  <a:cubicBezTo>
                    <a:pt x="1271764" y="235758"/>
                    <a:pt x="1254278" y="253265"/>
                    <a:pt x="1232690" y="253265"/>
                  </a:cubicBezTo>
                  <a:cubicBezTo>
                    <a:pt x="1211099" y="253265"/>
                    <a:pt x="1193607" y="235758"/>
                    <a:pt x="1193607" y="214170"/>
                  </a:cubicBezTo>
                  <a:cubicBezTo>
                    <a:pt x="1193607" y="192585"/>
                    <a:pt x="1211099" y="175085"/>
                    <a:pt x="1232690" y="175085"/>
                  </a:cubicBezTo>
                  <a:close/>
                  <a:moveTo>
                    <a:pt x="1045751" y="175085"/>
                  </a:moveTo>
                  <a:cubicBezTo>
                    <a:pt x="1067337" y="175085"/>
                    <a:pt x="1084842" y="192585"/>
                    <a:pt x="1084842" y="214172"/>
                  </a:cubicBezTo>
                  <a:cubicBezTo>
                    <a:pt x="1084842" y="235758"/>
                    <a:pt x="1067337" y="253265"/>
                    <a:pt x="1045751" y="253265"/>
                  </a:cubicBezTo>
                  <a:cubicBezTo>
                    <a:pt x="1024168" y="253265"/>
                    <a:pt x="1006670" y="235758"/>
                    <a:pt x="1006670" y="214172"/>
                  </a:cubicBezTo>
                  <a:cubicBezTo>
                    <a:pt x="1006670" y="192585"/>
                    <a:pt x="1024168" y="175085"/>
                    <a:pt x="1045751" y="175085"/>
                  </a:cubicBezTo>
                  <a:close/>
                  <a:moveTo>
                    <a:pt x="951129" y="175085"/>
                  </a:moveTo>
                  <a:cubicBezTo>
                    <a:pt x="972708" y="175085"/>
                    <a:pt x="990205" y="192585"/>
                    <a:pt x="990205" y="214172"/>
                  </a:cubicBezTo>
                  <a:cubicBezTo>
                    <a:pt x="990205" y="235758"/>
                    <a:pt x="972708" y="253265"/>
                    <a:pt x="951129" y="253265"/>
                  </a:cubicBezTo>
                  <a:cubicBezTo>
                    <a:pt x="929543" y="253265"/>
                    <a:pt x="912045" y="235758"/>
                    <a:pt x="912045" y="214172"/>
                  </a:cubicBezTo>
                  <a:cubicBezTo>
                    <a:pt x="912045" y="192585"/>
                    <a:pt x="929543" y="175085"/>
                    <a:pt x="951129" y="175085"/>
                  </a:cubicBezTo>
                  <a:close/>
                  <a:moveTo>
                    <a:pt x="856503" y="175085"/>
                  </a:moveTo>
                  <a:cubicBezTo>
                    <a:pt x="878086" y="175085"/>
                    <a:pt x="895582" y="192585"/>
                    <a:pt x="895582" y="214172"/>
                  </a:cubicBezTo>
                  <a:cubicBezTo>
                    <a:pt x="895582" y="235758"/>
                    <a:pt x="878086" y="253265"/>
                    <a:pt x="856503" y="253265"/>
                  </a:cubicBezTo>
                  <a:cubicBezTo>
                    <a:pt x="834919" y="253265"/>
                    <a:pt x="817422" y="235758"/>
                    <a:pt x="817422" y="214172"/>
                  </a:cubicBezTo>
                  <a:cubicBezTo>
                    <a:pt x="817422" y="192585"/>
                    <a:pt x="834919" y="175085"/>
                    <a:pt x="856503" y="175085"/>
                  </a:cubicBezTo>
                  <a:close/>
                  <a:moveTo>
                    <a:pt x="764243" y="175085"/>
                  </a:moveTo>
                  <a:cubicBezTo>
                    <a:pt x="785830" y="175085"/>
                    <a:pt x="803326" y="192585"/>
                    <a:pt x="803326" y="214172"/>
                  </a:cubicBezTo>
                  <a:cubicBezTo>
                    <a:pt x="803326" y="235758"/>
                    <a:pt x="785830" y="253265"/>
                    <a:pt x="764243" y="253265"/>
                  </a:cubicBezTo>
                  <a:cubicBezTo>
                    <a:pt x="742651" y="253265"/>
                    <a:pt x="725161" y="235758"/>
                    <a:pt x="725161" y="214172"/>
                  </a:cubicBezTo>
                  <a:cubicBezTo>
                    <a:pt x="725161" y="192585"/>
                    <a:pt x="742651" y="175085"/>
                    <a:pt x="764243" y="175085"/>
                  </a:cubicBezTo>
                  <a:close/>
                  <a:moveTo>
                    <a:pt x="2831988" y="175085"/>
                  </a:moveTo>
                  <a:cubicBezTo>
                    <a:pt x="2853575" y="175085"/>
                    <a:pt x="2871075" y="192585"/>
                    <a:pt x="2871075" y="214170"/>
                  </a:cubicBezTo>
                  <a:cubicBezTo>
                    <a:pt x="2871075" y="235758"/>
                    <a:pt x="2853575" y="253265"/>
                    <a:pt x="2831988" y="253265"/>
                  </a:cubicBezTo>
                  <a:cubicBezTo>
                    <a:pt x="2810401" y="253265"/>
                    <a:pt x="2792901" y="235758"/>
                    <a:pt x="2792901" y="214170"/>
                  </a:cubicBezTo>
                  <a:cubicBezTo>
                    <a:pt x="2792901" y="192585"/>
                    <a:pt x="2810401" y="175085"/>
                    <a:pt x="2831988" y="175085"/>
                  </a:cubicBezTo>
                  <a:close/>
                  <a:moveTo>
                    <a:pt x="2079618" y="175085"/>
                  </a:moveTo>
                  <a:cubicBezTo>
                    <a:pt x="2101211" y="175085"/>
                    <a:pt x="2118703" y="192585"/>
                    <a:pt x="2118703" y="214170"/>
                  </a:cubicBezTo>
                  <a:cubicBezTo>
                    <a:pt x="2118703" y="235758"/>
                    <a:pt x="2101211" y="253265"/>
                    <a:pt x="2079618" y="253265"/>
                  </a:cubicBezTo>
                  <a:cubicBezTo>
                    <a:pt x="2058036" y="253265"/>
                    <a:pt x="2040537" y="235758"/>
                    <a:pt x="2040537" y="214170"/>
                  </a:cubicBezTo>
                  <a:cubicBezTo>
                    <a:pt x="2040537" y="192585"/>
                    <a:pt x="2058036" y="175085"/>
                    <a:pt x="2079618" y="175085"/>
                  </a:cubicBezTo>
                  <a:close/>
                  <a:moveTo>
                    <a:pt x="1984973" y="175085"/>
                  </a:moveTo>
                  <a:cubicBezTo>
                    <a:pt x="2006565" y="175085"/>
                    <a:pt x="2024073" y="192585"/>
                    <a:pt x="2024073" y="214170"/>
                  </a:cubicBezTo>
                  <a:cubicBezTo>
                    <a:pt x="2024073" y="235758"/>
                    <a:pt x="2006565" y="253265"/>
                    <a:pt x="1984973" y="253265"/>
                  </a:cubicBezTo>
                  <a:cubicBezTo>
                    <a:pt x="1963378" y="253265"/>
                    <a:pt x="1945875" y="235758"/>
                    <a:pt x="1945875" y="214170"/>
                  </a:cubicBezTo>
                  <a:cubicBezTo>
                    <a:pt x="1945875" y="192585"/>
                    <a:pt x="1963378" y="175085"/>
                    <a:pt x="1984973" y="175085"/>
                  </a:cubicBezTo>
                  <a:close/>
                  <a:moveTo>
                    <a:pt x="1890340" y="175085"/>
                  </a:moveTo>
                  <a:cubicBezTo>
                    <a:pt x="1911917" y="175085"/>
                    <a:pt x="1929413" y="192585"/>
                    <a:pt x="1929413" y="214170"/>
                  </a:cubicBezTo>
                  <a:cubicBezTo>
                    <a:pt x="1929413" y="235758"/>
                    <a:pt x="1911917" y="253265"/>
                    <a:pt x="1890340" y="253265"/>
                  </a:cubicBezTo>
                  <a:cubicBezTo>
                    <a:pt x="1868762" y="253265"/>
                    <a:pt x="1851255" y="235758"/>
                    <a:pt x="1851255" y="214170"/>
                  </a:cubicBezTo>
                  <a:cubicBezTo>
                    <a:pt x="1851255" y="192585"/>
                    <a:pt x="1868762" y="175085"/>
                    <a:pt x="1890340" y="175085"/>
                  </a:cubicBezTo>
                  <a:close/>
                  <a:moveTo>
                    <a:pt x="1798073" y="175085"/>
                  </a:moveTo>
                  <a:cubicBezTo>
                    <a:pt x="1819663" y="175085"/>
                    <a:pt x="1837149" y="192585"/>
                    <a:pt x="1837149" y="214170"/>
                  </a:cubicBezTo>
                  <a:cubicBezTo>
                    <a:pt x="1837149" y="235758"/>
                    <a:pt x="1819663" y="253265"/>
                    <a:pt x="1798073" y="253265"/>
                  </a:cubicBezTo>
                  <a:cubicBezTo>
                    <a:pt x="1776483" y="253265"/>
                    <a:pt x="1758966" y="235758"/>
                    <a:pt x="1758966" y="214170"/>
                  </a:cubicBezTo>
                  <a:cubicBezTo>
                    <a:pt x="1758966" y="192585"/>
                    <a:pt x="1776483" y="175085"/>
                    <a:pt x="1798073" y="175085"/>
                  </a:cubicBezTo>
                  <a:close/>
                  <a:moveTo>
                    <a:pt x="1703435" y="175085"/>
                  </a:moveTo>
                  <a:cubicBezTo>
                    <a:pt x="1725015" y="175085"/>
                    <a:pt x="1742524" y="192585"/>
                    <a:pt x="1742524" y="214170"/>
                  </a:cubicBezTo>
                  <a:cubicBezTo>
                    <a:pt x="1742524" y="235758"/>
                    <a:pt x="1725015" y="253265"/>
                    <a:pt x="1703435" y="253265"/>
                  </a:cubicBezTo>
                  <a:cubicBezTo>
                    <a:pt x="1681841" y="253265"/>
                    <a:pt x="1664351" y="235758"/>
                    <a:pt x="1664351" y="214170"/>
                  </a:cubicBezTo>
                  <a:cubicBezTo>
                    <a:pt x="1664351" y="192585"/>
                    <a:pt x="1681841" y="175085"/>
                    <a:pt x="1703435" y="175085"/>
                  </a:cubicBezTo>
                  <a:close/>
                  <a:moveTo>
                    <a:pt x="1611151" y="175085"/>
                  </a:moveTo>
                  <a:cubicBezTo>
                    <a:pt x="1632741" y="175085"/>
                    <a:pt x="1650245" y="192585"/>
                    <a:pt x="1650245" y="214170"/>
                  </a:cubicBezTo>
                  <a:cubicBezTo>
                    <a:pt x="1650245" y="235758"/>
                    <a:pt x="1632741" y="253265"/>
                    <a:pt x="1611151" y="253265"/>
                  </a:cubicBezTo>
                  <a:cubicBezTo>
                    <a:pt x="1589656" y="253265"/>
                    <a:pt x="1572158" y="235758"/>
                    <a:pt x="1572158" y="214170"/>
                  </a:cubicBezTo>
                  <a:cubicBezTo>
                    <a:pt x="1572158" y="192585"/>
                    <a:pt x="1589656" y="175085"/>
                    <a:pt x="1611151" y="175085"/>
                  </a:cubicBezTo>
                  <a:close/>
                  <a:moveTo>
                    <a:pt x="798955" y="113714"/>
                  </a:moveTo>
                  <a:lnTo>
                    <a:pt x="803326" y="124268"/>
                  </a:lnTo>
                  <a:cubicBezTo>
                    <a:pt x="803326" y="145855"/>
                    <a:pt x="785830" y="163353"/>
                    <a:pt x="764243" y="163353"/>
                  </a:cubicBezTo>
                  <a:lnTo>
                    <a:pt x="738461" y="152674"/>
                  </a:lnTo>
                  <a:lnTo>
                    <a:pt x="754212" y="140896"/>
                  </a:lnTo>
                  <a:close/>
                  <a:moveTo>
                    <a:pt x="2904918" y="93195"/>
                  </a:moveTo>
                  <a:lnTo>
                    <a:pt x="2961886" y="127804"/>
                  </a:lnTo>
                  <a:lnTo>
                    <a:pt x="2951903" y="151905"/>
                  </a:lnTo>
                  <a:cubicBezTo>
                    <a:pt x="2944829" y="158978"/>
                    <a:pt x="2935058" y="163353"/>
                    <a:pt x="2924264" y="163353"/>
                  </a:cubicBezTo>
                  <a:cubicBezTo>
                    <a:pt x="2902677" y="163353"/>
                    <a:pt x="2885177" y="145855"/>
                    <a:pt x="2885177" y="124267"/>
                  </a:cubicBezTo>
                  <a:cubicBezTo>
                    <a:pt x="2885177" y="113475"/>
                    <a:pt x="2889552" y="103703"/>
                    <a:pt x="2896625" y="96630"/>
                  </a:cubicBezTo>
                  <a:close/>
                  <a:moveTo>
                    <a:pt x="2831988" y="85181"/>
                  </a:moveTo>
                  <a:cubicBezTo>
                    <a:pt x="2853575" y="85181"/>
                    <a:pt x="2871075" y="102682"/>
                    <a:pt x="2871075" y="124267"/>
                  </a:cubicBezTo>
                  <a:cubicBezTo>
                    <a:pt x="2871075" y="145855"/>
                    <a:pt x="2853575" y="163353"/>
                    <a:pt x="2831988" y="163353"/>
                  </a:cubicBezTo>
                  <a:cubicBezTo>
                    <a:pt x="2810401" y="163353"/>
                    <a:pt x="2792901" y="145855"/>
                    <a:pt x="2792901" y="124267"/>
                  </a:cubicBezTo>
                  <a:cubicBezTo>
                    <a:pt x="2792901" y="102682"/>
                    <a:pt x="2810401" y="85181"/>
                    <a:pt x="2831988" y="85181"/>
                  </a:cubicBezTo>
                  <a:close/>
                  <a:moveTo>
                    <a:pt x="2171887" y="85181"/>
                  </a:moveTo>
                  <a:cubicBezTo>
                    <a:pt x="2193477" y="85181"/>
                    <a:pt x="2210981" y="102682"/>
                    <a:pt x="2210981" y="124267"/>
                  </a:cubicBezTo>
                  <a:cubicBezTo>
                    <a:pt x="2210981" y="145855"/>
                    <a:pt x="2193477" y="163353"/>
                    <a:pt x="2171887" y="163353"/>
                  </a:cubicBezTo>
                  <a:cubicBezTo>
                    <a:pt x="2150295" y="163353"/>
                    <a:pt x="2132800" y="145855"/>
                    <a:pt x="2132800" y="124267"/>
                  </a:cubicBezTo>
                  <a:cubicBezTo>
                    <a:pt x="2132800" y="102682"/>
                    <a:pt x="2150295" y="85181"/>
                    <a:pt x="2171887" y="85181"/>
                  </a:cubicBezTo>
                  <a:close/>
                  <a:moveTo>
                    <a:pt x="2079618" y="85181"/>
                  </a:moveTo>
                  <a:cubicBezTo>
                    <a:pt x="2101211" y="85181"/>
                    <a:pt x="2118703" y="102682"/>
                    <a:pt x="2118703" y="124267"/>
                  </a:cubicBezTo>
                  <a:cubicBezTo>
                    <a:pt x="2118703" y="145855"/>
                    <a:pt x="2101211" y="163353"/>
                    <a:pt x="2079618" y="163353"/>
                  </a:cubicBezTo>
                  <a:cubicBezTo>
                    <a:pt x="2058036" y="163353"/>
                    <a:pt x="2040537" y="145855"/>
                    <a:pt x="2040537" y="124267"/>
                  </a:cubicBezTo>
                  <a:cubicBezTo>
                    <a:pt x="2040537" y="102682"/>
                    <a:pt x="2058036" y="85181"/>
                    <a:pt x="2079618" y="85181"/>
                  </a:cubicBezTo>
                  <a:close/>
                  <a:moveTo>
                    <a:pt x="1984973" y="85181"/>
                  </a:moveTo>
                  <a:cubicBezTo>
                    <a:pt x="2006565" y="85181"/>
                    <a:pt x="2024073" y="102682"/>
                    <a:pt x="2024073" y="124268"/>
                  </a:cubicBezTo>
                  <a:cubicBezTo>
                    <a:pt x="2024073" y="145855"/>
                    <a:pt x="2006565" y="163353"/>
                    <a:pt x="1984973" y="163353"/>
                  </a:cubicBezTo>
                  <a:cubicBezTo>
                    <a:pt x="1963378" y="163353"/>
                    <a:pt x="1945875" y="145855"/>
                    <a:pt x="1945875" y="124268"/>
                  </a:cubicBezTo>
                  <a:cubicBezTo>
                    <a:pt x="1945875" y="102682"/>
                    <a:pt x="1963378" y="85181"/>
                    <a:pt x="1984973" y="85181"/>
                  </a:cubicBezTo>
                  <a:close/>
                  <a:moveTo>
                    <a:pt x="1890340" y="85181"/>
                  </a:moveTo>
                  <a:cubicBezTo>
                    <a:pt x="1911917" y="85181"/>
                    <a:pt x="1929413" y="102682"/>
                    <a:pt x="1929413" y="124268"/>
                  </a:cubicBezTo>
                  <a:cubicBezTo>
                    <a:pt x="1929413" y="145855"/>
                    <a:pt x="1911917" y="163353"/>
                    <a:pt x="1890340" y="163353"/>
                  </a:cubicBezTo>
                  <a:cubicBezTo>
                    <a:pt x="1868762" y="163353"/>
                    <a:pt x="1851255" y="145855"/>
                    <a:pt x="1851255" y="124268"/>
                  </a:cubicBezTo>
                  <a:cubicBezTo>
                    <a:pt x="1851255" y="102682"/>
                    <a:pt x="1868762" y="85181"/>
                    <a:pt x="1890340" y="85181"/>
                  </a:cubicBezTo>
                  <a:close/>
                  <a:moveTo>
                    <a:pt x="1798073" y="85181"/>
                  </a:moveTo>
                  <a:cubicBezTo>
                    <a:pt x="1819663" y="85181"/>
                    <a:pt x="1837149" y="102682"/>
                    <a:pt x="1837149" y="124268"/>
                  </a:cubicBezTo>
                  <a:cubicBezTo>
                    <a:pt x="1837149" y="145855"/>
                    <a:pt x="1819663" y="163353"/>
                    <a:pt x="1798073" y="163353"/>
                  </a:cubicBezTo>
                  <a:cubicBezTo>
                    <a:pt x="1776483" y="163353"/>
                    <a:pt x="1758966" y="145855"/>
                    <a:pt x="1758966" y="124268"/>
                  </a:cubicBezTo>
                  <a:cubicBezTo>
                    <a:pt x="1758966" y="102682"/>
                    <a:pt x="1776483" y="85181"/>
                    <a:pt x="1798073" y="85181"/>
                  </a:cubicBezTo>
                  <a:close/>
                  <a:moveTo>
                    <a:pt x="1703435" y="85181"/>
                  </a:moveTo>
                  <a:cubicBezTo>
                    <a:pt x="1725015" y="85181"/>
                    <a:pt x="1742524" y="102682"/>
                    <a:pt x="1742524" y="124268"/>
                  </a:cubicBezTo>
                  <a:cubicBezTo>
                    <a:pt x="1742524" y="145855"/>
                    <a:pt x="1725015" y="163353"/>
                    <a:pt x="1703435" y="163353"/>
                  </a:cubicBezTo>
                  <a:cubicBezTo>
                    <a:pt x="1681841" y="163353"/>
                    <a:pt x="1664351" y="145855"/>
                    <a:pt x="1664351" y="124268"/>
                  </a:cubicBezTo>
                  <a:cubicBezTo>
                    <a:pt x="1664351" y="102682"/>
                    <a:pt x="1681841" y="85181"/>
                    <a:pt x="1703435" y="85181"/>
                  </a:cubicBezTo>
                  <a:close/>
                  <a:moveTo>
                    <a:pt x="1611151" y="85181"/>
                  </a:moveTo>
                  <a:cubicBezTo>
                    <a:pt x="1632741" y="85181"/>
                    <a:pt x="1650245" y="102683"/>
                    <a:pt x="1650245" y="124268"/>
                  </a:cubicBezTo>
                  <a:cubicBezTo>
                    <a:pt x="1650245" y="145855"/>
                    <a:pt x="1632741" y="163353"/>
                    <a:pt x="1611151" y="163353"/>
                  </a:cubicBezTo>
                  <a:cubicBezTo>
                    <a:pt x="1589656" y="163353"/>
                    <a:pt x="1572160" y="145855"/>
                    <a:pt x="1572160" y="124268"/>
                  </a:cubicBezTo>
                  <a:cubicBezTo>
                    <a:pt x="1572160" y="102683"/>
                    <a:pt x="1589656" y="85181"/>
                    <a:pt x="1611151" y="85181"/>
                  </a:cubicBezTo>
                  <a:close/>
                  <a:moveTo>
                    <a:pt x="1516607" y="85181"/>
                  </a:moveTo>
                  <a:cubicBezTo>
                    <a:pt x="1538188" y="85181"/>
                    <a:pt x="1555693" y="102683"/>
                    <a:pt x="1555693" y="124268"/>
                  </a:cubicBezTo>
                  <a:cubicBezTo>
                    <a:pt x="1555693" y="145855"/>
                    <a:pt x="1538188" y="163353"/>
                    <a:pt x="1516607" y="163353"/>
                  </a:cubicBezTo>
                  <a:cubicBezTo>
                    <a:pt x="1495014" y="163353"/>
                    <a:pt x="1477512" y="145855"/>
                    <a:pt x="1477512" y="124268"/>
                  </a:cubicBezTo>
                  <a:cubicBezTo>
                    <a:pt x="1477512" y="102683"/>
                    <a:pt x="1495014" y="85181"/>
                    <a:pt x="1516607" y="85181"/>
                  </a:cubicBezTo>
                  <a:close/>
                  <a:moveTo>
                    <a:pt x="1419600" y="85181"/>
                  </a:moveTo>
                  <a:cubicBezTo>
                    <a:pt x="1441183" y="85181"/>
                    <a:pt x="1458689" y="102683"/>
                    <a:pt x="1458689" y="124268"/>
                  </a:cubicBezTo>
                  <a:cubicBezTo>
                    <a:pt x="1458689" y="145855"/>
                    <a:pt x="1441183" y="163353"/>
                    <a:pt x="1419600" y="163353"/>
                  </a:cubicBezTo>
                  <a:cubicBezTo>
                    <a:pt x="1398003" y="163353"/>
                    <a:pt x="1380504" y="145855"/>
                    <a:pt x="1380504" y="124268"/>
                  </a:cubicBezTo>
                  <a:cubicBezTo>
                    <a:pt x="1380504" y="102683"/>
                    <a:pt x="1398003" y="85181"/>
                    <a:pt x="1419600" y="85181"/>
                  </a:cubicBezTo>
                  <a:close/>
                  <a:moveTo>
                    <a:pt x="1329684" y="85181"/>
                  </a:moveTo>
                  <a:cubicBezTo>
                    <a:pt x="1351272" y="85181"/>
                    <a:pt x="1368775" y="102683"/>
                    <a:pt x="1368775" y="124268"/>
                  </a:cubicBezTo>
                  <a:cubicBezTo>
                    <a:pt x="1368775" y="145855"/>
                    <a:pt x="1351272" y="163353"/>
                    <a:pt x="1329684" y="163353"/>
                  </a:cubicBezTo>
                  <a:cubicBezTo>
                    <a:pt x="1308100" y="163353"/>
                    <a:pt x="1290604" y="145855"/>
                    <a:pt x="1290604" y="124268"/>
                  </a:cubicBezTo>
                  <a:cubicBezTo>
                    <a:pt x="1290604" y="102683"/>
                    <a:pt x="1308100" y="85181"/>
                    <a:pt x="1329684" y="85181"/>
                  </a:cubicBezTo>
                  <a:close/>
                  <a:moveTo>
                    <a:pt x="1142780" y="85181"/>
                  </a:moveTo>
                  <a:cubicBezTo>
                    <a:pt x="1164374" y="85181"/>
                    <a:pt x="1181872" y="102683"/>
                    <a:pt x="1181872" y="124268"/>
                  </a:cubicBezTo>
                  <a:cubicBezTo>
                    <a:pt x="1181872" y="145855"/>
                    <a:pt x="1164374" y="163353"/>
                    <a:pt x="1142780" y="163353"/>
                  </a:cubicBezTo>
                  <a:cubicBezTo>
                    <a:pt x="1121186" y="163353"/>
                    <a:pt x="1103680" y="145855"/>
                    <a:pt x="1103680" y="124268"/>
                  </a:cubicBezTo>
                  <a:cubicBezTo>
                    <a:pt x="1103680" y="102683"/>
                    <a:pt x="1121186" y="85181"/>
                    <a:pt x="1142780" y="85181"/>
                  </a:cubicBezTo>
                  <a:close/>
                  <a:moveTo>
                    <a:pt x="1045753" y="85181"/>
                  </a:moveTo>
                  <a:cubicBezTo>
                    <a:pt x="1067337" y="85181"/>
                    <a:pt x="1084842" y="102683"/>
                    <a:pt x="1084842" y="124268"/>
                  </a:cubicBezTo>
                  <a:cubicBezTo>
                    <a:pt x="1084842" y="145855"/>
                    <a:pt x="1067337" y="163353"/>
                    <a:pt x="1045753" y="163353"/>
                  </a:cubicBezTo>
                  <a:cubicBezTo>
                    <a:pt x="1024168" y="163353"/>
                    <a:pt x="1006670" y="145855"/>
                    <a:pt x="1006670" y="124268"/>
                  </a:cubicBezTo>
                  <a:cubicBezTo>
                    <a:pt x="1006670" y="102683"/>
                    <a:pt x="1024168" y="85181"/>
                    <a:pt x="1045753" y="85181"/>
                  </a:cubicBezTo>
                  <a:close/>
                  <a:moveTo>
                    <a:pt x="951129" y="85181"/>
                  </a:moveTo>
                  <a:cubicBezTo>
                    <a:pt x="972708" y="85181"/>
                    <a:pt x="990205" y="102683"/>
                    <a:pt x="990205" y="124268"/>
                  </a:cubicBezTo>
                  <a:cubicBezTo>
                    <a:pt x="990205" y="145855"/>
                    <a:pt x="972708" y="163353"/>
                    <a:pt x="951129" y="163353"/>
                  </a:cubicBezTo>
                  <a:cubicBezTo>
                    <a:pt x="929543" y="163353"/>
                    <a:pt x="912045" y="145855"/>
                    <a:pt x="912045" y="124268"/>
                  </a:cubicBezTo>
                  <a:cubicBezTo>
                    <a:pt x="912045" y="102683"/>
                    <a:pt x="929543" y="85181"/>
                    <a:pt x="951129" y="85181"/>
                  </a:cubicBezTo>
                  <a:close/>
                  <a:moveTo>
                    <a:pt x="856503" y="85181"/>
                  </a:moveTo>
                  <a:cubicBezTo>
                    <a:pt x="878086" y="85181"/>
                    <a:pt x="895582" y="102683"/>
                    <a:pt x="895582" y="124268"/>
                  </a:cubicBezTo>
                  <a:cubicBezTo>
                    <a:pt x="895582" y="145855"/>
                    <a:pt x="878086" y="163353"/>
                    <a:pt x="856503" y="163353"/>
                  </a:cubicBezTo>
                  <a:cubicBezTo>
                    <a:pt x="834921" y="163353"/>
                    <a:pt x="817424" y="145855"/>
                    <a:pt x="817424" y="124268"/>
                  </a:cubicBezTo>
                  <a:cubicBezTo>
                    <a:pt x="817424" y="102683"/>
                    <a:pt x="834921" y="85181"/>
                    <a:pt x="856503" y="85181"/>
                  </a:cubicBezTo>
                  <a:close/>
                  <a:moveTo>
                    <a:pt x="978967" y="11950"/>
                  </a:moveTo>
                  <a:lnTo>
                    <a:pt x="990205" y="39087"/>
                  </a:lnTo>
                  <a:cubicBezTo>
                    <a:pt x="990205" y="60674"/>
                    <a:pt x="972708" y="78173"/>
                    <a:pt x="951129" y="78173"/>
                  </a:cubicBezTo>
                  <a:cubicBezTo>
                    <a:pt x="940336" y="78173"/>
                    <a:pt x="930565" y="73798"/>
                    <a:pt x="923492" y="66725"/>
                  </a:cubicBezTo>
                  <a:lnTo>
                    <a:pt x="914005" y="43819"/>
                  </a:lnTo>
                  <a:lnTo>
                    <a:pt x="918580" y="41040"/>
                  </a:lnTo>
                  <a:close/>
                  <a:moveTo>
                    <a:pt x="2266537" y="0"/>
                  </a:moveTo>
                  <a:cubicBezTo>
                    <a:pt x="2288118" y="0"/>
                    <a:pt x="2305619" y="17499"/>
                    <a:pt x="2305619" y="39087"/>
                  </a:cubicBezTo>
                  <a:cubicBezTo>
                    <a:pt x="2305619" y="60673"/>
                    <a:pt x="2288118" y="78173"/>
                    <a:pt x="2266537" y="78173"/>
                  </a:cubicBezTo>
                  <a:cubicBezTo>
                    <a:pt x="2244936" y="78173"/>
                    <a:pt x="2227443" y="60673"/>
                    <a:pt x="2227443" y="39087"/>
                  </a:cubicBezTo>
                  <a:cubicBezTo>
                    <a:pt x="2227443" y="17499"/>
                    <a:pt x="2244936" y="0"/>
                    <a:pt x="2266537" y="0"/>
                  </a:cubicBezTo>
                  <a:close/>
                  <a:moveTo>
                    <a:pt x="2171887" y="0"/>
                  </a:moveTo>
                  <a:cubicBezTo>
                    <a:pt x="2193477" y="0"/>
                    <a:pt x="2210981" y="17499"/>
                    <a:pt x="2210981" y="39087"/>
                  </a:cubicBezTo>
                  <a:cubicBezTo>
                    <a:pt x="2210981" y="60673"/>
                    <a:pt x="2193477" y="78173"/>
                    <a:pt x="2171887" y="78173"/>
                  </a:cubicBezTo>
                  <a:cubicBezTo>
                    <a:pt x="2150295" y="78173"/>
                    <a:pt x="2132800" y="60673"/>
                    <a:pt x="2132800" y="39087"/>
                  </a:cubicBezTo>
                  <a:cubicBezTo>
                    <a:pt x="2132800" y="17499"/>
                    <a:pt x="2150295" y="0"/>
                    <a:pt x="2171887" y="0"/>
                  </a:cubicBezTo>
                  <a:close/>
                  <a:moveTo>
                    <a:pt x="2079618" y="0"/>
                  </a:moveTo>
                  <a:cubicBezTo>
                    <a:pt x="2101211" y="0"/>
                    <a:pt x="2118703" y="17499"/>
                    <a:pt x="2118703" y="39087"/>
                  </a:cubicBezTo>
                  <a:cubicBezTo>
                    <a:pt x="2118703" y="60673"/>
                    <a:pt x="2101211" y="78173"/>
                    <a:pt x="2079618" y="78173"/>
                  </a:cubicBezTo>
                  <a:cubicBezTo>
                    <a:pt x="2058036" y="78173"/>
                    <a:pt x="2040537" y="60673"/>
                    <a:pt x="2040537" y="39087"/>
                  </a:cubicBezTo>
                  <a:cubicBezTo>
                    <a:pt x="2040537" y="17499"/>
                    <a:pt x="2058036" y="0"/>
                    <a:pt x="2079618" y="0"/>
                  </a:cubicBezTo>
                  <a:close/>
                  <a:moveTo>
                    <a:pt x="1984973" y="0"/>
                  </a:moveTo>
                  <a:cubicBezTo>
                    <a:pt x="2006565" y="0"/>
                    <a:pt x="2024073" y="17499"/>
                    <a:pt x="2024073" y="39087"/>
                  </a:cubicBezTo>
                  <a:cubicBezTo>
                    <a:pt x="2024073" y="60673"/>
                    <a:pt x="2006565" y="78173"/>
                    <a:pt x="1984973" y="78173"/>
                  </a:cubicBezTo>
                  <a:cubicBezTo>
                    <a:pt x="1963378" y="78173"/>
                    <a:pt x="1945875" y="60673"/>
                    <a:pt x="1945875" y="39087"/>
                  </a:cubicBezTo>
                  <a:cubicBezTo>
                    <a:pt x="1945875" y="17499"/>
                    <a:pt x="1963378" y="0"/>
                    <a:pt x="1984973" y="0"/>
                  </a:cubicBezTo>
                  <a:close/>
                  <a:moveTo>
                    <a:pt x="1890340" y="0"/>
                  </a:moveTo>
                  <a:cubicBezTo>
                    <a:pt x="1911917" y="0"/>
                    <a:pt x="1929413" y="17499"/>
                    <a:pt x="1929413" y="39087"/>
                  </a:cubicBezTo>
                  <a:cubicBezTo>
                    <a:pt x="1929413" y="60673"/>
                    <a:pt x="1911917" y="78173"/>
                    <a:pt x="1890340" y="78173"/>
                  </a:cubicBezTo>
                  <a:cubicBezTo>
                    <a:pt x="1868762" y="78173"/>
                    <a:pt x="1851255" y="60673"/>
                    <a:pt x="1851255" y="39087"/>
                  </a:cubicBezTo>
                  <a:cubicBezTo>
                    <a:pt x="1851255" y="17499"/>
                    <a:pt x="1868762" y="0"/>
                    <a:pt x="1890340" y="0"/>
                  </a:cubicBezTo>
                  <a:close/>
                  <a:moveTo>
                    <a:pt x="1798073" y="0"/>
                  </a:moveTo>
                  <a:cubicBezTo>
                    <a:pt x="1819663" y="0"/>
                    <a:pt x="1837149" y="17499"/>
                    <a:pt x="1837149" y="39087"/>
                  </a:cubicBezTo>
                  <a:cubicBezTo>
                    <a:pt x="1837149" y="60673"/>
                    <a:pt x="1819663" y="78173"/>
                    <a:pt x="1798073" y="78173"/>
                  </a:cubicBezTo>
                  <a:cubicBezTo>
                    <a:pt x="1776483" y="78173"/>
                    <a:pt x="1758966" y="60673"/>
                    <a:pt x="1758966" y="39087"/>
                  </a:cubicBezTo>
                  <a:cubicBezTo>
                    <a:pt x="1758966" y="17499"/>
                    <a:pt x="1776483" y="0"/>
                    <a:pt x="1798073" y="0"/>
                  </a:cubicBezTo>
                  <a:close/>
                  <a:moveTo>
                    <a:pt x="1703435" y="0"/>
                  </a:moveTo>
                  <a:cubicBezTo>
                    <a:pt x="1725015" y="0"/>
                    <a:pt x="1742524" y="17499"/>
                    <a:pt x="1742524" y="39087"/>
                  </a:cubicBezTo>
                  <a:cubicBezTo>
                    <a:pt x="1742524" y="60673"/>
                    <a:pt x="1725015" y="78173"/>
                    <a:pt x="1703435" y="78173"/>
                  </a:cubicBezTo>
                  <a:cubicBezTo>
                    <a:pt x="1681841" y="78173"/>
                    <a:pt x="1664351" y="60673"/>
                    <a:pt x="1664351" y="39087"/>
                  </a:cubicBezTo>
                  <a:cubicBezTo>
                    <a:pt x="1664351" y="17499"/>
                    <a:pt x="1681841" y="0"/>
                    <a:pt x="1703435" y="0"/>
                  </a:cubicBezTo>
                  <a:close/>
                  <a:moveTo>
                    <a:pt x="1611151" y="0"/>
                  </a:moveTo>
                  <a:cubicBezTo>
                    <a:pt x="1632741" y="0"/>
                    <a:pt x="1650245" y="17499"/>
                    <a:pt x="1650245" y="39087"/>
                  </a:cubicBezTo>
                  <a:cubicBezTo>
                    <a:pt x="1650245" y="60673"/>
                    <a:pt x="1632741" y="78173"/>
                    <a:pt x="1611151" y="78173"/>
                  </a:cubicBezTo>
                  <a:cubicBezTo>
                    <a:pt x="1589656" y="78173"/>
                    <a:pt x="1572160" y="60673"/>
                    <a:pt x="1572160" y="39087"/>
                  </a:cubicBezTo>
                  <a:cubicBezTo>
                    <a:pt x="1572160" y="17499"/>
                    <a:pt x="1589656" y="0"/>
                    <a:pt x="1611151" y="0"/>
                  </a:cubicBezTo>
                  <a:close/>
                  <a:moveTo>
                    <a:pt x="1516607" y="0"/>
                  </a:moveTo>
                  <a:cubicBezTo>
                    <a:pt x="1538188" y="0"/>
                    <a:pt x="1555693" y="17499"/>
                    <a:pt x="1555693" y="39087"/>
                  </a:cubicBezTo>
                  <a:cubicBezTo>
                    <a:pt x="1555693" y="60673"/>
                    <a:pt x="1538188" y="78173"/>
                    <a:pt x="1516607" y="78173"/>
                  </a:cubicBezTo>
                  <a:cubicBezTo>
                    <a:pt x="1495014" y="78173"/>
                    <a:pt x="1477512" y="60673"/>
                    <a:pt x="1477512" y="39087"/>
                  </a:cubicBezTo>
                  <a:cubicBezTo>
                    <a:pt x="1477512" y="17499"/>
                    <a:pt x="1495014" y="0"/>
                    <a:pt x="1516607" y="0"/>
                  </a:cubicBezTo>
                  <a:close/>
                  <a:moveTo>
                    <a:pt x="1232692" y="0"/>
                  </a:moveTo>
                  <a:cubicBezTo>
                    <a:pt x="1254278" y="0"/>
                    <a:pt x="1271765" y="17499"/>
                    <a:pt x="1271765" y="39087"/>
                  </a:cubicBezTo>
                  <a:cubicBezTo>
                    <a:pt x="1271765" y="60673"/>
                    <a:pt x="1254278" y="78173"/>
                    <a:pt x="1232692" y="78173"/>
                  </a:cubicBezTo>
                  <a:cubicBezTo>
                    <a:pt x="1211099" y="78173"/>
                    <a:pt x="1193607" y="60673"/>
                    <a:pt x="1193607" y="39087"/>
                  </a:cubicBezTo>
                  <a:cubicBezTo>
                    <a:pt x="1193607" y="17499"/>
                    <a:pt x="1211099" y="0"/>
                    <a:pt x="1232692" y="0"/>
                  </a:cubicBezTo>
                  <a:close/>
                  <a:moveTo>
                    <a:pt x="1142780" y="0"/>
                  </a:moveTo>
                  <a:cubicBezTo>
                    <a:pt x="1164374" y="0"/>
                    <a:pt x="1181872" y="17499"/>
                    <a:pt x="1181872" y="39087"/>
                  </a:cubicBezTo>
                  <a:cubicBezTo>
                    <a:pt x="1181872" y="60674"/>
                    <a:pt x="1164374" y="78173"/>
                    <a:pt x="1142780" y="78173"/>
                  </a:cubicBezTo>
                  <a:cubicBezTo>
                    <a:pt x="1121186" y="78173"/>
                    <a:pt x="1103680" y="60674"/>
                    <a:pt x="1103680" y="39087"/>
                  </a:cubicBezTo>
                  <a:cubicBezTo>
                    <a:pt x="1103680" y="17499"/>
                    <a:pt x="1121186" y="0"/>
                    <a:pt x="1142780" y="0"/>
                  </a:cubicBezTo>
                  <a:close/>
                  <a:moveTo>
                    <a:pt x="1045753" y="0"/>
                  </a:moveTo>
                  <a:cubicBezTo>
                    <a:pt x="1067337" y="0"/>
                    <a:pt x="1084842" y="17500"/>
                    <a:pt x="1084842" y="39087"/>
                  </a:cubicBezTo>
                  <a:cubicBezTo>
                    <a:pt x="1084842" y="60674"/>
                    <a:pt x="1067337" y="78173"/>
                    <a:pt x="1045753" y="78173"/>
                  </a:cubicBezTo>
                  <a:cubicBezTo>
                    <a:pt x="1024168" y="78173"/>
                    <a:pt x="1006670" y="60674"/>
                    <a:pt x="1006670" y="39087"/>
                  </a:cubicBezTo>
                  <a:cubicBezTo>
                    <a:pt x="1006670" y="17500"/>
                    <a:pt x="1024168" y="0"/>
                    <a:pt x="1045753" y="0"/>
                  </a:cubicBezTo>
                  <a:close/>
                </a:path>
              </a:pathLst>
            </a:custGeom>
            <a:solidFill>
              <a:srgbClr val="B8D43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07" name="Freeform: Shape 262"/>
            <p:cNvSpPr>
              <a:spLocks/>
            </p:cNvSpPr>
            <p:nvPr/>
          </p:nvSpPr>
          <p:spPr bwMode="auto">
            <a:xfrm>
              <a:off x="7739441" y="2829816"/>
              <a:ext cx="78158" cy="78173"/>
            </a:xfrm>
            <a:custGeom>
              <a:avLst/>
              <a:gdLst>
                <a:gd name="connsiteX0" fmla="*/ 39085 w 78158"/>
                <a:gd name="connsiteY0" fmla="*/ 0 h 78173"/>
                <a:gd name="connsiteX1" fmla="*/ 78158 w 78158"/>
                <a:gd name="connsiteY1" fmla="*/ 39087 h 78173"/>
                <a:gd name="connsiteX2" fmla="*/ 39085 w 78158"/>
                <a:gd name="connsiteY2" fmla="*/ 78173 h 78173"/>
                <a:gd name="connsiteX3" fmla="*/ 0 w 78158"/>
                <a:gd name="connsiteY3" fmla="*/ 39087 h 78173"/>
                <a:gd name="connsiteX4" fmla="*/ 39085 w 78158"/>
                <a:gd name="connsiteY4" fmla="*/ 0 h 7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58" h="78173">
                  <a:moveTo>
                    <a:pt x="39085" y="0"/>
                  </a:moveTo>
                  <a:cubicBezTo>
                    <a:pt x="60671" y="0"/>
                    <a:pt x="78158" y="17499"/>
                    <a:pt x="78158" y="39087"/>
                  </a:cubicBezTo>
                  <a:cubicBezTo>
                    <a:pt x="78158" y="60673"/>
                    <a:pt x="60671" y="78173"/>
                    <a:pt x="39085" y="78173"/>
                  </a:cubicBezTo>
                  <a:cubicBezTo>
                    <a:pt x="17492" y="78173"/>
                    <a:pt x="0" y="60673"/>
                    <a:pt x="0" y="39087"/>
                  </a:cubicBezTo>
                  <a:cubicBezTo>
                    <a:pt x="0" y="17499"/>
                    <a:pt x="17492" y="0"/>
                    <a:pt x="3908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08" name="Freeform: Shape 263"/>
            <p:cNvSpPr>
              <a:spLocks/>
            </p:cNvSpPr>
            <p:nvPr/>
          </p:nvSpPr>
          <p:spPr bwMode="auto">
            <a:xfrm>
              <a:off x="8397089" y="2829816"/>
              <a:ext cx="78158" cy="78173"/>
            </a:xfrm>
            <a:custGeom>
              <a:avLst/>
              <a:gdLst>
                <a:gd name="connsiteX0" fmla="*/ 39085 w 78158"/>
                <a:gd name="connsiteY0" fmla="*/ 0 h 78173"/>
                <a:gd name="connsiteX1" fmla="*/ 78158 w 78158"/>
                <a:gd name="connsiteY1" fmla="*/ 39087 h 78173"/>
                <a:gd name="connsiteX2" fmla="*/ 39085 w 78158"/>
                <a:gd name="connsiteY2" fmla="*/ 78173 h 78173"/>
                <a:gd name="connsiteX3" fmla="*/ 0 w 78158"/>
                <a:gd name="connsiteY3" fmla="*/ 39087 h 78173"/>
                <a:gd name="connsiteX4" fmla="*/ 39085 w 78158"/>
                <a:gd name="connsiteY4" fmla="*/ 0 h 7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58" h="78173">
                  <a:moveTo>
                    <a:pt x="39085" y="0"/>
                  </a:moveTo>
                  <a:cubicBezTo>
                    <a:pt x="60662" y="0"/>
                    <a:pt x="78158" y="17499"/>
                    <a:pt x="78158" y="39087"/>
                  </a:cubicBezTo>
                  <a:cubicBezTo>
                    <a:pt x="78158" y="60673"/>
                    <a:pt x="60662" y="78173"/>
                    <a:pt x="39085" y="78173"/>
                  </a:cubicBezTo>
                  <a:cubicBezTo>
                    <a:pt x="17507" y="78173"/>
                    <a:pt x="0" y="60673"/>
                    <a:pt x="0" y="39087"/>
                  </a:cubicBezTo>
                  <a:cubicBezTo>
                    <a:pt x="0" y="17499"/>
                    <a:pt x="17507" y="0"/>
                    <a:pt x="3908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09" name="Freeform: Shape 264"/>
            <p:cNvSpPr>
              <a:spLocks/>
            </p:cNvSpPr>
            <p:nvPr/>
          </p:nvSpPr>
          <p:spPr bwMode="auto">
            <a:xfrm>
              <a:off x="7552504" y="2914996"/>
              <a:ext cx="78172" cy="78172"/>
            </a:xfrm>
            <a:custGeom>
              <a:avLst/>
              <a:gdLst>
                <a:gd name="connsiteX0" fmla="*/ 39083 w 78172"/>
                <a:gd name="connsiteY0" fmla="*/ 0 h 78172"/>
                <a:gd name="connsiteX1" fmla="*/ 78172 w 78172"/>
                <a:gd name="connsiteY1" fmla="*/ 39087 h 78172"/>
                <a:gd name="connsiteX2" fmla="*/ 39083 w 78172"/>
                <a:gd name="connsiteY2" fmla="*/ 78172 h 78172"/>
                <a:gd name="connsiteX3" fmla="*/ 0 w 78172"/>
                <a:gd name="connsiteY3" fmla="*/ 39087 h 78172"/>
                <a:gd name="connsiteX4" fmla="*/ 39083 w 78172"/>
                <a:gd name="connsiteY4" fmla="*/ 0 h 78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2" h="78172">
                  <a:moveTo>
                    <a:pt x="39083" y="0"/>
                  </a:moveTo>
                  <a:cubicBezTo>
                    <a:pt x="60667" y="0"/>
                    <a:pt x="78172" y="17502"/>
                    <a:pt x="78172" y="39087"/>
                  </a:cubicBezTo>
                  <a:cubicBezTo>
                    <a:pt x="78172" y="60674"/>
                    <a:pt x="60667" y="78172"/>
                    <a:pt x="39083" y="78172"/>
                  </a:cubicBezTo>
                  <a:cubicBezTo>
                    <a:pt x="17498" y="78172"/>
                    <a:pt x="0" y="60674"/>
                    <a:pt x="0" y="39087"/>
                  </a:cubicBezTo>
                  <a:cubicBezTo>
                    <a:pt x="0" y="17502"/>
                    <a:pt x="17498" y="0"/>
                    <a:pt x="39083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10" name="Freeform: Shape 265"/>
            <p:cNvSpPr>
              <a:spLocks/>
            </p:cNvSpPr>
            <p:nvPr/>
          </p:nvSpPr>
          <p:spPr bwMode="auto">
            <a:xfrm>
              <a:off x="7836438" y="2914996"/>
              <a:ext cx="78171" cy="78172"/>
            </a:xfrm>
            <a:custGeom>
              <a:avLst/>
              <a:gdLst>
                <a:gd name="connsiteX0" fmla="*/ 39080 w 78171"/>
                <a:gd name="connsiteY0" fmla="*/ 0 h 78172"/>
                <a:gd name="connsiteX1" fmla="*/ 78171 w 78171"/>
                <a:gd name="connsiteY1" fmla="*/ 39087 h 78172"/>
                <a:gd name="connsiteX2" fmla="*/ 39080 w 78171"/>
                <a:gd name="connsiteY2" fmla="*/ 78172 h 78172"/>
                <a:gd name="connsiteX3" fmla="*/ 0 w 78171"/>
                <a:gd name="connsiteY3" fmla="*/ 39087 h 78172"/>
                <a:gd name="connsiteX4" fmla="*/ 39080 w 78171"/>
                <a:gd name="connsiteY4" fmla="*/ 0 h 78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1" h="78172">
                  <a:moveTo>
                    <a:pt x="39080" y="0"/>
                  </a:moveTo>
                  <a:cubicBezTo>
                    <a:pt x="60668" y="0"/>
                    <a:pt x="78171" y="17502"/>
                    <a:pt x="78171" y="39087"/>
                  </a:cubicBezTo>
                  <a:cubicBezTo>
                    <a:pt x="78171" y="60674"/>
                    <a:pt x="60668" y="78172"/>
                    <a:pt x="39080" y="78172"/>
                  </a:cubicBezTo>
                  <a:cubicBezTo>
                    <a:pt x="17496" y="78172"/>
                    <a:pt x="0" y="60674"/>
                    <a:pt x="0" y="39087"/>
                  </a:cubicBezTo>
                  <a:cubicBezTo>
                    <a:pt x="0" y="17502"/>
                    <a:pt x="17496" y="0"/>
                    <a:pt x="39080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11" name="Freeform: Shape 266"/>
            <p:cNvSpPr>
              <a:spLocks/>
            </p:cNvSpPr>
            <p:nvPr/>
          </p:nvSpPr>
          <p:spPr bwMode="auto">
            <a:xfrm>
              <a:off x="8491709" y="2914996"/>
              <a:ext cx="78198" cy="78172"/>
            </a:xfrm>
            <a:custGeom>
              <a:avLst/>
              <a:gdLst>
                <a:gd name="connsiteX0" fmla="*/ 39098 w 78198"/>
                <a:gd name="connsiteY0" fmla="*/ 0 h 78172"/>
                <a:gd name="connsiteX1" fmla="*/ 78198 w 78198"/>
                <a:gd name="connsiteY1" fmla="*/ 39087 h 78172"/>
                <a:gd name="connsiteX2" fmla="*/ 39098 w 78198"/>
                <a:gd name="connsiteY2" fmla="*/ 78172 h 78172"/>
                <a:gd name="connsiteX3" fmla="*/ 0 w 78198"/>
                <a:gd name="connsiteY3" fmla="*/ 39087 h 78172"/>
                <a:gd name="connsiteX4" fmla="*/ 39098 w 78198"/>
                <a:gd name="connsiteY4" fmla="*/ 0 h 78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98" h="78172">
                  <a:moveTo>
                    <a:pt x="39098" y="0"/>
                  </a:moveTo>
                  <a:cubicBezTo>
                    <a:pt x="60690" y="0"/>
                    <a:pt x="78198" y="17501"/>
                    <a:pt x="78198" y="39087"/>
                  </a:cubicBezTo>
                  <a:cubicBezTo>
                    <a:pt x="78198" y="60674"/>
                    <a:pt x="60690" y="78172"/>
                    <a:pt x="39098" y="78172"/>
                  </a:cubicBezTo>
                  <a:cubicBezTo>
                    <a:pt x="17503" y="78172"/>
                    <a:pt x="0" y="60674"/>
                    <a:pt x="0" y="39087"/>
                  </a:cubicBezTo>
                  <a:cubicBezTo>
                    <a:pt x="0" y="17501"/>
                    <a:pt x="17503" y="0"/>
                    <a:pt x="39098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12" name="Freeform: Shape 267"/>
            <p:cNvSpPr>
              <a:spLocks/>
            </p:cNvSpPr>
            <p:nvPr/>
          </p:nvSpPr>
          <p:spPr bwMode="auto">
            <a:xfrm>
              <a:off x="8678634" y="2914996"/>
              <a:ext cx="78181" cy="78172"/>
            </a:xfrm>
            <a:custGeom>
              <a:avLst/>
              <a:gdLst>
                <a:gd name="connsiteX0" fmla="*/ 39087 w 78181"/>
                <a:gd name="connsiteY0" fmla="*/ 0 h 78172"/>
                <a:gd name="connsiteX1" fmla="*/ 78181 w 78181"/>
                <a:gd name="connsiteY1" fmla="*/ 39086 h 78172"/>
                <a:gd name="connsiteX2" fmla="*/ 39087 w 78181"/>
                <a:gd name="connsiteY2" fmla="*/ 78172 h 78172"/>
                <a:gd name="connsiteX3" fmla="*/ 0 w 78181"/>
                <a:gd name="connsiteY3" fmla="*/ 39086 h 78172"/>
                <a:gd name="connsiteX4" fmla="*/ 39087 w 78181"/>
                <a:gd name="connsiteY4" fmla="*/ 0 h 78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81" h="78172">
                  <a:moveTo>
                    <a:pt x="39087" y="0"/>
                  </a:moveTo>
                  <a:cubicBezTo>
                    <a:pt x="60677" y="0"/>
                    <a:pt x="78181" y="17501"/>
                    <a:pt x="78181" y="39086"/>
                  </a:cubicBezTo>
                  <a:cubicBezTo>
                    <a:pt x="78181" y="60674"/>
                    <a:pt x="60677" y="78172"/>
                    <a:pt x="39087" y="78172"/>
                  </a:cubicBezTo>
                  <a:cubicBezTo>
                    <a:pt x="17495" y="78172"/>
                    <a:pt x="0" y="60674"/>
                    <a:pt x="0" y="39086"/>
                  </a:cubicBezTo>
                  <a:cubicBezTo>
                    <a:pt x="0" y="17501"/>
                    <a:pt x="17495" y="0"/>
                    <a:pt x="39087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13" name="Freeform: Shape 268"/>
            <p:cNvSpPr>
              <a:spLocks/>
            </p:cNvSpPr>
            <p:nvPr/>
          </p:nvSpPr>
          <p:spPr bwMode="auto">
            <a:xfrm>
              <a:off x="7739441" y="3004900"/>
              <a:ext cx="78157" cy="78180"/>
            </a:xfrm>
            <a:custGeom>
              <a:avLst/>
              <a:gdLst>
                <a:gd name="connsiteX0" fmla="*/ 39083 w 78157"/>
                <a:gd name="connsiteY0" fmla="*/ 0 h 78180"/>
                <a:gd name="connsiteX1" fmla="*/ 78157 w 78157"/>
                <a:gd name="connsiteY1" fmla="*/ 39085 h 78180"/>
                <a:gd name="connsiteX2" fmla="*/ 39083 w 78157"/>
                <a:gd name="connsiteY2" fmla="*/ 78180 h 78180"/>
                <a:gd name="connsiteX3" fmla="*/ 0 w 78157"/>
                <a:gd name="connsiteY3" fmla="*/ 39085 h 78180"/>
                <a:gd name="connsiteX4" fmla="*/ 39083 w 78157"/>
                <a:gd name="connsiteY4" fmla="*/ 0 h 78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57" h="78180">
                  <a:moveTo>
                    <a:pt x="39083" y="0"/>
                  </a:moveTo>
                  <a:cubicBezTo>
                    <a:pt x="60671" y="0"/>
                    <a:pt x="78157" y="17500"/>
                    <a:pt x="78157" y="39085"/>
                  </a:cubicBezTo>
                  <a:cubicBezTo>
                    <a:pt x="78157" y="60673"/>
                    <a:pt x="60671" y="78180"/>
                    <a:pt x="39083" y="78180"/>
                  </a:cubicBezTo>
                  <a:cubicBezTo>
                    <a:pt x="17492" y="78180"/>
                    <a:pt x="0" y="60673"/>
                    <a:pt x="0" y="39085"/>
                  </a:cubicBezTo>
                  <a:cubicBezTo>
                    <a:pt x="0" y="17500"/>
                    <a:pt x="17492" y="0"/>
                    <a:pt x="39083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14" name="Freeform: Shape 269"/>
            <p:cNvSpPr>
              <a:spLocks/>
            </p:cNvSpPr>
            <p:nvPr/>
          </p:nvSpPr>
          <p:spPr bwMode="auto">
            <a:xfrm>
              <a:off x="8397089" y="3004900"/>
              <a:ext cx="78158" cy="78180"/>
            </a:xfrm>
            <a:custGeom>
              <a:avLst/>
              <a:gdLst>
                <a:gd name="connsiteX0" fmla="*/ 39085 w 78158"/>
                <a:gd name="connsiteY0" fmla="*/ 0 h 78180"/>
                <a:gd name="connsiteX1" fmla="*/ 78158 w 78158"/>
                <a:gd name="connsiteY1" fmla="*/ 39085 h 78180"/>
                <a:gd name="connsiteX2" fmla="*/ 39085 w 78158"/>
                <a:gd name="connsiteY2" fmla="*/ 78180 h 78180"/>
                <a:gd name="connsiteX3" fmla="*/ 0 w 78158"/>
                <a:gd name="connsiteY3" fmla="*/ 39085 h 78180"/>
                <a:gd name="connsiteX4" fmla="*/ 39085 w 78158"/>
                <a:gd name="connsiteY4" fmla="*/ 0 h 78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58" h="78180">
                  <a:moveTo>
                    <a:pt x="39085" y="0"/>
                  </a:moveTo>
                  <a:cubicBezTo>
                    <a:pt x="60662" y="0"/>
                    <a:pt x="78158" y="17500"/>
                    <a:pt x="78158" y="39085"/>
                  </a:cubicBezTo>
                  <a:cubicBezTo>
                    <a:pt x="78158" y="60673"/>
                    <a:pt x="60662" y="78180"/>
                    <a:pt x="39085" y="78180"/>
                  </a:cubicBezTo>
                  <a:cubicBezTo>
                    <a:pt x="17507" y="78180"/>
                    <a:pt x="0" y="60673"/>
                    <a:pt x="0" y="39085"/>
                  </a:cubicBezTo>
                  <a:cubicBezTo>
                    <a:pt x="0" y="17500"/>
                    <a:pt x="17507" y="0"/>
                    <a:pt x="3908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15" name="Freeform: Shape 270"/>
            <p:cNvSpPr>
              <a:spLocks/>
            </p:cNvSpPr>
            <p:nvPr/>
          </p:nvSpPr>
          <p:spPr bwMode="auto">
            <a:xfrm>
              <a:off x="8491709" y="3004900"/>
              <a:ext cx="78198" cy="78180"/>
            </a:xfrm>
            <a:custGeom>
              <a:avLst/>
              <a:gdLst>
                <a:gd name="connsiteX0" fmla="*/ 39098 w 78198"/>
                <a:gd name="connsiteY0" fmla="*/ 0 h 78180"/>
                <a:gd name="connsiteX1" fmla="*/ 78198 w 78198"/>
                <a:gd name="connsiteY1" fmla="*/ 39085 h 78180"/>
                <a:gd name="connsiteX2" fmla="*/ 39098 w 78198"/>
                <a:gd name="connsiteY2" fmla="*/ 78180 h 78180"/>
                <a:gd name="connsiteX3" fmla="*/ 0 w 78198"/>
                <a:gd name="connsiteY3" fmla="*/ 39085 h 78180"/>
                <a:gd name="connsiteX4" fmla="*/ 39098 w 78198"/>
                <a:gd name="connsiteY4" fmla="*/ 0 h 78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98" h="78180">
                  <a:moveTo>
                    <a:pt x="39098" y="0"/>
                  </a:moveTo>
                  <a:cubicBezTo>
                    <a:pt x="60690" y="0"/>
                    <a:pt x="78198" y="17500"/>
                    <a:pt x="78198" y="39085"/>
                  </a:cubicBezTo>
                  <a:cubicBezTo>
                    <a:pt x="78198" y="60673"/>
                    <a:pt x="60690" y="78180"/>
                    <a:pt x="39098" y="78180"/>
                  </a:cubicBezTo>
                  <a:cubicBezTo>
                    <a:pt x="17503" y="78180"/>
                    <a:pt x="0" y="60673"/>
                    <a:pt x="0" y="39085"/>
                  </a:cubicBezTo>
                  <a:cubicBezTo>
                    <a:pt x="0" y="17500"/>
                    <a:pt x="17503" y="0"/>
                    <a:pt x="39098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16" name="Freeform: Shape 271"/>
            <p:cNvSpPr>
              <a:spLocks/>
            </p:cNvSpPr>
            <p:nvPr/>
          </p:nvSpPr>
          <p:spPr bwMode="auto">
            <a:xfrm>
              <a:off x="9338735" y="3004900"/>
              <a:ext cx="78174" cy="78180"/>
            </a:xfrm>
            <a:custGeom>
              <a:avLst/>
              <a:gdLst>
                <a:gd name="connsiteX0" fmla="*/ 39087 w 78174"/>
                <a:gd name="connsiteY0" fmla="*/ 0 h 78180"/>
                <a:gd name="connsiteX1" fmla="*/ 78174 w 78174"/>
                <a:gd name="connsiteY1" fmla="*/ 39085 h 78180"/>
                <a:gd name="connsiteX2" fmla="*/ 39087 w 78174"/>
                <a:gd name="connsiteY2" fmla="*/ 78180 h 78180"/>
                <a:gd name="connsiteX3" fmla="*/ 0 w 78174"/>
                <a:gd name="connsiteY3" fmla="*/ 39085 h 78180"/>
                <a:gd name="connsiteX4" fmla="*/ 39087 w 78174"/>
                <a:gd name="connsiteY4" fmla="*/ 0 h 78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4" h="78180">
                  <a:moveTo>
                    <a:pt x="39087" y="0"/>
                  </a:moveTo>
                  <a:cubicBezTo>
                    <a:pt x="60674" y="0"/>
                    <a:pt x="78174" y="17500"/>
                    <a:pt x="78174" y="39085"/>
                  </a:cubicBezTo>
                  <a:cubicBezTo>
                    <a:pt x="78174" y="60673"/>
                    <a:pt x="60674" y="78180"/>
                    <a:pt x="39087" y="78180"/>
                  </a:cubicBezTo>
                  <a:cubicBezTo>
                    <a:pt x="17500" y="78180"/>
                    <a:pt x="0" y="60673"/>
                    <a:pt x="0" y="39085"/>
                  </a:cubicBezTo>
                  <a:cubicBezTo>
                    <a:pt x="0" y="17500"/>
                    <a:pt x="17500" y="0"/>
                    <a:pt x="39087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17" name="Freeform: Shape 272"/>
            <p:cNvSpPr>
              <a:spLocks/>
            </p:cNvSpPr>
            <p:nvPr/>
          </p:nvSpPr>
          <p:spPr bwMode="auto">
            <a:xfrm>
              <a:off x="7176354" y="3087715"/>
              <a:ext cx="78178" cy="78171"/>
            </a:xfrm>
            <a:custGeom>
              <a:avLst/>
              <a:gdLst>
                <a:gd name="connsiteX0" fmla="*/ 39077 w 78178"/>
                <a:gd name="connsiteY0" fmla="*/ 0 h 78171"/>
                <a:gd name="connsiteX1" fmla="*/ 78178 w 78178"/>
                <a:gd name="connsiteY1" fmla="*/ 39086 h 78171"/>
                <a:gd name="connsiteX2" fmla="*/ 39077 w 78178"/>
                <a:gd name="connsiteY2" fmla="*/ 78171 h 78171"/>
                <a:gd name="connsiteX3" fmla="*/ 0 w 78178"/>
                <a:gd name="connsiteY3" fmla="*/ 39086 h 78171"/>
                <a:gd name="connsiteX4" fmla="*/ 39077 w 78178"/>
                <a:gd name="connsiteY4" fmla="*/ 0 h 78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8" h="78171">
                  <a:moveTo>
                    <a:pt x="39077" y="0"/>
                  </a:moveTo>
                  <a:cubicBezTo>
                    <a:pt x="60680" y="0"/>
                    <a:pt x="78178" y="17499"/>
                    <a:pt x="78178" y="39086"/>
                  </a:cubicBezTo>
                  <a:cubicBezTo>
                    <a:pt x="78178" y="60672"/>
                    <a:pt x="60680" y="78171"/>
                    <a:pt x="39077" y="78171"/>
                  </a:cubicBezTo>
                  <a:cubicBezTo>
                    <a:pt x="17504" y="78171"/>
                    <a:pt x="0" y="60672"/>
                    <a:pt x="0" y="39086"/>
                  </a:cubicBezTo>
                  <a:cubicBezTo>
                    <a:pt x="0" y="17499"/>
                    <a:pt x="17504" y="0"/>
                    <a:pt x="39077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18" name="Freeform: Shape 273"/>
            <p:cNvSpPr>
              <a:spLocks/>
            </p:cNvSpPr>
            <p:nvPr/>
          </p:nvSpPr>
          <p:spPr bwMode="auto">
            <a:xfrm>
              <a:off x="7270995" y="3087715"/>
              <a:ext cx="78165" cy="78171"/>
            </a:xfrm>
            <a:custGeom>
              <a:avLst/>
              <a:gdLst>
                <a:gd name="connsiteX0" fmla="*/ 39082 w 78165"/>
                <a:gd name="connsiteY0" fmla="*/ 0 h 78171"/>
                <a:gd name="connsiteX1" fmla="*/ 78165 w 78165"/>
                <a:gd name="connsiteY1" fmla="*/ 39086 h 78171"/>
                <a:gd name="connsiteX2" fmla="*/ 39082 w 78165"/>
                <a:gd name="connsiteY2" fmla="*/ 78171 h 78171"/>
                <a:gd name="connsiteX3" fmla="*/ 0 w 78165"/>
                <a:gd name="connsiteY3" fmla="*/ 39086 h 78171"/>
                <a:gd name="connsiteX4" fmla="*/ 39082 w 78165"/>
                <a:gd name="connsiteY4" fmla="*/ 0 h 78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65" h="78171">
                  <a:moveTo>
                    <a:pt x="39082" y="0"/>
                  </a:moveTo>
                  <a:cubicBezTo>
                    <a:pt x="60665" y="0"/>
                    <a:pt x="78165" y="17499"/>
                    <a:pt x="78165" y="39086"/>
                  </a:cubicBezTo>
                  <a:cubicBezTo>
                    <a:pt x="78165" y="60672"/>
                    <a:pt x="60665" y="78171"/>
                    <a:pt x="39082" y="78171"/>
                  </a:cubicBezTo>
                  <a:cubicBezTo>
                    <a:pt x="17490" y="78171"/>
                    <a:pt x="0" y="60672"/>
                    <a:pt x="0" y="39086"/>
                  </a:cubicBezTo>
                  <a:cubicBezTo>
                    <a:pt x="0" y="17499"/>
                    <a:pt x="17490" y="0"/>
                    <a:pt x="39082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19" name="Freeform: Shape 274"/>
            <p:cNvSpPr>
              <a:spLocks/>
            </p:cNvSpPr>
            <p:nvPr/>
          </p:nvSpPr>
          <p:spPr bwMode="auto">
            <a:xfrm>
              <a:off x="7363256" y="3087715"/>
              <a:ext cx="78160" cy="78171"/>
            </a:xfrm>
            <a:custGeom>
              <a:avLst/>
              <a:gdLst>
                <a:gd name="connsiteX0" fmla="*/ 39081 w 78160"/>
                <a:gd name="connsiteY0" fmla="*/ 0 h 78171"/>
                <a:gd name="connsiteX1" fmla="*/ 78160 w 78160"/>
                <a:gd name="connsiteY1" fmla="*/ 39086 h 78171"/>
                <a:gd name="connsiteX2" fmla="*/ 39081 w 78160"/>
                <a:gd name="connsiteY2" fmla="*/ 78171 h 78171"/>
                <a:gd name="connsiteX3" fmla="*/ 0 w 78160"/>
                <a:gd name="connsiteY3" fmla="*/ 39086 h 78171"/>
                <a:gd name="connsiteX4" fmla="*/ 39081 w 78160"/>
                <a:gd name="connsiteY4" fmla="*/ 0 h 78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60" h="78171">
                  <a:moveTo>
                    <a:pt x="39081" y="0"/>
                  </a:moveTo>
                  <a:cubicBezTo>
                    <a:pt x="60664" y="0"/>
                    <a:pt x="78160" y="17499"/>
                    <a:pt x="78160" y="39086"/>
                  </a:cubicBezTo>
                  <a:cubicBezTo>
                    <a:pt x="78160" y="60672"/>
                    <a:pt x="60664" y="78171"/>
                    <a:pt x="39081" y="78171"/>
                  </a:cubicBezTo>
                  <a:cubicBezTo>
                    <a:pt x="17497" y="78171"/>
                    <a:pt x="0" y="60672"/>
                    <a:pt x="0" y="39086"/>
                  </a:cubicBezTo>
                  <a:cubicBezTo>
                    <a:pt x="0" y="17499"/>
                    <a:pt x="17497" y="0"/>
                    <a:pt x="39081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20" name="Freeform: Shape 275"/>
            <p:cNvSpPr>
              <a:spLocks/>
            </p:cNvSpPr>
            <p:nvPr/>
          </p:nvSpPr>
          <p:spPr bwMode="auto">
            <a:xfrm>
              <a:off x="7926335" y="3087715"/>
              <a:ext cx="78188" cy="78171"/>
            </a:xfrm>
            <a:custGeom>
              <a:avLst/>
              <a:gdLst>
                <a:gd name="connsiteX0" fmla="*/ 39096 w 78188"/>
                <a:gd name="connsiteY0" fmla="*/ 0 h 78171"/>
                <a:gd name="connsiteX1" fmla="*/ 78188 w 78188"/>
                <a:gd name="connsiteY1" fmla="*/ 39085 h 78171"/>
                <a:gd name="connsiteX2" fmla="*/ 39096 w 78188"/>
                <a:gd name="connsiteY2" fmla="*/ 78171 h 78171"/>
                <a:gd name="connsiteX3" fmla="*/ 0 w 78188"/>
                <a:gd name="connsiteY3" fmla="*/ 39085 h 78171"/>
                <a:gd name="connsiteX4" fmla="*/ 39096 w 78188"/>
                <a:gd name="connsiteY4" fmla="*/ 0 h 78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88" h="78171">
                  <a:moveTo>
                    <a:pt x="39096" y="0"/>
                  </a:moveTo>
                  <a:cubicBezTo>
                    <a:pt x="60682" y="0"/>
                    <a:pt x="78188" y="17499"/>
                    <a:pt x="78188" y="39085"/>
                  </a:cubicBezTo>
                  <a:cubicBezTo>
                    <a:pt x="78188" y="60672"/>
                    <a:pt x="60682" y="78171"/>
                    <a:pt x="39096" y="78171"/>
                  </a:cubicBezTo>
                  <a:cubicBezTo>
                    <a:pt x="17502" y="78171"/>
                    <a:pt x="0" y="60672"/>
                    <a:pt x="0" y="39085"/>
                  </a:cubicBezTo>
                  <a:cubicBezTo>
                    <a:pt x="0" y="17499"/>
                    <a:pt x="17502" y="0"/>
                    <a:pt x="39096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21" name="Freeform: Shape 276"/>
            <p:cNvSpPr>
              <a:spLocks/>
            </p:cNvSpPr>
            <p:nvPr/>
          </p:nvSpPr>
          <p:spPr bwMode="auto">
            <a:xfrm>
              <a:off x="8210185" y="3087715"/>
              <a:ext cx="78173" cy="78171"/>
            </a:xfrm>
            <a:custGeom>
              <a:avLst/>
              <a:gdLst>
                <a:gd name="connsiteX0" fmla="*/ 39084 w 78173"/>
                <a:gd name="connsiteY0" fmla="*/ 0 h 78171"/>
                <a:gd name="connsiteX1" fmla="*/ 78173 w 78173"/>
                <a:gd name="connsiteY1" fmla="*/ 39085 h 78171"/>
                <a:gd name="connsiteX2" fmla="*/ 39084 w 78173"/>
                <a:gd name="connsiteY2" fmla="*/ 78171 h 78171"/>
                <a:gd name="connsiteX3" fmla="*/ 0 w 78173"/>
                <a:gd name="connsiteY3" fmla="*/ 39085 h 78171"/>
                <a:gd name="connsiteX4" fmla="*/ 39084 w 78173"/>
                <a:gd name="connsiteY4" fmla="*/ 0 h 78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3" h="78171">
                  <a:moveTo>
                    <a:pt x="39084" y="0"/>
                  </a:moveTo>
                  <a:cubicBezTo>
                    <a:pt x="60664" y="0"/>
                    <a:pt x="78173" y="17499"/>
                    <a:pt x="78173" y="39085"/>
                  </a:cubicBezTo>
                  <a:cubicBezTo>
                    <a:pt x="78173" y="60672"/>
                    <a:pt x="60664" y="78171"/>
                    <a:pt x="39084" y="78171"/>
                  </a:cubicBezTo>
                  <a:cubicBezTo>
                    <a:pt x="17490" y="78171"/>
                    <a:pt x="0" y="60672"/>
                    <a:pt x="0" y="39085"/>
                  </a:cubicBezTo>
                  <a:cubicBezTo>
                    <a:pt x="0" y="17499"/>
                    <a:pt x="17490" y="0"/>
                    <a:pt x="39084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22" name="Freeform: Shape 277"/>
            <p:cNvSpPr>
              <a:spLocks/>
            </p:cNvSpPr>
            <p:nvPr/>
          </p:nvSpPr>
          <p:spPr bwMode="auto">
            <a:xfrm>
              <a:off x="7457876" y="3179987"/>
              <a:ext cx="78162" cy="78175"/>
            </a:xfrm>
            <a:custGeom>
              <a:avLst/>
              <a:gdLst>
                <a:gd name="connsiteX0" fmla="*/ 39082 w 78162"/>
                <a:gd name="connsiteY0" fmla="*/ 0 h 78175"/>
                <a:gd name="connsiteX1" fmla="*/ 78162 w 78162"/>
                <a:gd name="connsiteY1" fmla="*/ 39088 h 78175"/>
                <a:gd name="connsiteX2" fmla="*/ 39082 w 78162"/>
                <a:gd name="connsiteY2" fmla="*/ 78175 h 78175"/>
                <a:gd name="connsiteX3" fmla="*/ 0 w 78162"/>
                <a:gd name="connsiteY3" fmla="*/ 39088 h 78175"/>
                <a:gd name="connsiteX4" fmla="*/ 39082 w 78162"/>
                <a:gd name="connsiteY4" fmla="*/ 0 h 7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62" h="78175">
                  <a:moveTo>
                    <a:pt x="39082" y="0"/>
                  </a:moveTo>
                  <a:cubicBezTo>
                    <a:pt x="60666" y="0"/>
                    <a:pt x="78162" y="17499"/>
                    <a:pt x="78162" y="39088"/>
                  </a:cubicBezTo>
                  <a:cubicBezTo>
                    <a:pt x="78162" y="60674"/>
                    <a:pt x="60666" y="78175"/>
                    <a:pt x="39082" y="78175"/>
                  </a:cubicBezTo>
                  <a:cubicBezTo>
                    <a:pt x="17501" y="78175"/>
                    <a:pt x="0" y="60674"/>
                    <a:pt x="0" y="39088"/>
                  </a:cubicBezTo>
                  <a:cubicBezTo>
                    <a:pt x="0" y="17499"/>
                    <a:pt x="17501" y="0"/>
                    <a:pt x="39082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23" name="Freeform: Shape 278"/>
            <p:cNvSpPr>
              <a:spLocks/>
            </p:cNvSpPr>
            <p:nvPr/>
          </p:nvSpPr>
          <p:spPr bwMode="auto">
            <a:xfrm>
              <a:off x="8397089" y="3179987"/>
              <a:ext cx="78158" cy="78175"/>
            </a:xfrm>
            <a:custGeom>
              <a:avLst/>
              <a:gdLst>
                <a:gd name="connsiteX0" fmla="*/ 39085 w 78158"/>
                <a:gd name="connsiteY0" fmla="*/ 0 h 78175"/>
                <a:gd name="connsiteX1" fmla="*/ 78158 w 78158"/>
                <a:gd name="connsiteY1" fmla="*/ 39088 h 78175"/>
                <a:gd name="connsiteX2" fmla="*/ 39085 w 78158"/>
                <a:gd name="connsiteY2" fmla="*/ 78175 h 78175"/>
                <a:gd name="connsiteX3" fmla="*/ 0 w 78158"/>
                <a:gd name="connsiteY3" fmla="*/ 39088 h 78175"/>
                <a:gd name="connsiteX4" fmla="*/ 39085 w 78158"/>
                <a:gd name="connsiteY4" fmla="*/ 0 h 7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58" h="78175">
                  <a:moveTo>
                    <a:pt x="39085" y="0"/>
                  </a:moveTo>
                  <a:cubicBezTo>
                    <a:pt x="60662" y="0"/>
                    <a:pt x="78158" y="17499"/>
                    <a:pt x="78158" y="39088"/>
                  </a:cubicBezTo>
                  <a:cubicBezTo>
                    <a:pt x="78158" y="60674"/>
                    <a:pt x="60662" y="78175"/>
                    <a:pt x="39085" y="78175"/>
                  </a:cubicBezTo>
                  <a:cubicBezTo>
                    <a:pt x="17507" y="78175"/>
                    <a:pt x="0" y="60674"/>
                    <a:pt x="0" y="39088"/>
                  </a:cubicBezTo>
                  <a:cubicBezTo>
                    <a:pt x="0" y="17499"/>
                    <a:pt x="17507" y="0"/>
                    <a:pt x="3908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24" name="Freeform: Shape 279"/>
            <p:cNvSpPr>
              <a:spLocks/>
            </p:cNvSpPr>
            <p:nvPr/>
          </p:nvSpPr>
          <p:spPr bwMode="auto">
            <a:xfrm>
              <a:off x="7176351" y="3260429"/>
              <a:ext cx="78178" cy="78175"/>
            </a:xfrm>
            <a:custGeom>
              <a:avLst/>
              <a:gdLst>
                <a:gd name="connsiteX0" fmla="*/ 39080 w 78178"/>
                <a:gd name="connsiteY0" fmla="*/ 0 h 78175"/>
                <a:gd name="connsiteX1" fmla="*/ 78178 w 78178"/>
                <a:gd name="connsiteY1" fmla="*/ 39086 h 78175"/>
                <a:gd name="connsiteX2" fmla="*/ 39080 w 78178"/>
                <a:gd name="connsiteY2" fmla="*/ 78175 h 78175"/>
                <a:gd name="connsiteX3" fmla="*/ 0 w 78178"/>
                <a:gd name="connsiteY3" fmla="*/ 39086 h 78175"/>
                <a:gd name="connsiteX4" fmla="*/ 39080 w 78178"/>
                <a:gd name="connsiteY4" fmla="*/ 0 h 7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8" h="78175">
                  <a:moveTo>
                    <a:pt x="39080" y="0"/>
                  </a:moveTo>
                  <a:cubicBezTo>
                    <a:pt x="60682" y="0"/>
                    <a:pt x="78178" y="17502"/>
                    <a:pt x="78178" y="39086"/>
                  </a:cubicBezTo>
                  <a:cubicBezTo>
                    <a:pt x="78178" y="60674"/>
                    <a:pt x="60682" y="78175"/>
                    <a:pt x="39080" y="78175"/>
                  </a:cubicBezTo>
                  <a:cubicBezTo>
                    <a:pt x="17506" y="78175"/>
                    <a:pt x="0" y="60674"/>
                    <a:pt x="0" y="39086"/>
                  </a:cubicBezTo>
                  <a:cubicBezTo>
                    <a:pt x="0" y="17502"/>
                    <a:pt x="17506" y="0"/>
                    <a:pt x="39080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25" name="Freeform: Shape 280"/>
            <p:cNvSpPr>
              <a:spLocks/>
            </p:cNvSpPr>
            <p:nvPr/>
          </p:nvSpPr>
          <p:spPr bwMode="auto">
            <a:xfrm>
              <a:off x="7552500" y="3260429"/>
              <a:ext cx="78171" cy="78175"/>
            </a:xfrm>
            <a:custGeom>
              <a:avLst/>
              <a:gdLst>
                <a:gd name="connsiteX0" fmla="*/ 39083 w 78171"/>
                <a:gd name="connsiteY0" fmla="*/ 0 h 78175"/>
                <a:gd name="connsiteX1" fmla="*/ 78171 w 78171"/>
                <a:gd name="connsiteY1" fmla="*/ 39086 h 78175"/>
                <a:gd name="connsiteX2" fmla="*/ 39083 w 78171"/>
                <a:gd name="connsiteY2" fmla="*/ 78175 h 78175"/>
                <a:gd name="connsiteX3" fmla="*/ 0 w 78171"/>
                <a:gd name="connsiteY3" fmla="*/ 39086 h 78175"/>
                <a:gd name="connsiteX4" fmla="*/ 39083 w 78171"/>
                <a:gd name="connsiteY4" fmla="*/ 0 h 7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1" h="78175">
                  <a:moveTo>
                    <a:pt x="39083" y="0"/>
                  </a:moveTo>
                  <a:cubicBezTo>
                    <a:pt x="60667" y="0"/>
                    <a:pt x="78171" y="17501"/>
                    <a:pt x="78171" y="39086"/>
                  </a:cubicBezTo>
                  <a:cubicBezTo>
                    <a:pt x="78171" y="60674"/>
                    <a:pt x="60667" y="78175"/>
                    <a:pt x="39083" y="78175"/>
                  </a:cubicBezTo>
                  <a:cubicBezTo>
                    <a:pt x="17498" y="78175"/>
                    <a:pt x="0" y="60674"/>
                    <a:pt x="0" y="39086"/>
                  </a:cubicBezTo>
                  <a:cubicBezTo>
                    <a:pt x="0" y="17501"/>
                    <a:pt x="17498" y="0"/>
                    <a:pt x="39083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26" name="Freeform: Shape 281"/>
            <p:cNvSpPr>
              <a:spLocks/>
            </p:cNvSpPr>
            <p:nvPr/>
          </p:nvSpPr>
          <p:spPr bwMode="auto">
            <a:xfrm>
              <a:off x="8210185" y="3260429"/>
              <a:ext cx="78173" cy="78175"/>
            </a:xfrm>
            <a:custGeom>
              <a:avLst/>
              <a:gdLst>
                <a:gd name="connsiteX0" fmla="*/ 39084 w 78173"/>
                <a:gd name="connsiteY0" fmla="*/ 0 h 78175"/>
                <a:gd name="connsiteX1" fmla="*/ 78173 w 78173"/>
                <a:gd name="connsiteY1" fmla="*/ 39086 h 78175"/>
                <a:gd name="connsiteX2" fmla="*/ 39084 w 78173"/>
                <a:gd name="connsiteY2" fmla="*/ 78175 h 78175"/>
                <a:gd name="connsiteX3" fmla="*/ 0 w 78173"/>
                <a:gd name="connsiteY3" fmla="*/ 39086 h 78175"/>
                <a:gd name="connsiteX4" fmla="*/ 39084 w 78173"/>
                <a:gd name="connsiteY4" fmla="*/ 0 h 7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3" h="78175">
                  <a:moveTo>
                    <a:pt x="39084" y="0"/>
                  </a:moveTo>
                  <a:cubicBezTo>
                    <a:pt x="60664" y="0"/>
                    <a:pt x="78173" y="17501"/>
                    <a:pt x="78173" y="39086"/>
                  </a:cubicBezTo>
                  <a:cubicBezTo>
                    <a:pt x="78173" y="60674"/>
                    <a:pt x="60664" y="78175"/>
                    <a:pt x="39084" y="78175"/>
                  </a:cubicBezTo>
                  <a:cubicBezTo>
                    <a:pt x="17490" y="78175"/>
                    <a:pt x="0" y="60674"/>
                    <a:pt x="0" y="39086"/>
                  </a:cubicBezTo>
                  <a:cubicBezTo>
                    <a:pt x="0" y="17501"/>
                    <a:pt x="17490" y="0"/>
                    <a:pt x="39084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27" name="Freeform: Shape 282"/>
            <p:cNvSpPr>
              <a:spLocks/>
            </p:cNvSpPr>
            <p:nvPr/>
          </p:nvSpPr>
          <p:spPr bwMode="auto">
            <a:xfrm>
              <a:off x="8586371" y="3260429"/>
              <a:ext cx="78166" cy="78175"/>
            </a:xfrm>
            <a:custGeom>
              <a:avLst/>
              <a:gdLst>
                <a:gd name="connsiteX0" fmla="*/ 39081 w 78166"/>
                <a:gd name="connsiteY0" fmla="*/ 0 h 78175"/>
                <a:gd name="connsiteX1" fmla="*/ 78166 w 78166"/>
                <a:gd name="connsiteY1" fmla="*/ 39086 h 78175"/>
                <a:gd name="connsiteX2" fmla="*/ 39081 w 78166"/>
                <a:gd name="connsiteY2" fmla="*/ 78175 h 78175"/>
                <a:gd name="connsiteX3" fmla="*/ 0 w 78166"/>
                <a:gd name="connsiteY3" fmla="*/ 39086 h 78175"/>
                <a:gd name="connsiteX4" fmla="*/ 39081 w 78166"/>
                <a:gd name="connsiteY4" fmla="*/ 0 h 7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66" h="78175">
                  <a:moveTo>
                    <a:pt x="39081" y="0"/>
                  </a:moveTo>
                  <a:cubicBezTo>
                    <a:pt x="60674" y="0"/>
                    <a:pt x="78166" y="17501"/>
                    <a:pt x="78166" y="39086"/>
                  </a:cubicBezTo>
                  <a:cubicBezTo>
                    <a:pt x="78166" y="60674"/>
                    <a:pt x="60674" y="78175"/>
                    <a:pt x="39081" y="78175"/>
                  </a:cubicBezTo>
                  <a:cubicBezTo>
                    <a:pt x="17499" y="78175"/>
                    <a:pt x="0" y="60674"/>
                    <a:pt x="0" y="39086"/>
                  </a:cubicBezTo>
                  <a:cubicBezTo>
                    <a:pt x="0" y="17501"/>
                    <a:pt x="17499" y="0"/>
                    <a:pt x="39081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28" name="Freeform: Shape 283"/>
            <p:cNvSpPr>
              <a:spLocks/>
            </p:cNvSpPr>
            <p:nvPr/>
          </p:nvSpPr>
          <p:spPr bwMode="auto">
            <a:xfrm>
              <a:off x="9525649" y="3260429"/>
              <a:ext cx="78174" cy="78176"/>
            </a:xfrm>
            <a:custGeom>
              <a:avLst/>
              <a:gdLst>
                <a:gd name="connsiteX0" fmla="*/ 39087 w 78174"/>
                <a:gd name="connsiteY0" fmla="*/ 0 h 78176"/>
                <a:gd name="connsiteX1" fmla="*/ 78174 w 78174"/>
                <a:gd name="connsiteY1" fmla="*/ 39087 h 78176"/>
                <a:gd name="connsiteX2" fmla="*/ 39087 w 78174"/>
                <a:gd name="connsiteY2" fmla="*/ 78176 h 78176"/>
                <a:gd name="connsiteX3" fmla="*/ 0 w 78174"/>
                <a:gd name="connsiteY3" fmla="*/ 39087 h 78176"/>
                <a:gd name="connsiteX4" fmla="*/ 39087 w 78174"/>
                <a:gd name="connsiteY4" fmla="*/ 0 h 78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4" h="78176">
                  <a:moveTo>
                    <a:pt x="39087" y="0"/>
                  </a:moveTo>
                  <a:cubicBezTo>
                    <a:pt x="60674" y="0"/>
                    <a:pt x="78174" y="17501"/>
                    <a:pt x="78174" y="39087"/>
                  </a:cubicBezTo>
                  <a:cubicBezTo>
                    <a:pt x="78174" y="60673"/>
                    <a:pt x="60674" y="78176"/>
                    <a:pt x="39087" y="78176"/>
                  </a:cubicBezTo>
                  <a:cubicBezTo>
                    <a:pt x="17500" y="78176"/>
                    <a:pt x="0" y="60673"/>
                    <a:pt x="0" y="39087"/>
                  </a:cubicBezTo>
                  <a:cubicBezTo>
                    <a:pt x="0" y="17501"/>
                    <a:pt x="17500" y="0"/>
                    <a:pt x="39087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29" name="Freeform: Shape 284"/>
            <p:cNvSpPr>
              <a:spLocks/>
            </p:cNvSpPr>
            <p:nvPr/>
          </p:nvSpPr>
          <p:spPr bwMode="auto">
            <a:xfrm>
              <a:off x="7739432" y="3343241"/>
              <a:ext cx="78157" cy="78156"/>
            </a:xfrm>
            <a:custGeom>
              <a:avLst/>
              <a:gdLst>
                <a:gd name="connsiteX0" fmla="*/ 39084 w 78157"/>
                <a:gd name="connsiteY0" fmla="*/ 0 h 78156"/>
                <a:gd name="connsiteX1" fmla="*/ 78157 w 78157"/>
                <a:gd name="connsiteY1" fmla="*/ 39087 h 78156"/>
                <a:gd name="connsiteX2" fmla="*/ 39084 w 78157"/>
                <a:gd name="connsiteY2" fmla="*/ 78156 h 78156"/>
                <a:gd name="connsiteX3" fmla="*/ 0 w 78157"/>
                <a:gd name="connsiteY3" fmla="*/ 39087 h 78156"/>
                <a:gd name="connsiteX4" fmla="*/ 39084 w 78157"/>
                <a:gd name="connsiteY4" fmla="*/ 0 h 78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57" h="78156">
                  <a:moveTo>
                    <a:pt x="39084" y="0"/>
                  </a:moveTo>
                  <a:cubicBezTo>
                    <a:pt x="60670" y="0"/>
                    <a:pt x="78157" y="17499"/>
                    <a:pt x="78157" y="39087"/>
                  </a:cubicBezTo>
                  <a:cubicBezTo>
                    <a:pt x="78157" y="60656"/>
                    <a:pt x="60670" y="78156"/>
                    <a:pt x="39084" y="78156"/>
                  </a:cubicBezTo>
                  <a:cubicBezTo>
                    <a:pt x="17492" y="78156"/>
                    <a:pt x="0" y="60656"/>
                    <a:pt x="0" y="39087"/>
                  </a:cubicBezTo>
                  <a:cubicBezTo>
                    <a:pt x="0" y="17499"/>
                    <a:pt x="17492" y="0"/>
                    <a:pt x="39084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30" name="Freeform: Shape 285"/>
            <p:cNvSpPr>
              <a:spLocks/>
            </p:cNvSpPr>
            <p:nvPr/>
          </p:nvSpPr>
          <p:spPr bwMode="auto">
            <a:xfrm>
              <a:off x="8210185" y="3343241"/>
              <a:ext cx="78171" cy="78156"/>
            </a:xfrm>
            <a:custGeom>
              <a:avLst/>
              <a:gdLst>
                <a:gd name="connsiteX0" fmla="*/ 39081 w 78171"/>
                <a:gd name="connsiteY0" fmla="*/ 0 h 78156"/>
                <a:gd name="connsiteX1" fmla="*/ 78171 w 78171"/>
                <a:gd name="connsiteY1" fmla="*/ 39087 h 78156"/>
                <a:gd name="connsiteX2" fmla="*/ 39081 w 78171"/>
                <a:gd name="connsiteY2" fmla="*/ 78156 h 78156"/>
                <a:gd name="connsiteX3" fmla="*/ 0 w 78171"/>
                <a:gd name="connsiteY3" fmla="*/ 39087 h 78156"/>
                <a:gd name="connsiteX4" fmla="*/ 39081 w 78171"/>
                <a:gd name="connsiteY4" fmla="*/ 0 h 78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1" h="78156">
                  <a:moveTo>
                    <a:pt x="39081" y="0"/>
                  </a:moveTo>
                  <a:cubicBezTo>
                    <a:pt x="60660" y="0"/>
                    <a:pt x="78171" y="17499"/>
                    <a:pt x="78171" y="39087"/>
                  </a:cubicBezTo>
                  <a:cubicBezTo>
                    <a:pt x="78171" y="60656"/>
                    <a:pt x="60660" y="78156"/>
                    <a:pt x="39081" y="78156"/>
                  </a:cubicBezTo>
                  <a:cubicBezTo>
                    <a:pt x="17488" y="78156"/>
                    <a:pt x="0" y="60656"/>
                    <a:pt x="0" y="39087"/>
                  </a:cubicBezTo>
                  <a:cubicBezTo>
                    <a:pt x="0" y="17499"/>
                    <a:pt x="17488" y="0"/>
                    <a:pt x="39081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31" name="Freeform: Shape 286"/>
            <p:cNvSpPr>
              <a:spLocks/>
            </p:cNvSpPr>
            <p:nvPr/>
          </p:nvSpPr>
          <p:spPr bwMode="auto">
            <a:xfrm>
              <a:off x="8397089" y="3343241"/>
              <a:ext cx="78158" cy="78156"/>
            </a:xfrm>
            <a:custGeom>
              <a:avLst/>
              <a:gdLst>
                <a:gd name="connsiteX0" fmla="*/ 39085 w 78158"/>
                <a:gd name="connsiteY0" fmla="*/ 0 h 78156"/>
                <a:gd name="connsiteX1" fmla="*/ 78158 w 78158"/>
                <a:gd name="connsiteY1" fmla="*/ 39087 h 78156"/>
                <a:gd name="connsiteX2" fmla="*/ 39085 w 78158"/>
                <a:gd name="connsiteY2" fmla="*/ 78156 h 78156"/>
                <a:gd name="connsiteX3" fmla="*/ 0 w 78158"/>
                <a:gd name="connsiteY3" fmla="*/ 39087 h 78156"/>
                <a:gd name="connsiteX4" fmla="*/ 39085 w 78158"/>
                <a:gd name="connsiteY4" fmla="*/ 0 h 78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58" h="78156">
                  <a:moveTo>
                    <a:pt x="39085" y="0"/>
                  </a:moveTo>
                  <a:cubicBezTo>
                    <a:pt x="60662" y="0"/>
                    <a:pt x="78158" y="17499"/>
                    <a:pt x="78158" y="39087"/>
                  </a:cubicBezTo>
                  <a:cubicBezTo>
                    <a:pt x="78158" y="60656"/>
                    <a:pt x="60662" y="78156"/>
                    <a:pt x="39085" y="78156"/>
                  </a:cubicBezTo>
                  <a:cubicBezTo>
                    <a:pt x="17507" y="78156"/>
                    <a:pt x="0" y="60656"/>
                    <a:pt x="0" y="39087"/>
                  </a:cubicBezTo>
                  <a:cubicBezTo>
                    <a:pt x="0" y="17499"/>
                    <a:pt x="17507" y="0"/>
                    <a:pt x="3908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32" name="Freeform: Shape 287"/>
            <p:cNvSpPr>
              <a:spLocks/>
            </p:cNvSpPr>
            <p:nvPr/>
          </p:nvSpPr>
          <p:spPr bwMode="auto">
            <a:xfrm>
              <a:off x="8491707" y="3343241"/>
              <a:ext cx="78195" cy="78156"/>
            </a:xfrm>
            <a:custGeom>
              <a:avLst/>
              <a:gdLst>
                <a:gd name="connsiteX0" fmla="*/ 39098 w 78195"/>
                <a:gd name="connsiteY0" fmla="*/ 0 h 78156"/>
                <a:gd name="connsiteX1" fmla="*/ 78195 w 78195"/>
                <a:gd name="connsiteY1" fmla="*/ 39087 h 78156"/>
                <a:gd name="connsiteX2" fmla="*/ 39098 w 78195"/>
                <a:gd name="connsiteY2" fmla="*/ 78156 h 78156"/>
                <a:gd name="connsiteX3" fmla="*/ 0 w 78195"/>
                <a:gd name="connsiteY3" fmla="*/ 39087 h 78156"/>
                <a:gd name="connsiteX4" fmla="*/ 39098 w 78195"/>
                <a:gd name="connsiteY4" fmla="*/ 0 h 78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95" h="78156">
                  <a:moveTo>
                    <a:pt x="39098" y="0"/>
                  </a:moveTo>
                  <a:cubicBezTo>
                    <a:pt x="60690" y="0"/>
                    <a:pt x="78195" y="17499"/>
                    <a:pt x="78195" y="39087"/>
                  </a:cubicBezTo>
                  <a:cubicBezTo>
                    <a:pt x="78195" y="60656"/>
                    <a:pt x="60690" y="78156"/>
                    <a:pt x="39098" y="78156"/>
                  </a:cubicBezTo>
                  <a:cubicBezTo>
                    <a:pt x="17504" y="78156"/>
                    <a:pt x="0" y="60656"/>
                    <a:pt x="0" y="39087"/>
                  </a:cubicBezTo>
                  <a:cubicBezTo>
                    <a:pt x="0" y="17499"/>
                    <a:pt x="17504" y="0"/>
                    <a:pt x="39098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33" name="Freeform: Shape 288"/>
            <p:cNvSpPr>
              <a:spLocks/>
            </p:cNvSpPr>
            <p:nvPr/>
          </p:nvSpPr>
          <p:spPr bwMode="auto">
            <a:xfrm>
              <a:off x="9431009" y="3343241"/>
              <a:ext cx="78174" cy="78156"/>
            </a:xfrm>
            <a:custGeom>
              <a:avLst/>
              <a:gdLst>
                <a:gd name="connsiteX0" fmla="*/ 39088 w 78174"/>
                <a:gd name="connsiteY0" fmla="*/ 0 h 78156"/>
                <a:gd name="connsiteX1" fmla="*/ 78174 w 78174"/>
                <a:gd name="connsiteY1" fmla="*/ 39086 h 78156"/>
                <a:gd name="connsiteX2" fmla="*/ 39088 w 78174"/>
                <a:gd name="connsiteY2" fmla="*/ 78156 h 78156"/>
                <a:gd name="connsiteX3" fmla="*/ 0 w 78174"/>
                <a:gd name="connsiteY3" fmla="*/ 39086 h 78156"/>
                <a:gd name="connsiteX4" fmla="*/ 39088 w 78174"/>
                <a:gd name="connsiteY4" fmla="*/ 0 h 78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4" h="78156">
                  <a:moveTo>
                    <a:pt x="39088" y="0"/>
                  </a:moveTo>
                  <a:cubicBezTo>
                    <a:pt x="60675" y="0"/>
                    <a:pt x="78174" y="17499"/>
                    <a:pt x="78174" y="39086"/>
                  </a:cubicBezTo>
                  <a:cubicBezTo>
                    <a:pt x="78174" y="60656"/>
                    <a:pt x="60675" y="78156"/>
                    <a:pt x="39088" y="78156"/>
                  </a:cubicBezTo>
                  <a:cubicBezTo>
                    <a:pt x="17500" y="78156"/>
                    <a:pt x="0" y="60656"/>
                    <a:pt x="0" y="39086"/>
                  </a:cubicBezTo>
                  <a:cubicBezTo>
                    <a:pt x="0" y="17499"/>
                    <a:pt x="17500" y="0"/>
                    <a:pt x="39088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34" name="Freeform: Shape 289"/>
            <p:cNvSpPr>
              <a:spLocks/>
            </p:cNvSpPr>
            <p:nvPr/>
          </p:nvSpPr>
          <p:spPr bwMode="auto">
            <a:xfrm>
              <a:off x="9617922" y="3343241"/>
              <a:ext cx="78175" cy="78156"/>
            </a:xfrm>
            <a:custGeom>
              <a:avLst/>
              <a:gdLst>
                <a:gd name="connsiteX0" fmla="*/ 39087 w 78175"/>
                <a:gd name="connsiteY0" fmla="*/ 0 h 78156"/>
                <a:gd name="connsiteX1" fmla="*/ 78175 w 78175"/>
                <a:gd name="connsiteY1" fmla="*/ 39086 h 78156"/>
                <a:gd name="connsiteX2" fmla="*/ 39087 w 78175"/>
                <a:gd name="connsiteY2" fmla="*/ 78156 h 78156"/>
                <a:gd name="connsiteX3" fmla="*/ 0 w 78175"/>
                <a:gd name="connsiteY3" fmla="*/ 39086 h 78156"/>
                <a:gd name="connsiteX4" fmla="*/ 39087 w 78175"/>
                <a:gd name="connsiteY4" fmla="*/ 0 h 78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5" h="78156">
                  <a:moveTo>
                    <a:pt x="39087" y="0"/>
                  </a:moveTo>
                  <a:cubicBezTo>
                    <a:pt x="60675" y="0"/>
                    <a:pt x="78175" y="17499"/>
                    <a:pt x="78175" y="39086"/>
                  </a:cubicBezTo>
                  <a:cubicBezTo>
                    <a:pt x="78175" y="60656"/>
                    <a:pt x="60675" y="78156"/>
                    <a:pt x="39087" y="78156"/>
                  </a:cubicBezTo>
                  <a:cubicBezTo>
                    <a:pt x="17500" y="78156"/>
                    <a:pt x="0" y="60656"/>
                    <a:pt x="0" y="39086"/>
                  </a:cubicBezTo>
                  <a:cubicBezTo>
                    <a:pt x="0" y="17499"/>
                    <a:pt x="17500" y="0"/>
                    <a:pt x="39087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35" name="Freeform: Shape 290"/>
            <p:cNvSpPr>
              <a:spLocks/>
            </p:cNvSpPr>
            <p:nvPr/>
          </p:nvSpPr>
          <p:spPr bwMode="auto">
            <a:xfrm>
              <a:off x="7176339" y="3435498"/>
              <a:ext cx="78179" cy="78173"/>
            </a:xfrm>
            <a:custGeom>
              <a:avLst/>
              <a:gdLst>
                <a:gd name="connsiteX0" fmla="*/ 39079 w 78179"/>
                <a:gd name="connsiteY0" fmla="*/ 0 h 78173"/>
                <a:gd name="connsiteX1" fmla="*/ 78179 w 78179"/>
                <a:gd name="connsiteY1" fmla="*/ 39086 h 78173"/>
                <a:gd name="connsiteX2" fmla="*/ 39079 w 78179"/>
                <a:gd name="connsiteY2" fmla="*/ 78173 h 78173"/>
                <a:gd name="connsiteX3" fmla="*/ 0 w 78179"/>
                <a:gd name="connsiteY3" fmla="*/ 39086 h 78173"/>
                <a:gd name="connsiteX4" fmla="*/ 39079 w 78179"/>
                <a:gd name="connsiteY4" fmla="*/ 0 h 7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9" h="78173">
                  <a:moveTo>
                    <a:pt x="39079" y="0"/>
                  </a:moveTo>
                  <a:cubicBezTo>
                    <a:pt x="60680" y="0"/>
                    <a:pt x="78179" y="17499"/>
                    <a:pt x="78179" y="39086"/>
                  </a:cubicBezTo>
                  <a:cubicBezTo>
                    <a:pt x="78179" y="60674"/>
                    <a:pt x="60680" y="78173"/>
                    <a:pt x="39079" y="78173"/>
                  </a:cubicBezTo>
                  <a:cubicBezTo>
                    <a:pt x="17505" y="78173"/>
                    <a:pt x="0" y="60674"/>
                    <a:pt x="0" y="39086"/>
                  </a:cubicBezTo>
                  <a:cubicBezTo>
                    <a:pt x="0" y="17499"/>
                    <a:pt x="17505" y="0"/>
                    <a:pt x="39079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36" name="Freeform: Shape 291"/>
            <p:cNvSpPr>
              <a:spLocks/>
            </p:cNvSpPr>
            <p:nvPr/>
          </p:nvSpPr>
          <p:spPr bwMode="auto">
            <a:xfrm>
              <a:off x="8117974" y="3435498"/>
              <a:ext cx="78105" cy="78173"/>
            </a:xfrm>
            <a:custGeom>
              <a:avLst/>
              <a:gdLst>
                <a:gd name="connsiteX0" fmla="*/ 39007 w 78105"/>
                <a:gd name="connsiteY0" fmla="*/ 0 h 78173"/>
                <a:gd name="connsiteX1" fmla="*/ 78105 w 78105"/>
                <a:gd name="connsiteY1" fmla="*/ 39086 h 78173"/>
                <a:gd name="connsiteX2" fmla="*/ 39007 w 78105"/>
                <a:gd name="connsiteY2" fmla="*/ 78173 h 78173"/>
                <a:gd name="connsiteX3" fmla="*/ 0 w 78105"/>
                <a:gd name="connsiteY3" fmla="*/ 39086 h 78173"/>
                <a:gd name="connsiteX4" fmla="*/ 39007 w 78105"/>
                <a:gd name="connsiteY4" fmla="*/ 0 h 7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05" h="78173">
                  <a:moveTo>
                    <a:pt x="39007" y="0"/>
                  </a:moveTo>
                  <a:cubicBezTo>
                    <a:pt x="60601" y="0"/>
                    <a:pt x="78105" y="17499"/>
                    <a:pt x="78105" y="39086"/>
                  </a:cubicBezTo>
                  <a:cubicBezTo>
                    <a:pt x="78105" y="60674"/>
                    <a:pt x="60601" y="78173"/>
                    <a:pt x="39007" y="78173"/>
                  </a:cubicBezTo>
                  <a:cubicBezTo>
                    <a:pt x="17497" y="78173"/>
                    <a:pt x="0" y="60674"/>
                    <a:pt x="0" y="39086"/>
                  </a:cubicBezTo>
                  <a:cubicBezTo>
                    <a:pt x="0" y="17499"/>
                    <a:pt x="17497" y="0"/>
                    <a:pt x="39007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37" name="Freeform: Shape 292"/>
            <p:cNvSpPr>
              <a:spLocks/>
            </p:cNvSpPr>
            <p:nvPr/>
          </p:nvSpPr>
          <p:spPr bwMode="auto">
            <a:xfrm>
              <a:off x="8304800" y="3435498"/>
              <a:ext cx="78180" cy="78173"/>
            </a:xfrm>
            <a:custGeom>
              <a:avLst/>
              <a:gdLst>
                <a:gd name="connsiteX0" fmla="*/ 39107 w 78180"/>
                <a:gd name="connsiteY0" fmla="*/ 0 h 78173"/>
                <a:gd name="connsiteX1" fmla="*/ 78180 w 78180"/>
                <a:gd name="connsiteY1" fmla="*/ 39086 h 78173"/>
                <a:gd name="connsiteX2" fmla="*/ 39107 w 78180"/>
                <a:gd name="connsiteY2" fmla="*/ 78173 h 78173"/>
                <a:gd name="connsiteX3" fmla="*/ 0 w 78180"/>
                <a:gd name="connsiteY3" fmla="*/ 39086 h 78173"/>
                <a:gd name="connsiteX4" fmla="*/ 39107 w 78180"/>
                <a:gd name="connsiteY4" fmla="*/ 0 h 7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80" h="78173">
                  <a:moveTo>
                    <a:pt x="39107" y="0"/>
                  </a:moveTo>
                  <a:cubicBezTo>
                    <a:pt x="60695" y="0"/>
                    <a:pt x="78180" y="17499"/>
                    <a:pt x="78180" y="39086"/>
                  </a:cubicBezTo>
                  <a:cubicBezTo>
                    <a:pt x="78180" y="60674"/>
                    <a:pt x="60695" y="78173"/>
                    <a:pt x="39107" y="78173"/>
                  </a:cubicBezTo>
                  <a:cubicBezTo>
                    <a:pt x="17515" y="78173"/>
                    <a:pt x="0" y="60674"/>
                    <a:pt x="0" y="39086"/>
                  </a:cubicBezTo>
                  <a:cubicBezTo>
                    <a:pt x="0" y="17499"/>
                    <a:pt x="17515" y="0"/>
                    <a:pt x="39107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38" name="Freeform: Shape 293"/>
            <p:cNvSpPr>
              <a:spLocks/>
            </p:cNvSpPr>
            <p:nvPr/>
          </p:nvSpPr>
          <p:spPr bwMode="auto">
            <a:xfrm>
              <a:off x="8678634" y="3435498"/>
              <a:ext cx="78179" cy="78173"/>
            </a:xfrm>
            <a:custGeom>
              <a:avLst/>
              <a:gdLst>
                <a:gd name="connsiteX0" fmla="*/ 39087 w 78179"/>
                <a:gd name="connsiteY0" fmla="*/ 0 h 78173"/>
                <a:gd name="connsiteX1" fmla="*/ 78179 w 78179"/>
                <a:gd name="connsiteY1" fmla="*/ 39086 h 78173"/>
                <a:gd name="connsiteX2" fmla="*/ 39087 w 78179"/>
                <a:gd name="connsiteY2" fmla="*/ 78173 h 78173"/>
                <a:gd name="connsiteX3" fmla="*/ 0 w 78179"/>
                <a:gd name="connsiteY3" fmla="*/ 39086 h 78173"/>
                <a:gd name="connsiteX4" fmla="*/ 39087 w 78179"/>
                <a:gd name="connsiteY4" fmla="*/ 0 h 7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9" h="78173">
                  <a:moveTo>
                    <a:pt x="39087" y="0"/>
                  </a:moveTo>
                  <a:cubicBezTo>
                    <a:pt x="60677" y="0"/>
                    <a:pt x="78179" y="17499"/>
                    <a:pt x="78179" y="39086"/>
                  </a:cubicBezTo>
                  <a:cubicBezTo>
                    <a:pt x="78179" y="60674"/>
                    <a:pt x="60677" y="78173"/>
                    <a:pt x="39087" y="78173"/>
                  </a:cubicBezTo>
                  <a:cubicBezTo>
                    <a:pt x="17495" y="78173"/>
                    <a:pt x="0" y="60674"/>
                    <a:pt x="0" y="39086"/>
                  </a:cubicBezTo>
                  <a:cubicBezTo>
                    <a:pt x="0" y="17499"/>
                    <a:pt x="17495" y="0"/>
                    <a:pt x="39087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39" name="Freeform: Shape 294"/>
            <p:cNvSpPr>
              <a:spLocks/>
            </p:cNvSpPr>
            <p:nvPr/>
          </p:nvSpPr>
          <p:spPr bwMode="auto">
            <a:xfrm>
              <a:off x="9431009" y="3435498"/>
              <a:ext cx="78174" cy="78173"/>
            </a:xfrm>
            <a:custGeom>
              <a:avLst/>
              <a:gdLst>
                <a:gd name="connsiteX0" fmla="*/ 39087 w 78174"/>
                <a:gd name="connsiteY0" fmla="*/ 0 h 78173"/>
                <a:gd name="connsiteX1" fmla="*/ 78174 w 78174"/>
                <a:gd name="connsiteY1" fmla="*/ 39086 h 78173"/>
                <a:gd name="connsiteX2" fmla="*/ 39087 w 78174"/>
                <a:gd name="connsiteY2" fmla="*/ 78173 h 78173"/>
                <a:gd name="connsiteX3" fmla="*/ 0 w 78174"/>
                <a:gd name="connsiteY3" fmla="*/ 39086 h 78173"/>
                <a:gd name="connsiteX4" fmla="*/ 39087 w 78174"/>
                <a:gd name="connsiteY4" fmla="*/ 0 h 7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4" h="78173">
                  <a:moveTo>
                    <a:pt x="39087" y="0"/>
                  </a:moveTo>
                  <a:cubicBezTo>
                    <a:pt x="60674" y="0"/>
                    <a:pt x="78174" y="17499"/>
                    <a:pt x="78174" y="39086"/>
                  </a:cubicBezTo>
                  <a:cubicBezTo>
                    <a:pt x="78174" y="60674"/>
                    <a:pt x="60674" y="78173"/>
                    <a:pt x="39087" y="78173"/>
                  </a:cubicBezTo>
                  <a:cubicBezTo>
                    <a:pt x="17500" y="78173"/>
                    <a:pt x="0" y="60674"/>
                    <a:pt x="0" y="39086"/>
                  </a:cubicBezTo>
                  <a:cubicBezTo>
                    <a:pt x="0" y="17499"/>
                    <a:pt x="17500" y="0"/>
                    <a:pt x="39087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40" name="Freeform: Shape 295"/>
            <p:cNvSpPr>
              <a:spLocks/>
            </p:cNvSpPr>
            <p:nvPr/>
          </p:nvSpPr>
          <p:spPr bwMode="auto">
            <a:xfrm>
              <a:off x="6762230" y="3473791"/>
              <a:ext cx="26139" cy="34517"/>
            </a:xfrm>
            <a:custGeom>
              <a:avLst/>
              <a:gdLst>
                <a:gd name="connsiteX0" fmla="*/ 25811 w 26139"/>
                <a:gd name="connsiteY0" fmla="*/ 0 h 34517"/>
                <a:gd name="connsiteX1" fmla="*/ 26139 w 26139"/>
                <a:gd name="connsiteY1" fmla="*/ 793 h 34517"/>
                <a:gd name="connsiteX2" fmla="*/ 14691 w 26139"/>
                <a:gd name="connsiteY2" fmla="*/ 28432 h 34517"/>
                <a:gd name="connsiteX3" fmla="*/ 0 w 26139"/>
                <a:gd name="connsiteY3" fmla="*/ 34517 h 34517"/>
                <a:gd name="connsiteX4" fmla="*/ 25811 w 26139"/>
                <a:gd name="connsiteY4" fmla="*/ 0 h 34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139" h="34517">
                  <a:moveTo>
                    <a:pt x="25811" y="0"/>
                  </a:moveTo>
                  <a:lnTo>
                    <a:pt x="26139" y="793"/>
                  </a:lnTo>
                  <a:cubicBezTo>
                    <a:pt x="26139" y="11587"/>
                    <a:pt x="21765" y="21359"/>
                    <a:pt x="14691" y="28432"/>
                  </a:cubicBezTo>
                  <a:lnTo>
                    <a:pt x="0" y="34517"/>
                  </a:lnTo>
                  <a:lnTo>
                    <a:pt x="25811" y="0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41" name="Freeform: Shape 296"/>
            <p:cNvSpPr>
              <a:spLocks/>
            </p:cNvSpPr>
            <p:nvPr/>
          </p:nvSpPr>
          <p:spPr bwMode="auto">
            <a:xfrm>
              <a:off x="7270971" y="3520672"/>
              <a:ext cx="78165" cy="78174"/>
            </a:xfrm>
            <a:custGeom>
              <a:avLst/>
              <a:gdLst>
                <a:gd name="connsiteX0" fmla="*/ 39083 w 78165"/>
                <a:gd name="connsiteY0" fmla="*/ 0 h 78174"/>
                <a:gd name="connsiteX1" fmla="*/ 78165 w 78165"/>
                <a:gd name="connsiteY1" fmla="*/ 39087 h 78174"/>
                <a:gd name="connsiteX2" fmla="*/ 39083 w 78165"/>
                <a:gd name="connsiteY2" fmla="*/ 78174 h 78174"/>
                <a:gd name="connsiteX3" fmla="*/ 0 w 78165"/>
                <a:gd name="connsiteY3" fmla="*/ 39087 h 78174"/>
                <a:gd name="connsiteX4" fmla="*/ 39083 w 78165"/>
                <a:gd name="connsiteY4" fmla="*/ 0 h 7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65" h="78174">
                  <a:moveTo>
                    <a:pt x="39083" y="0"/>
                  </a:moveTo>
                  <a:cubicBezTo>
                    <a:pt x="60669" y="0"/>
                    <a:pt x="78165" y="17500"/>
                    <a:pt x="78165" y="39087"/>
                  </a:cubicBezTo>
                  <a:cubicBezTo>
                    <a:pt x="78165" y="60675"/>
                    <a:pt x="60669" y="78174"/>
                    <a:pt x="39083" y="78174"/>
                  </a:cubicBezTo>
                  <a:cubicBezTo>
                    <a:pt x="17490" y="78174"/>
                    <a:pt x="0" y="60675"/>
                    <a:pt x="0" y="39087"/>
                  </a:cubicBezTo>
                  <a:cubicBezTo>
                    <a:pt x="0" y="17500"/>
                    <a:pt x="17490" y="0"/>
                    <a:pt x="39083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42" name="Freeform: Shape 297"/>
            <p:cNvSpPr>
              <a:spLocks/>
            </p:cNvSpPr>
            <p:nvPr/>
          </p:nvSpPr>
          <p:spPr bwMode="auto">
            <a:xfrm>
              <a:off x="7649490" y="3520672"/>
              <a:ext cx="78191" cy="78174"/>
            </a:xfrm>
            <a:custGeom>
              <a:avLst/>
              <a:gdLst>
                <a:gd name="connsiteX0" fmla="*/ 39100 w 78191"/>
                <a:gd name="connsiteY0" fmla="*/ 0 h 78174"/>
                <a:gd name="connsiteX1" fmla="*/ 78191 w 78191"/>
                <a:gd name="connsiteY1" fmla="*/ 39087 h 78174"/>
                <a:gd name="connsiteX2" fmla="*/ 39100 w 78191"/>
                <a:gd name="connsiteY2" fmla="*/ 78174 h 78174"/>
                <a:gd name="connsiteX3" fmla="*/ 0 w 78191"/>
                <a:gd name="connsiteY3" fmla="*/ 39087 h 78174"/>
                <a:gd name="connsiteX4" fmla="*/ 39100 w 78191"/>
                <a:gd name="connsiteY4" fmla="*/ 0 h 7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91" h="78174">
                  <a:moveTo>
                    <a:pt x="39100" y="0"/>
                  </a:moveTo>
                  <a:cubicBezTo>
                    <a:pt x="60693" y="0"/>
                    <a:pt x="78191" y="17500"/>
                    <a:pt x="78191" y="39087"/>
                  </a:cubicBezTo>
                  <a:cubicBezTo>
                    <a:pt x="78191" y="60675"/>
                    <a:pt x="60693" y="78174"/>
                    <a:pt x="39100" y="78174"/>
                  </a:cubicBezTo>
                  <a:cubicBezTo>
                    <a:pt x="17505" y="78174"/>
                    <a:pt x="0" y="60675"/>
                    <a:pt x="0" y="39087"/>
                  </a:cubicBezTo>
                  <a:cubicBezTo>
                    <a:pt x="0" y="17500"/>
                    <a:pt x="17505" y="0"/>
                    <a:pt x="39100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43" name="Freeform: Shape 298"/>
            <p:cNvSpPr>
              <a:spLocks/>
            </p:cNvSpPr>
            <p:nvPr/>
          </p:nvSpPr>
          <p:spPr bwMode="auto">
            <a:xfrm>
              <a:off x="8117967" y="3520672"/>
              <a:ext cx="78112" cy="78174"/>
            </a:xfrm>
            <a:custGeom>
              <a:avLst/>
              <a:gdLst>
                <a:gd name="connsiteX0" fmla="*/ 39014 w 78112"/>
                <a:gd name="connsiteY0" fmla="*/ 0 h 78174"/>
                <a:gd name="connsiteX1" fmla="*/ 78112 w 78112"/>
                <a:gd name="connsiteY1" fmla="*/ 39087 h 78174"/>
                <a:gd name="connsiteX2" fmla="*/ 39014 w 78112"/>
                <a:gd name="connsiteY2" fmla="*/ 78174 h 78174"/>
                <a:gd name="connsiteX3" fmla="*/ 0 w 78112"/>
                <a:gd name="connsiteY3" fmla="*/ 39087 h 78174"/>
                <a:gd name="connsiteX4" fmla="*/ 39014 w 78112"/>
                <a:gd name="connsiteY4" fmla="*/ 0 h 7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12" h="78174">
                  <a:moveTo>
                    <a:pt x="39014" y="0"/>
                  </a:moveTo>
                  <a:cubicBezTo>
                    <a:pt x="60608" y="0"/>
                    <a:pt x="78112" y="17500"/>
                    <a:pt x="78112" y="39087"/>
                  </a:cubicBezTo>
                  <a:cubicBezTo>
                    <a:pt x="78112" y="60675"/>
                    <a:pt x="60608" y="78174"/>
                    <a:pt x="39014" y="78174"/>
                  </a:cubicBezTo>
                  <a:cubicBezTo>
                    <a:pt x="17498" y="78174"/>
                    <a:pt x="0" y="60675"/>
                    <a:pt x="0" y="39087"/>
                  </a:cubicBezTo>
                  <a:cubicBezTo>
                    <a:pt x="0" y="17500"/>
                    <a:pt x="17498" y="0"/>
                    <a:pt x="39014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44" name="Freeform: Shape 299"/>
            <p:cNvSpPr>
              <a:spLocks/>
            </p:cNvSpPr>
            <p:nvPr/>
          </p:nvSpPr>
          <p:spPr bwMode="auto">
            <a:xfrm>
              <a:off x="9525647" y="3520672"/>
              <a:ext cx="78175" cy="78174"/>
            </a:xfrm>
            <a:custGeom>
              <a:avLst/>
              <a:gdLst>
                <a:gd name="connsiteX0" fmla="*/ 39088 w 78175"/>
                <a:gd name="connsiteY0" fmla="*/ 0 h 78174"/>
                <a:gd name="connsiteX1" fmla="*/ 78175 w 78175"/>
                <a:gd name="connsiteY1" fmla="*/ 39087 h 78174"/>
                <a:gd name="connsiteX2" fmla="*/ 39088 w 78175"/>
                <a:gd name="connsiteY2" fmla="*/ 78174 h 78174"/>
                <a:gd name="connsiteX3" fmla="*/ 0 w 78175"/>
                <a:gd name="connsiteY3" fmla="*/ 39087 h 78174"/>
                <a:gd name="connsiteX4" fmla="*/ 39088 w 78175"/>
                <a:gd name="connsiteY4" fmla="*/ 0 h 7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5" h="78174">
                  <a:moveTo>
                    <a:pt x="39088" y="0"/>
                  </a:moveTo>
                  <a:cubicBezTo>
                    <a:pt x="60675" y="0"/>
                    <a:pt x="78175" y="17500"/>
                    <a:pt x="78175" y="39087"/>
                  </a:cubicBezTo>
                  <a:cubicBezTo>
                    <a:pt x="78175" y="60675"/>
                    <a:pt x="60675" y="78174"/>
                    <a:pt x="39088" y="78174"/>
                  </a:cubicBezTo>
                  <a:cubicBezTo>
                    <a:pt x="17500" y="78174"/>
                    <a:pt x="0" y="60675"/>
                    <a:pt x="0" y="39087"/>
                  </a:cubicBezTo>
                  <a:cubicBezTo>
                    <a:pt x="0" y="17500"/>
                    <a:pt x="17500" y="0"/>
                    <a:pt x="39088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45" name="Freeform: Shape 300"/>
            <p:cNvSpPr>
              <a:spLocks/>
            </p:cNvSpPr>
            <p:nvPr/>
          </p:nvSpPr>
          <p:spPr bwMode="auto">
            <a:xfrm>
              <a:off x="9807202" y="3520672"/>
              <a:ext cx="78174" cy="78174"/>
            </a:xfrm>
            <a:custGeom>
              <a:avLst/>
              <a:gdLst>
                <a:gd name="connsiteX0" fmla="*/ 39087 w 78174"/>
                <a:gd name="connsiteY0" fmla="*/ 0 h 78174"/>
                <a:gd name="connsiteX1" fmla="*/ 78174 w 78174"/>
                <a:gd name="connsiteY1" fmla="*/ 39087 h 78174"/>
                <a:gd name="connsiteX2" fmla="*/ 39087 w 78174"/>
                <a:gd name="connsiteY2" fmla="*/ 78174 h 78174"/>
                <a:gd name="connsiteX3" fmla="*/ 0 w 78174"/>
                <a:gd name="connsiteY3" fmla="*/ 39087 h 78174"/>
                <a:gd name="connsiteX4" fmla="*/ 39087 w 78174"/>
                <a:gd name="connsiteY4" fmla="*/ 0 h 7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4" h="78174">
                  <a:moveTo>
                    <a:pt x="39087" y="0"/>
                  </a:moveTo>
                  <a:cubicBezTo>
                    <a:pt x="60674" y="0"/>
                    <a:pt x="78174" y="17500"/>
                    <a:pt x="78174" y="39087"/>
                  </a:cubicBezTo>
                  <a:cubicBezTo>
                    <a:pt x="78174" y="60675"/>
                    <a:pt x="60674" y="78174"/>
                    <a:pt x="39087" y="78174"/>
                  </a:cubicBezTo>
                  <a:cubicBezTo>
                    <a:pt x="17499" y="78174"/>
                    <a:pt x="0" y="60675"/>
                    <a:pt x="0" y="39087"/>
                  </a:cubicBezTo>
                  <a:cubicBezTo>
                    <a:pt x="0" y="17500"/>
                    <a:pt x="17499" y="0"/>
                    <a:pt x="39087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46" name="Freeform: Shape 301"/>
            <p:cNvSpPr>
              <a:spLocks/>
            </p:cNvSpPr>
            <p:nvPr/>
          </p:nvSpPr>
          <p:spPr bwMode="auto">
            <a:xfrm>
              <a:off x="6710183" y="3608216"/>
              <a:ext cx="78175" cy="78175"/>
            </a:xfrm>
            <a:custGeom>
              <a:avLst/>
              <a:gdLst>
                <a:gd name="connsiteX0" fmla="*/ 39086 w 78175"/>
                <a:gd name="connsiteY0" fmla="*/ 0 h 78175"/>
                <a:gd name="connsiteX1" fmla="*/ 78175 w 78175"/>
                <a:gd name="connsiteY1" fmla="*/ 39087 h 78175"/>
                <a:gd name="connsiteX2" fmla="*/ 39086 w 78175"/>
                <a:gd name="connsiteY2" fmla="*/ 78175 h 78175"/>
                <a:gd name="connsiteX3" fmla="*/ 0 w 78175"/>
                <a:gd name="connsiteY3" fmla="*/ 39087 h 78175"/>
                <a:gd name="connsiteX4" fmla="*/ 39086 w 78175"/>
                <a:gd name="connsiteY4" fmla="*/ 0 h 7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5" h="78175">
                  <a:moveTo>
                    <a:pt x="39086" y="0"/>
                  </a:moveTo>
                  <a:cubicBezTo>
                    <a:pt x="60676" y="0"/>
                    <a:pt x="78175" y="17500"/>
                    <a:pt x="78175" y="39087"/>
                  </a:cubicBezTo>
                  <a:cubicBezTo>
                    <a:pt x="78175" y="60675"/>
                    <a:pt x="60676" y="78175"/>
                    <a:pt x="39086" y="78175"/>
                  </a:cubicBezTo>
                  <a:cubicBezTo>
                    <a:pt x="17500" y="78175"/>
                    <a:pt x="0" y="60675"/>
                    <a:pt x="0" y="39087"/>
                  </a:cubicBezTo>
                  <a:cubicBezTo>
                    <a:pt x="0" y="17500"/>
                    <a:pt x="17500" y="0"/>
                    <a:pt x="39086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47" name="Freeform: Shape 302"/>
            <p:cNvSpPr>
              <a:spLocks/>
            </p:cNvSpPr>
            <p:nvPr/>
          </p:nvSpPr>
          <p:spPr bwMode="auto">
            <a:xfrm>
              <a:off x="6897115" y="3608216"/>
              <a:ext cx="78170" cy="78175"/>
            </a:xfrm>
            <a:custGeom>
              <a:avLst/>
              <a:gdLst>
                <a:gd name="connsiteX0" fmla="*/ 39066 w 78170"/>
                <a:gd name="connsiteY0" fmla="*/ 0 h 78175"/>
                <a:gd name="connsiteX1" fmla="*/ 78170 w 78170"/>
                <a:gd name="connsiteY1" fmla="*/ 39087 h 78175"/>
                <a:gd name="connsiteX2" fmla="*/ 39066 w 78170"/>
                <a:gd name="connsiteY2" fmla="*/ 78175 h 78175"/>
                <a:gd name="connsiteX3" fmla="*/ 0 w 78170"/>
                <a:gd name="connsiteY3" fmla="*/ 39087 h 78175"/>
                <a:gd name="connsiteX4" fmla="*/ 39066 w 78170"/>
                <a:gd name="connsiteY4" fmla="*/ 0 h 7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0" h="78175">
                  <a:moveTo>
                    <a:pt x="39066" y="0"/>
                  </a:moveTo>
                  <a:cubicBezTo>
                    <a:pt x="60653" y="0"/>
                    <a:pt x="78170" y="17500"/>
                    <a:pt x="78170" y="39087"/>
                  </a:cubicBezTo>
                  <a:cubicBezTo>
                    <a:pt x="78170" y="60675"/>
                    <a:pt x="60653" y="78175"/>
                    <a:pt x="39066" y="78175"/>
                  </a:cubicBezTo>
                  <a:cubicBezTo>
                    <a:pt x="17502" y="78175"/>
                    <a:pt x="0" y="60675"/>
                    <a:pt x="0" y="39087"/>
                  </a:cubicBezTo>
                  <a:cubicBezTo>
                    <a:pt x="0" y="17500"/>
                    <a:pt x="17502" y="0"/>
                    <a:pt x="39066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48" name="Freeform: Shape 303"/>
            <p:cNvSpPr>
              <a:spLocks/>
            </p:cNvSpPr>
            <p:nvPr/>
          </p:nvSpPr>
          <p:spPr bwMode="auto">
            <a:xfrm>
              <a:off x="7552476" y="3608216"/>
              <a:ext cx="78171" cy="78175"/>
            </a:xfrm>
            <a:custGeom>
              <a:avLst/>
              <a:gdLst>
                <a:gd name="connsiteX0" fmla="*/ 39082 w 78171"/>
                <a:gd name="connsiteY0" fmla="*/ 0 h 78175"/>
                <a:gd name="connsiteX1" fmla="*/ 78171 w 78171"/>
                <a:gd name="connsiteY1" fmla="*/ 39087 h 78175"/>
                <a:gd name="connsiteX2" fmla="*/ 39082 w 78171"/>
                <a:gd name="connsiteY2" fmla="*/ 78175 h 78175"/>
                <a:gd name="connsiteX3" fmla="*/ 0 w 78171"/>
                <a:gd name="connsiteY3" fmla="*/ 39087 h 78175"/>
                <a:gd name="connsiteX4" fmla="*/ 39082 w 78171"/>
                <a:gd name="connsiteY4" fmla="*/ 0 h 7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1" h="78175">
                  <a:moveTo>
                    <a:pt x="39082" y="0"/>
                  </a:moveTo>
                  <a:cubicBezTo>
                    <a:pt x="60665" y="0"/>
                    <a:pt x="78171" y="17500"/>
                    <a:pt x="78171" y="39087"/>
                  </a:cubicBezTo>
                  <a:cubicBezTo>
                    <a:pt x="78171" y="60675"/>
                    <a:pt x="60665" y="78175"/>
                    <a:pt x="39082" y="78175"/>
                  </a:cubicBezTo>
                  <a:cubicBezTo>
                    <a:pt x="17497" y="78175"/>
                    <a:pt x="0" y="60675"/>
                    <a:pt x="0" y="39087"/>
                  </a:cubicBezTo>
                  <a:cubicBezTo>
                    <a:pt x="0" y="17500"/>
                    <a:pt x="17497" y="0"/>
                    <a:pt x="39082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49" name="Freeform: Shape 304"/>
            <p:cNvSpPr>
              <a:spLocks/>
            </p:cNvSpPr>
            <p:nvPr/>
          </p:nvSpPr>
          <p:spPr bwMode="auto">
            <a:xfrm>
              <a:off x="8210183" y="3608216"/>
              <a:ext cx="78173" cy="78175"/>
            </a:xfrm>
            <a:custGeom>
              <a:avLst/>
              <a:gdLst>
                <a:gd name="connsiteX0" fmla="*/ 39082 w 78173"/>
                <a:gd name="connsiteY0" fmla="*/ 0 h 78175"/>
                <a:gd name="connsiteX1" fmla="*/ 78173 w 78173"/>
                <a:gd name="connsiteY1" fmla="*/ 39087 h 78175"/>
                <a:gd name="connsiteX2" fmla="*/ 39082 w 78173"/>
                <a:gd name="connsiteY2" fmla="*/ 78175 h 78175"/>
                <a:gd name="connsiteX3" fmla="*/ 0 w 78173"/>
                <a:gd name="connsiteY3" fmla="*/ 39087 h 78175"/>
                <a:gd name="connsiteX4" fmla="*/ 39082 w 78173"/>
                <a:gd name="connsiteY4" fmla="*/ 0 h 7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3" h="78175">
                  <a:moveTo>
                    <a:pt x="39082" y="0"/>
                  </a:moveTo>
                  <a:cubicBezTo>
                    <a:pt x="60660" y="0"/>
                    <a:pt x="78173" y="17500"/>
                    <a:pt x="78173" y="39087"/>
                  </a:cubicBezTo>
                  <a:cubicBezTo>
                    <a:pt x="78173" y="60675"/>
                    <a:pt x="60660" y="78175"/>
                    <a:pt x="39082" y="78175"/>
                  </a:cubicBezTo>
                  <a:cubicBezTo>
                    <a:pt x="17487" y="78175"/>
                    <a:pt x="0" y="60675"/>
                    <a:pt x="0" y="39087"/>
                  </a:cubicBezTo>
                  <a:cubicBezTo>
                    <a:pt x="0" y="17500"/>
                    <a:pt x="17487" y="0"/>
                    <a:pt x="39082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50" name="Freeform: Shape 305"/>
            <p:cNvSpPr>
              <a:spLocks/>
            </p:cNvSpPr>
            <p:nvPr/>
          </p:nvSpPr>
          <p:spPr bwMode="auto">
            <a:xfrm>
              <a:off x="9151821" y="3608216"/>
              <a:ext cx="78180" cy="78175"/>
            </a:xfrm>
            <a:custGeom>
              <a:avLst/>
              <a:gdLst>
                <a:gd name="connsiteX0" fmla="*/ 39086 w 78180"/>
                <a:gd name="connsiteY0" fmla="*/ 0 h 78175"/>
                <a:gd name="connsiteX1" fmla="*/ 78180 w 78180"/>
                <a:gd name="connsiteY1" fmla="*/ 39087 h 78175"/>
                <a:gd name="connsiteX2" fmla="*/ 39086 w 78180"/>
                <a:gd name="connsiteY2" fmla="*/ 78175 h 78175"/>
                <a:gd name="connsiteX3" fmla="*/ 0 w 78180"/>
                <a:gd name="connsiteY3" fmla="*/ 39087 h 78175"/>
                <a:gd name="connsiteX4" fmla="*/ 39086 w 78180"/>
                <a:gd name="connsiteY4" fmla="*/ 0 h 7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80" h="78175">
                  <a:moveTo>
                    <a:pt x="39086" y="0"/>
                  </a:moveTo>
                  <a:cubicBezTo>
                    <a:pt x="60675" y="0"/>
                    <a:pt x="78180" y="17500"/>
                    <a:pt x="78180" y="39087"/>
                  </a:cubicBezTo>
                  <a:cubicBezTo>
                    <a:pt x="78180" y="60675"/>
                    <a:pt x="60675" y="78175"/>
                    <a:pt x="39086" y="78175"/>
                  </a:cubicBezTo>
                  <a:cubicBezTo>
                    <a:pt x="17502" y="78175"/>
                    <a:pt x="0" y="60675"/>
                    <a:pt x="0" y="39087"/>
                  </a:cubicBezTo>
                  <a:cubicBezTo>
                    <a:pt x="0" y="17500"/>
                    <a:pt x="17502" y="0"/>
                    <a:pt x="39086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52" name="Freeform: Shape 306"/>
            <p:cNvSpPr>
              <a:spLocks/>
            </p:cNvSpPr>
            <p:nvPr/>
          </p:nvSpPr>
          <p:spPr bwMode="auto">
            <a:xfrm>
              <a:off x="9617922" y="3608216"/>
              <a:ext cx="78174" cy="78175"/>
            </a:xfrm>
            <a:custGeom>
              <a:avLst/>
              <a:gdLst>
                <a:gd name="connsiteX0" fmla="*/ 39087 w 78174"/>
                <a:gd name="connsiteY0" fmla="*/ 0 h 78175"/>
                <a:gd name="connsiteX1" fmla="*/ 78174 w 78174"/>
                <a:gd name="connsiteY1" fmla="*/ 39087 h 78175"/>
                <a:gd name="connsiteX2" fmla="*/ 39087 w 78174"/>
                <a:gd name="connsiteY2" fmla="*/ 78175 h 78175"/>
                <a:gd name="connsiteX3" fmla="*/ 0 w 78174"/>
                <a:gd name="connsiteY3" fmla="*/ 39087 h 78175"/>
                <a:gd name="connsiteX4" fmla="*/ 39087 w 78174"/>
                <a:gd name="connsiteY4" fmla="*/ 0 h 7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4" h="78175">
                  <a:moveTo>
                    <a:pt x="39087" y="0"/>
                  </a:moveTo>
                  <a:cubicBezTo>
                    <a:pt x="60674" y="0"/>
                    <a:pt x="78174" y="17500"/>
                    <a:pt x="78174" y="39087"/>
                  </a:cubicBezTo>
                  <a:cubicBezTo>
                    <a:pt x="78174" y="60675"/>
                    <a:pt x="60674" y="78175"/>
                    <a:pt x="39087" y="78175"/>
                  </a:cubicBezTo>
                  <a:cubicBezTo>
                    <a:pt x="17500" y="78175"/>
                    <a:pt x="0" y="60675"/>
                    <a:pt x="0" y="39087"/>
                  </a:cubicBezTo>
                  <a:cubicBezTo>
                    <a:pt x="0" y="17500"/>
                    <a:pt x="17500" y="0"/>
                    <a:pt x="39087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53" name="Freeform: Shape 307"/>
            <p:cNvSpPr>
              <a:spLocks/>
            </p:cNvSpPr>
            <p:nvPr/>
          </p:nvSpPr>
          <p:spPr bwMode="auto">
            <a:xfrm>
              <a:off x="9899477" y="3608216"/>
              <a:ext cx="78174" cy="78175"/>
            </a:xfrm>
            <a:custGeom>
              <a:avLst/>
              <a:gdLst>
                <a:gd name="connsiteX0" fmla="*/ 39087 w 78174"/>
                <a:gd name="connsiteY0" fmla="*/ 0 h 78175"/>
                <a:gd name="connsiteX1" fmla="*/ 78174 w 78174"/>
                <a:gd name="connsiteY1" fmla="*/ 39087 h 78175"/>
                <a:gd name="connsiteX2" fmla="*/ 39087 w 78174"/>
                <a:gd name="connsiteY2" fmla="*/ 78175 h 78175"/>
                <a:gd name="connsiteX3" fmla="*/ 0 w 78174"/>
                <a:gd name="connsiteY3" fmla="*/ 39087 h 78175"/>
                <a:gd name="connsiteX4" fmla="*/ 39087 w 78174"/>
                <a:gd name="connsiteY4" fmla="*/ 0 h 7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4" h="78175">
                  <a:moveTo>
                    <a:pt x="39087" y="0"/>
                  </a:moveTo>
                  <a:cubicBezTo>
                    <a:pt x="60674" y="0"/>
                    <a:pt x="78174" y="17500"/>
                    <a:pt x="78174" y="39087"/>
                  </a:cubicBezTo>
                  <a:cubicBezTo>
                    <a:pt x="78174" y="60675"/>
                    <a:pt x="60674" y="78175"/>
                    <a:pt x="39087" y="78175"/>
                  </a:cubicBezTo>
                  <a:cubicBezTo>
                    <a:pt x="17500" y="78175"/>
                    <a:pt x="0" y="60675"/>
                    <a:pt x="0" y="39087"/>
                  </a:cubicBezTo>
                  <a:cubicBezTo>
                    <a:pt x="0" y="17500"/>
                    <a:pt x="17500" y="0"/>
                    <a:pt x="39087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54" name="Freeform: Shape 308"/>
            <p:cNvSpPr>
              <a:spLocks/>
            </p:cNvSpPr>
            <p:nvPr/>
          </p:nvSpPr>
          <p:spPr bwMode="auto">
            <a:xfrm>
              <a:off x="6655778" y="3629276"/>
              <a:ext cx="40306" cy="57114"/>
            </a:xfrm>
            <a:custGeom>
              <a:avLst/>
              <a:gdLst>
                <a:gd name="connsiteX0" fmla="*/ 32839 w 40306"/>
                <a:gd name="connsiteY0" fmla="*/ 0 h 57114"/>
                <a:gd name="connsiteX1" fmla="*/ 40306 w 40306"/>
                <a:gd name="connsiteY1" fmla="*/ 18026 h 57114"/>
                <a:gd name="connsiteX2" fmla="*/ 1218 w 40306"/>
                <a:gd name="connsiteY2" fmla="*/ 57114 h 57114"/>
                <a:gd name="connsiteX3" fmla="*/ 0 w 40306"/>
                <a:gd name="connsiteY3" fmla="*/ 56609 h 57114"/>
                <a:gd name="connsiteX4" fmla="*/ 5942 w 40306"/>
                <a:gd name="connsiteY4" fmla="*/ 44273 h 57114"/>
                <a:gd name="connsiteX5" fmla="*/ 32839 w 40306"/>
                <a:gd name="connsiteY5" fmla="*/ 0 h 57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306" h="57114">
                  <a:moveTo>
                    <a:pt x="32839" y="0"/>
                  </a:moveTo>
                  <a:lnTo>
                    <a:pt x="40306" y="18026"/>
                  </a:lnTo>
                  <a:cubicBezTo>
                    <a:pt x="40306" y="39614"/>
                    <a:pt x="22806" y="57114"/>
                    <a:pt x="1218" y="57114"/>
                  </a:cubicBezTo>
                  <a:lnTo>
                    <a:pt x="0" y="56609"/>
                  </a:lnTo>
                  <a:lnTo>
                    <a:pt x="5942" y="44273"/>
                  </a:lnTo>
                  <a:lnTo>
                    <a:pt x="32839" y="0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55" name="Freeform: Shape 309"/>
            <p:cNvSpPr>
              <a:spLocks/>
            </p:cNvSpPr>
            <p:nvPr/>
          </p:nvSpPr>
          <p:spPr bwMode="auto">
            <a:xfrm>
              <a:off x="6804820" y="3693393"/>
              <a:ext cx="78189" cy="78173"/>
            </a:xfrm>
            <a:custGeom>
              <a:avLst/>
              <a:gdLst>
                <a:gd name="connsiteX0" fmla="*/ 39090 w 78189"/>
                <a:gd name="connsiteY0" fmla="*/ 0 h 78173"/>
                <a:gd name="connsiteX1" fmla="*/ 78189 w 78189"/>
                <a:gd name="connsiteY1" fmla="*/ 39087 h 78173"/>
                <a:gd name="connsiteX2" fmla="*/ 39090 w 78189"/>
                <a:gd name="connsiteY2" fmla="*/ 78173 h 78173"/>
                <a:gd name="connsiteX3" fmla="*/ 0 w 78189"/>
                <a:gd name="connsiteY3" fmla="*/ 39087 h 78173"/>
                <a:gd name="connsiteX4" fmla="*/ 39090 w 78189"/>
                <a:gd name="connsiteY4" fmla="*/ 0 h 7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89" h="78173">
                  <a:moveTo>
                    <a:pt x="39090" y="0"/>
                  </a:moveTo>
                  <a:cubicBezTo>
                    <a:pt x="60671" y="0"/>
                    <a:pt x="78189" y="17500"/>
                    <a:pt x="78189" y="39087"/>
                  </a:cubicBezTo>
                  <a:cubicBezTo>
                    <a:pt x="78189" y="60673"/>
                    <a:pt x="60671" y="78173"/>
                    <a:pt x="39090" y="78173"/>
                  </a:cubicBezTo>
                  <a:cubicBezTo>
                    <a:pt x="17499" y="78173"/>
                    <a:pt x="0" y="60673"/>
                    <a:pt x="0" y="39087"/>
                  </a:cubicBezTo>
                  <a:cubicBezTo>
                    <a:pt x="0" y="17500"/>
                    <a:pt x="17499" y="0"/>
                    <a:pt x="39090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56" name="Freeform: Shape 310"/>
            <p:cNvSpPr>
              <a:spLocks/>
            </p:cNvSpPr>
            <p:nvPr/>
          </p:nvSpPr>
          <p:spPr bwMode="auto">
            <a:xfrm>
              <a:off x="7176318" y="3693393"/>
              <a:ext cx="78177" cy="78173"/>
            </a:xfrm>
            <a:custGeom>
              <a:avLst/>
              <a:gdLst>
                <a:gd name="connsiteX0" fmla="*/ 39075 w 78177"/>
                <a:gd name="connsiteY0" fmla="*/ 0 h 78173"/>
                <a:gd name="connsiteX1" fmla="*/ 78177 w 78177"/>
                <a:gd name="connsiteY1" fmla="*/ 39087 h 78173"/>
                <a:gd name="connsiteX2" fmla="*/ 39075 w 78177"/>
                <a:gd name="connsiteY2" fmla="*/ 78173 h 78173"/>
                <a:gd name="connsiteX3" fmla="*/ 0 w 78177"/>
                <a:gd name="connsiteY3" fmla="*/ 39087 h 78173"/>
                <a:gd name="connsiteX4" fmla="*/ 39075 w 78177"/>
                <a:gd name="connsiteY4" fmla="*/ 0 h 7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7" h="78173">
                  <a:moveTo>
                    <a:pt x="39075" y="0"/>
                  </a:moveTo>
                  <a:cubicBezTo>
                    <a:pt x="60680" y="0"/>
                    <a:pt x="78177" y="17500"/>
                    <a:pt x="78177" y="39087"/>
                  </a:cubicBezTo>
                  <a:cubicBezTo>
                    <a:pt x="78177" y="60673"/>
                    <a:pt x="60680" y="78173"/>
                    <a:pt x="39075" y="78173"/>
                  </a:cubicBezTo>
                  <a:cubicBezTo>
                    <a:pt x="17505" y="78173"/>
                    <a:pt x="0" y="60673"/>
                    <a:pt x="0" y="39087"/>
                  </a:cubicBezTo>
                  <a:cubicBezTo>
                    <a:pt x="0" y="17500"/>
                    <a:pt x="17505" y="0"/>
                    <a:pt x="3907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57" name="Freeform: Shape 311"/>
            <p:cNvSpPr>
              <a:spLocks/>
            </p:cNvSpPr>
            <p:nvPr/>
          </p:nvSpPr>
          <p:spPr bwMode="auto">
            <a:xfrm>
              <a:off x="8964923" y="3693393"/>
              <a:ext cx="78167" cy="78173"/>
            </a:xfrm>
            <a:custGeom>
              <a:avLst/>
              <a:gdLst>
                <a:gd name="connsiteX0" fmla="*/ 39078 w 78167"/>
                <a:gd name="connsiteY0" fmla="*/ 0 h 78173"/>
                <a:gd name="connsiteX1" fmla="*/ 78167 w 78167"/>
                <a:gd name="connsiteY1" fmla="*/ 39087 h 78173"/>
                <a:gd name="connsiteX2" fmla="*/ 39078 w 78167"/>
                <a:gd name="connsiteY2" fmla="*/ 78173 h 78173"/>
                <a:gd name="connsiteX3" fmla="*/ 0 w 78167"/>
                <a:gd name="connsiteY3" fmla="*/ 39087 h 78173"/>
                <a:gd name="connsiteX4" fmla="*/ 39078 w 78167"/>
                <a:gd name="connsiteY4" fmla="*/ 0 h 7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67" h="78173">
                  <a:moveTo>
                    <a:pt x="39078" y="0"/>
                  </a:moveTo>
                  <a:cubicBezTo>
                    <a:pt x="60666" y="0"/>
                    <a:pt x="78167" y="17500"/>
                    <a:pt x="78167" y="39087"/>
                  </a:cubicBezTo>
                  <a:cubicBezTo>
                    <a:pt x="78167" y="60673"/>
                    <a:pt x="60666" y="78173"/>
                    <a:pt x="39078" y="78173"/>
                  </a:cubicBezTo>
                  <a:cubicBezTo>
                    <a:pt x="17502" y="78173"/>
                    <a:pt x="0" y="60673"/>
                    <a:pt x="0" y="39087"/>
                  </a:cubicBezTo>
                  <a:cubicBezTo>
                    <a:pt x="0" y="17500"/>
                    <a:pt x="17502" y="0"/>
                    <a:pt x="39078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58" name="Freeform: Shape 312"/>
            <p:cNvSpPr>
              <a:spLocks/>
            </p:cNvSpPr>
            <p:nvPr/>
          </p:nvSpPr>
          <p:spPr bwMode="auto">
            <a:xfrm>
              <a:off x="9338734" y="3693394"/>
              <a:ext cx="78174" cy="78173"/>
            </a:xfrm>
            <a:custGeom>
              <a:avLst/>
              <a:gdLst>
                <a:gd name="connsiteX0" fmla="*/ 39087 w 78174"/>
                <a:gd name="connsiteY0" fmla="*/ 0 h 78173"/>
                <a:gd name="connsiteX1" fmla="*/ 78174 w 78174"/>
                <a:gd name="connsiteY1" fmla="*/ 39086 h 78173"/>
                <a:gd name="connsiteX2" fmla="*/ 39087 w 78174"/>
                <a:gd name="connsiteY2" fmla="*/ 78173 h 78173"/>
                <a:gd name="connsiteX3" fmla="*/ 0 w 78174"/>
                <a:gd name="connsiteY3" fmla="*/ 39086 h 78173"/>
                <a:gd name="connsiteX4" fmla="*/ 39087 w 78174"/>
                <a:gd name="connsiteY4" fmla="*/ 0 h 7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4" h="78173">
                  <a:moveTo>
                    <a:pt x="39087" y="0"/>
                  </a:moveTo>
                  <a:cubicBezTo>
                    <a:pt x="60674" y="0"/>
                    <a:pt x="78174" y="17500"/>
                    <a:pt x="78174" y="39086"/>
                  </a:cubicBezTo>
                  <a:cubicBezTo>
                    <a:pt x="78174" y="60673"/>
                    <a:pt x="60674" y="78173"/>
                    <a:pt x="39087" y="78173"/>
                  </a:cubicBezTo>
                  <a:cubicBezTo>
                    <a:pt x="17500" y="78173"/>
                    <a:pt x="0" y="60673"/>
                    <a:pt x="0" y="39086"/>
                  </a:cubicBezTo>
                  <a:cubicBezTo>
                    <a:pt x="0" y="17500"/>
                    <a:pt x="17500" y="0"/>
                    <a:pt x="39087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59" name="Freeform: Shape 313"/>
            <p:cNvSpPr>
              <a:spLocks/>
            </p:cNvSpPr>
            <p:nvPr/>
          </p:nvSpPr>
          <p:spPr bwMode="auto">
            <a:xfrm>
              <a:off x="9617922" y="3693394"/>
              <a:ext cx="78175" cy="78173"/>
            </a:xfrm>
            <a:custGeom>
              <a:avLst/>
              <a:gdLst>
                <a:gd name="connsiteX0" fmla="*/ 39087 w 78175"/>
                <a:gd name="connsiteY0" fmla="*/ 0 h 78173"/>
                <a:gd name="connsiteX1" fmla="*/ 78175 w 78175"/>
                <a:gd name="connsiteY1" fmla="*/ 39086 h 78173"/>
                <a:gd name="connsiteX2" fmla="*/ 39087 w 78175"/>
                <a:gd name="connsiteY2" fmla="*/ 78173 h 78173"/>
                <a:gd name="connsiteX3" fmla="*/ 0 w 78175"/>
                <a:gd name="connsiteY3" fmla="*/ 39086 h 78173"/>
                <a:gd name="connsiteX4" fmla="*/ 39087 w 78175"/>
                <a:gd name="connsiteY4" fmla="*/ 0 h 7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5" h="78173">
                  <a:moveTo>
                    <a:pt x="39087" y="0"/>
                  </a:moveTo>
                  <a:cubicBezTo>
                    <a:pt x="60675" y="0"/>
                    <a:pt x="78175" y="17500"/>
                    <a:pt x="78175" y="39086"/>
                  </a:cubicBezTo>
                  <a:cubicBezTo>
                    <a:pt x="78175" y="60673"/>
                    <a:pt x="60675" y="78173"/>
                    <a:pt x="39087" y="78173"/>
                  </a:cubicBezTo>
                  <a:cubicBezTo>
                    <a:pt x="17500" y="78173"/>
                    <a:pt x="0" y="60673"/>
                    <a:pt x="0" y="39086"/>
                  </a:cubicBezTo>
                  <a:cubicBezTo>
                    <a:pt x="0" y="17500"/>
                    <a:pt x="17500" y="0"/>
                    <a:pt x="39087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60" name="Freeform: Shape 314"/>
            <p:cNvSpPr>
              <a:spLocks/>
            </p:cNvSpPr>
            <p:nvPr/>
          </p:nvSpPr>
          <p:spPr bwMode="auto">
            <a:xfrm>
              <a:off x="9807202" y="3693394"/>
              <a:ext cx="78175" cy="78173"/>
            </a:xfrm>
            <a:custGeom>
              <a:avLst/>
              <a:gdLst>
                <a:gd name="connsiteX0" fmla="*/ 39087 w 78175"/>
                <a:gd name="connsiteY0" fmla="*/ 0 h 78173"/>
                <a:gd name="connsiteX1" fmla="*/ 78175 w 78175"/>
                <a:gd name="connsiteY1" fmla="*/ 39086 h 78173"/>
                <a:gd name="connsiteX2" fmla="*/ 39087 w 78175"/>
                <a:gd name="connsiteY2" fmla="*/ 78173 h 78173"/>
                <a:gd name="connsiteX3" fmla="*/ 0 w 78175"/>
                <a:gd name="connsiteY3" fmla="*/ 39086 h 78173"/>
                <a:gd name="connsiteX4" fmla="*/ 39087 w 78175"/>
                <a:gd name="connsiteY4" fmla="*/ 0 h 7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5" h="78173">
                  <a:moveTo>
                    <a:pt x="39087" y="0"/>
                  </a:moveTo>
                  <a:cubicBezTo>
                    <a:pt x="60675" y="0"/>
                    <a:pt x="78175" y="17500"/>
                    <a:pt x="78175" y="39086"/>
                  </a:cubicBezTo>
                  <a:cubicBezTo>
                    <a:pt x="78175" y="60673"/>
                    <a:pt x="60675" y="78173"/>
                    <a:pt x="39087" y="78173"/>
                  </a:cubicBezTo>
                  <a:cubicBezTo>
                    <a:pt x="17500" y="78173"/>
                    <a:pt x="0" y="60673"/>
                    <a:pt x="0" y="39086"/>
                  </a:cubicBezTo>
                  <a:cubicBezTo>
                    <a:pt x="0" y="17500"/>
                    <a:pt x="17500" y="0"/>
                    <a:pt x="39087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61" name="Freeform: Shape 315"/>
            <p:cNvSpPr>
              <a:spLocks/>
            </p:cNvSpPr>
            <p:nvPr/>
          </p:nvSpPr>
          <p:spPr bwMode="auto">
            <a:xfrm>
              <a:off x="10091123" y="3693394"/>
              <a:ext cx="78174" cy="78173"/>
            </a:xfrm>
            <a:custGeom>
              <a:avLst/>
              <a:gdLst>
                <a:gd name="connsiteX0" fmla="*/ 39088 w 78174"/>
                <a:gd name="connsiteY0" fmla="*/ 0 h 78173"/>
                <a:gd name="connsiteX1" fmla="*/ 78174 w 78174"/>
                <a:gd name="connsiteY1" fmla="*/ 39086 h 78173"/>
                <a:gd name="connsiteX2" fmla="*/ 39088 w 78174"/>
                <a:gd name="connsiteY2" fmla="*/ 78173 h 78173"/>
                <a:gd name="connsiteX3" fmla="*/ 0 w 78174"/>
                <a:gd name="connsiteY3" fmla="*/ 39086 h 78173"/>
                <a:gd name="connsiteX4" fmla="*/ 39088 w 78174"/>
                <a:gd name="connsiteY4" fmla="*/ 0 h 7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4" h="78173">
                  <a:moveTo>
                    <a:pt x="39088" y="0"/>
                  </a:moveTo>
                  <a:cubicBezTo>
                    <a:pt x="60675" y="0"/>
                    <a:pt x="78174" y="17500"/>
                    <a:pt x="78174" y="39086"/>
                  </a:cubicBezTo>
                  <a:cubicBezTo>
                    <a:pt x="78174" y="60673"/>
                    <a:pt x="60675" y="78173"/>
                    <a:pt x="39088" y="78173"/>
                  </a:cubicBezTo>
                  <a:cubicBezTo>
                    <a:pt x="17500" y="78173"/>
                    <a:pt x="0" y="60673"/>
                    <a:pt x="0" y="39086"/>
                  </a:cubicBezTo>
                  <a:cubicBezTo>
                    <a:pt x="0" y="17500"/>
                    <a:pt x="17500" y="0"/>
                    <a:pt x="39088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62" name="Freeform: Shape 316"/>
            <p:cNvSpPr>
              <a:spLocks/>
            </p:cNvSpPr>
            <p:nvPr/>
          </p:nvSpPr>
          <p:spPr bwMode="auto">
            <a:xfrm>
              <a:off x="10185763" y="3721072"/>
              <a:ext cx="26549" cy="45301"/>
            </a:xfrm>
            <a:custGeom>
              <a:avLst/>
              <a:gdLst>
                <a:gd name="connsiteX0" fmla="*/ 4726 w 26549"/>
                <a:gd name="connsiteY0" fmla="*/ 0 h 45301"/>
                <a:gd name="connsiteX1" fmla="*/ 26549 w 26549"/>
                <a:gd name="connsiteY1" fmla="*/ 45301 h 45301"/>
                <a:gd name="connsiteX2" fmla="*/ 11449 w 26549"/>
                <a:gd name="connsiteY2" fmla="*/ 39047 h 45301"/>
                <a:gd name="connsiteX3" fmla="*/ 0 w 26549"/>
                <a:gd name="connsiteY3" fmla="*/ 11408 h 45301"/>
                <a:gd name="connsiteX4" fmla="*/ 4726 w 26549"/>
                <a:gd name="connsiteY4" fmla="*/ 0 h 453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49" h="45301">
                  <a:moveTo>
                    <a:pt x="4726" y="0"/>
                  </a:moveTo>
                  <a:lnTo>
                    <a:pt x="26549" y="45301"/>
                  </a:lnTo>
                  <a:lnTo>
                    <a:pt x="11449" y="39047"/>
                  </a:lnTo>
                  <a:cubicBezTo>
                    <a:pt x="4375" y="31974"/>
                    <a:pt x="0" y="22202"/>
                    <a:pt x="0" y="11408"/>
                  </a:cubicBezTo>
                  <a:lnTo>
                    <a:pt x="4726" y="0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63" name="Freeform: Shape 317"/>
            <p:cNvSpPr>
              <a:spLocks/>
            </p:cNvSpPr>
            <p:nvPr/>
          </p:nvSpPr>
          <p:spPr bwMode="auto">
            <a:xfrm>
              <a:off x="6617902" y="3776203"/>
              <a:ext cx="78172" cy="78173"/>
            </a:xfrm>
            <a:custGeom>
              <a:avLst/>
              <a:gdLst>
                <a:gd name="connsiteX0" fmla="*/ 39086 w 78172"/>
                <a:gd name="connsiteY0" fmla="*/ 0 h 78173"/>
                <a:gd name="connsiteX1" fmla="*/ 78172 w 78172"/>
                <a:gd name="connsiteY1" fmla="*/ 39086 h 78173"/>
                <a:gd name="connsiteX2" fmla="*/ 39086 w 78172"/>
                <a:gd name="connsiteY2" fmla="*/ 78173 h 78173"/>
                <a:gd name="connsiteX3" fmla="*/ 0 w 78172"/>
                <a:gd name="connsiteY3" fmla="*/ 39086 h 78173"/>
                <a:gd name="connsiteX4" fmla="*/ 39086 w 78172"/>
                <a:gd name="connsiteY4" fmla="*/ 0 h 7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2" h="78173">
                  <a:moveTo>
                    <a:pt x="39086" y="0"/>
                  </a:moveTo>
                  <a:cubicBezTo>
                    <a:pt x="60673" y="0"/>
                    <a:pt x="78172" y="17499"/>
                    <a:pt x="78172" y="39086"/>
                  </a:cubicBezTo>
                  <a:cubicBezTo>
                    <a:pt x="78172" y="60673"/>
                    <a:pt x="60673" y="78173"/>
                    <a:pt x="39086" y="78173"/>
                  </a:cubicBezTo>
                  <a:cubicBezTo>
                    <a:pt x="17499" y="78173"/>
                    <a:pt x="0" y="60673"/>
                    <a:pt x="0" y="39086"/>
                  </a:cubicBezTo>
                  <a:cubicBezTo>
                    <a:pt x="0" y="17499"/>
                    <a:pt x="17499" y="0"/>
                    <a:pt x="39086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64" name="Freeform: Shape 318"/>
            <p:cNvSpPr>
              <a:spLocks/>
            </p:cNvSpPr>
            <p:nvPr/>
          </p:nvSpPr>
          <p:spPr bwMode="auto">
            <a:xfrm>
              <a:off x="7084012" y="3776203"/>
              <a:ext cx="78196" cy="78173"/>
            </a:xfrm>
            <a:custGeom>
              <a:avLst/>
              <a:gdLst>
                <a:gd name="connsiteX0" fmla="*/ 39098 w 78196"/>
                <a:gd name="connsiteY0" fmla="*/ 0 h 78173"/>
                <a:gd name="connsiteX1" fmla="*/ 78196 w 78196"/>
                <a:gd name="connsiteY1" fmla="*/ 39086 h 78173"/>
                <a:gd name="connsiteX2" fmla="*/ 39098 w 78196"/>
                <a:gd name="connsiteY2" fmla="*/ 78173 h 78173"/>
                <a:gd name="connsiteX3" fmla="*/ 0 w 78196"/>
                <a:gd name="connsiteY3" fmla="*/ 39086 h 78173"/>
                <a:gd name="connsiteX4" fmla="*/ 39098 w 78196"/>
                <a:gd name="connsiteY4" fmla="*/ 0 h 7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96" h="78173">
                  <a:moveTo>
                    <a:pt x="39098" y="0"/>
                  </a:moveTo>
                  <a:cubicBezTo>
                    <a:pt x="60692" y="0"/>
                    <a:pt x="78196" y="17499"/>
                    <a:pt x="78196" y="39086"/>
                  </a:cubicBezTo>
                  <a:cubicBezTo>
                    <a:pt x="78196" y="60673"/>
                    <a:pt x="60692" y="78173"/>
                    <a:pt x="39098" y="78173"/>
                  </a:cubicBezTo>
                  <a:cubicBezTo>
                    <a:pt x="17505" y="78173"/>
                    <a:pt x="0" y="60673"/>
                    <a:pt x="0" y="39086"/>
                  </a:cubicBezTo>
                  <a:cubicBezTo>
                    <a:pt x="0" y="17499"/>
                    <a:pt x="17505" y="0"/>
                    <a:pt x="39098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65" name="Freeform: Shape 319"/>
            <p:cNvSpPr>
              <a:spLocks/>
            </p:cNvSpPr>
            <p:nvPr/>
          </p:nvSpPr>
          <p:spPr bwMode="auto">
            <a:xfrm>
              <a:off x="7270954" y="3776203"/>
              <a:ext cx="78164" cy="78173"/>
            </a:xfrm>
            <a:custGeom>
              <a:avLst/>
              <a:gdLst>
                <a:gd name="connsiteX0" fmla="*/ 39081 w 78164"/>
                <a:gd name="connsiteY0" fmla="*/ 0 h 78173"/>
                <a:gd name="connsiteX1" fmla="*/ 78164 w 78164"/>
                <a:gd name="connsiteY1" fmla="*/ 39086 h 78173"/>
                <a:gd name="connsiteX2" fmla="*/ 39081 w 78164"/>
                <a:gd name="connsiteY2" fmla="*/ 78173 h 78173"/>
                <a:gd name="connsiteX3" fmla="*/ 0 w 78164"/>
                <a:gd name="connsiteY3" fmla="*/ 39086 h 78173"/>
                <a:gd name="connsiteX4" fmla="*/ 39081 w 78164"/>
                <a:gd name="connsiteY4" fmla="*/ 0 h 7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64" h="78173">
                  <a:moveTo>
                    <a:pt x="39081" y="0"/>
                  </a:moveTo>
                  <a:cubicBezTo>
                    <a:pt x="60665" y="0"/>
                    <a:pt x="78164" y="17499"/>
                    <a:pt x="78164" y="39086"/>
                  </a:cubicBezTo>
                  <a:cubicBezTo>
                    <a:pt x="78164" y="60673"/>
                    <a:pt x="60665" y="78173"/>
                    <a:pt x="39081" y="78173"/>
                  </a:cubicBezTo>
                  <a:cubicBezTo>
                    <a:pt x="17488" y="78173"/>
                    <a:pt x="0" y="60673"/>
                    <a:pt x="0" y="39086"/>
                  </a:cubicBezTo>
                  <a:cubicBezTo>
                    <a:pt x="0" y="17499"/>
                    <a:pt x="17488" y="0"/>
                    <a:pt x="39081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66" name="Freeform: Shape 320"/>
            <p:cNvSpPr>
              <a:spLocks/>
            </p:cNvSpPr>
            <p:nvPr/>
          </p:nvSpPr>
          <p:spPr bwMode="auto">
            <a:xfrm>
              <a:off x="7836400" y="3776203"/>
              <a:ext cx="78169" cy="78173"/>
            </a:xfrm>
            <a:custGeom>
              <a:avLst/>
              <a:gdLst>
                <a:gd name="connsiteX0" fmla="*/ 39080 w 78169"/>
                <a:gd name="connsiteY0" fmla="*/ 0 h 78173"/>
                <a:gd name="connsiteX1" fmla="*/ 78169 w 78169"/>
                <a:gd name="connsiteY1" fmla="*/ 39086 h 78173"/>
                <a:gd name="connsiteX2" fmla="*/ 39080 w 78169"/>
                <a:gd name="connsiteY2" fmla="*/ 78173 h 78173"/>
                <a:gd name="connsiteX3" fmla="*/ 0 w 78169"/>
                <a:gd name="connsiteY3" fmla="*/ 39086 h 78173"/>
                <a:gd name="connsiteX4" fmla="*/ 39080 w 78169"/>
                <a:gd name="connsiteY4" fmla="*/ 0 h 7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69" h="78173">
                  <a:moveTo>
                    <a:pt x="39080" y="0"/>
                  </a:moveTo>
                  <a:cubicBezTo>
                    <a:pt x="60667" y="0"/>
                    <a:pt x="78169" y="17499"/>
                    <a:pt x="78169" y="39086"/>
                  </a:cubicBezTo>
                  <a:cubicBezTo>
                    <a:pt x="78169" y="60673"/>
                    <a:pt x="60667" y="78173"/>
                    <a:pt x="39080" y="78173"/>
                  </a:cubicBezTo>
                  <a:cubicBezTo>
                    <a:pt x="17498" y="78173"/>
                    <a:pt x="0" y="60673"/>
                    <a:pt x="0" y="39086"/>
                  </a:cubicBezTo>
                  <a:cubicBezTo>
                    <a:pt x="0" y="17499"/>
                    <a:pt x="17498" y="0"/>
                    <a:pt x="39080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67" name="Freeform: Shape 321"/>
            <p:cNvSpPr>
              <a:spLocks/>
            </p:cNvSpPr>
            <p:nvPr/>
          </p:nvSpPr>
          <p:spPr bwMode="auto">
            <a:xfrm>
              <a:off x="9712562" y="3776203"/>
              <a:ext cx="78175" cy="78173"/>
            </a:xfrm>
            <a:custGeom>
              <a:avLst/>
              <a:gdLst>
                <a:gd name="connsiteX0" fmla="*/ 39087 w 78175"/>
                <a:gd name="connsiteY0" fmla="*/ 0 h 78173"/>
                <a:gd name="connsiteX1" fmla="*/ 78175 w 78175"/>
                <a:gd name="connsiteY1" fmla="*/ 39086 h 78173"/>
                <a:gd name="connsiteX2" fmla="*/ 39087 w 78175"/>
                <a:gd name="connsiteY2" fmla="*/ 78173 h 78173"/>
                <a:gd name="connsiteX3" fmla="*/ 0 w 78175"/>
                <a:gd name="connsiteY3" fmla="*/ 39086 h 78173"/>
                <a:gd name="connsiteX4" fmla="*/ 39087 w 78175"/>
                <a:gd name="connsiteY4" fmla="*/ 0 h 7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5" h="78173">
                  <a:moveTo>
                    <a:pt x="39087" y="0"/>
                  </a:moveTo>
                  <a:cubicBezTo>
                    <a:pt x="60675" y="0"/>
                    <a:pt x="78175" y="17499"/>
                    <a:pt x="78175" y="39086"/>
                  </a:cubicBezTo>
                  <a:cubicBezTo>
                    <a:pt x="78175" y="60673"/>
                    <a:pt x="60675" y="78173"/>
                    <a:pt x="39087" y="78173"/>
                  </a:cubicBezTo>
                  <a:cubicBezTo>
                    <a:pt x="17500" y="78173"/>
                    <a:pt x="0" y="60673"/>
                    <a:pt x="0" y="39086"/>
                  </a:cubicBezTo>
                  <a:cubicBezTo>
                    <a:pt x="0" y="17499"/>
                    <a:pt x="17500" y="0"/>
                    <a:pt x="39087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68" name="Freeform: Shape 322"/>
            <p:cNvSpPr>
              <a:spLocks/>
            </p:cNvSpPr>
            <p:nvPr/>
          </p:nvSpPr>
          <p:spPr bwMode="auto">
            <a:xfrm>
              <a:off x="9899478" y="3776203"/>
              <a:ext cx="78175" cy="78173"/>
            </a:xfrm>
            <a:custGeom>
              <a:avLst/>
              <a:gdLst>
                <a:gd name="connsiteX0" fmla="*/ 39087 w 78175"/>
                <a:gd name="connsiteY0" fmla="*/ 0 h 78173"/>
                <a:gd name="connsiteX1" fmla="*/ 78175 w 78175"/>
                <a:gd name="connsiteY1" fmla="*/ 39086 h 78173"/>
                <a:gd name="connsiteX2" fmla="*/ 39087 w 78175"/>
                <a:gd name="connsiteY2" fmla="*/ 78173 h 78173"/>
                <a:gd name="connsiteX3" fmla="*/ 0 w 78175"/>
                <a:gd name="connsiteY3" fmla="*/ 39086 h 78173"/>
                <a:gd name="connsiteX4" fmla="*/ 39087 w 78175"/>
                <a:gd name="connsiteY4" fmla="*/ 0 h 7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5" h="78173">
                  <a:moveTo>
                    <a:pt x="39087" y="0"/>
                  </a:moveTo>
                  <a:cubicBezTo>
                    <a:pt x="60675" y="0"/>
                    <a:pt x="78175" y="17499"/>
                    <a:pt x="78175" y="39086"/>
                  </a:cubicBezTo>
                  <a:cubicBezTo>
                    <a:pt x="78175" y="60673"/>
                    <a:pt x="60675" y="78173"/>
                    <a:pt x="39087" y="78173"/>
                  </a:cubicBezTo>
                  <a:cubicBezTo>
                    <a:pt x="17500" y="78173"/>
                    <a:pt x="0" y="60673"/>
                    <a:pt x="0" y="39086"/>
                  </a:cubicBezTo>
                  <a:cubicBezTo>
                    <a:pt x="0" y="17499"/>
                    <a:pt x="17500" y="0"/>
                    <a:pt x="39087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69" name="Freeform: Shape 323"/>
            <p:cNvSpPr>
              <a:spLocks/>
            </p:cNvSpPr>
            <p:nvPr/>
          </p:nvSpPr>
          <p:spPr bwMode="auto">
            <a:xfrm>
              <a:off x="6577698" y="3806367"/>
              <a:ext cx="23736" cy="41651"/>
            </a:xfrm>
            <a:custGeom>
              <a:avLst/>
              <a:gdLst>
                <a:gd name="connsiteX0" fmla="*/ 20041 w 23736"/>
                <a:gd name="connsiteY0" fmla="*/ 0 h 41651"/>
                <a:gd name="connsiteX1" fmla="*/ 23736 w 23736"/>
                <a:gd name="connsiteY1" fmla="*/ 8922 h 41651"/>
                <a:gd name="connsiteX2" fmla="*/ 12288 w 23736"/>
                <a:gd name="connsiteY2" fmla="*/ 36561 h 41651"/>
                <a:gd name="connsiteX3" fmla="*/ 0 w 23736"/>
                <a:gd name="connsiteY3" fmla="*/ 41651 h 41651"/>
                <a:gd name="connsiteX4" fmla="*/ 74 w 23736"/>
                <a:gd name="connsiteY4" fmla="*/ 41448 h 41651"/>
                <a:gd name="connsiteX5" fmla="*/ 20041 w 23736"/>
                <a:gd name="connsiteY5" fmla="*/ 0 h 41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736" h="41651">
                  <a:moveTo>
                    <a:pt x="20041" y="0"/>
                  </a:moveTo>
                  <a:lnTo>
                    <a:pt x="23736" y="8922"/>
                  </a:lnTo>
                  <a:cubicBezTo>
                    <a:pt x="23736" y="19716"/>
                    <a:pt x="19361" y="29487"/>
                    <a:pt x="12288" y="36561"/>
                  </a:cubicBezTo>
                  <a:lnTo>
                    <a:pt x="0" y="41651"/>
                  </a:lnTo>
                  <a:lnTo>
                    <a:pt x="74" y="41448"/>
                  </a:lnTo>
                  <a:lnTo>
                    <a:pt x="20041" y="0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70" name="Freeform: Shape 324"/>
            <p:cNvSpPr>
              <a:spLocks/>
            </p:cNvSpPr>
            <p:nvPr/>
          </p:nvSpPr>
          <p:spPr bwMode="auto">
            <a:xfrm>
              <a:off x="6710171" y="3863742"/>
              <a:ext cx="78175" cy="78173"/>
            </a:xfrm>
            <a:custGeom>
              <a:avLst/>
              <a:gdLst>
                <a:gd name="connsiteX0" fmla="*/ 39086 w 78175"/>
                <a:gd name="connsiteY0" fmla="*/ 0 h 78173"/>
                <a:gd name="connsiteX1" fmla="*/ 78175 w 78175"/>
                <a:gd name="connsiteY1" fmla="*/ 39087 h 78173"/>
                <a:gd name="connsiteX2" fmla="*/ 39086 w 78175"/>
                <a:gd name="connsiteY2" fmla="*/ 78173 h 78173"/>
                <a:gd name="connsiteX3" fmla="*/ 0 w 78175"/>
                <a:gd name="connsiteY3" fmla="*/ 39087 h 78173"/>
                <a:gd name="connsiteX4" fmla="*/ 39086 w 78175"/>
                <a:gd name="connsiteY4" fmla="*/ 0 h 7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5" h="78173">
                  <a:moveTo>
                    <a:pt x="39086" y="0"/>
                  </a:moveTo>
                  <a:cubicBezTo>
                    <a:pt x="60676" y="0"/>
                    <a:pt x="78175" y="17499"/>
                    <a:pt x="78175" y="39087"/>
                  </a:cubicBezTo>
                  <a:cubicBezTo>
                    <a:pt x="78175" y="60673"/>
                    <a:pt x="60676" y="78173"/>
                    <a:pt x="39086" y="78173"/>
                  </a:cubicBezTo>
                  <a:cubicBezTo>
                    <a:pt x="17500" y="78173"/>
                    <a:pt x="0" y="60673"/>
                    <a:pt x="0" y="39087"/>
                  </a:cubicBezTo>
                  <a:cubicBezTo>
                    <a:pt x="0" y="17499"/>
                    <a:pt x="17500" y="0"/>
                    <a:pt x="39086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71" name="Freeform: Shape 325"/>
            <p:cNvSpPr>
              <a:spLocks/>
            </p:cNvSpPr>
            <p:nvPr/>
          </p:nvSpPr>
          <p:spPr bwMode="auto">
            <a:xfrm>
              <a:off x="7552465" y="3863742"/>
              <a:ext cx="78171" cy="78173"/>
            </a:xfrm>
            <a:custGeom>
              <a:avLst/>
              <a:gdLst>
                <a:gd name="connsiteX0" fmla="*/ 39081 w 78171"/>
                <a:gd name="connsiteY0" fmla="*/ 0 h 78173"/>
                <a:gd name="connsiteX1" fmla="*/ 78171 w 78171"/>
                <a:gd name="connsiteY1" fmla="*/ 39087 h 78173"/>
                <a:gd name="connsiteX2" fmla="*/ 39081 w 78171"/>
                <a:gd name="connsiteY2" fmla="*/ 78173 h 78173"/>
                <a:gd name="connsiteX3" fmla="*/ 0 w 78171"/>
                <a:gd name="connsiteY3" fmla="*/ 39087 h 78173"/>
                <a:gd name="connsiteX4" fmla="*/ 39081 w 78171"/>
                <a:gd name="connsiteY4" fmla="*/ 0 h 7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1" h="78173">
                  <a:moveTo>
                    <a:pt x="39081" y="0"/>
                  </a:moveTo>
                  <a:cubicBezTo>
                    <a:pt x="60666" y="0"/>
                    <a:pt x="78171" y="17499"/>
                    <a:pt x="78171" y="39087"/>
                  </a:cubicBezTo>
                  <a:cubicBezTo>
                    <a:pt x="78171" y="60673"/>
                    <a:pt x="60666" y="78173"/>
                    <a:pt x="39081" y="78173"/>
                  </a:cubicBezTo>
                  <a:cubicBezTo>
                    <a:pt x="17497" y="78173"/>
                    <a:pt x="0" y="60673"/>
                    <a:pt x="0" y="39087"/>
                  </a:cubicBezTo>
                  <a:cubicBezTo>
                    <a:pt x="0" y="17499"/>
                    <a:pt x="17497" y="0"/>
                    <a:pt x="39081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72" name="Freeform: Shape 326"/>
            <p:cNvSpPr>
              <a:spLocks/>
            </p:cNvSpPr>
            <p:nvPr/>
          </p:nvSpPr>
          <p:spPr bwMode="auto">
            <a:xfrm>
              <a:off x="8870278" y="3863742"/>
              <a:ext cx="78171" cy="78173"/>
            </a:xfrm>
            <a:custGeom>
              <a:avLst/>
              <a:gdLst>
                <a:gd name="connsiteX0" fmla="*/ 39087 w 78171"/>
                <a:gd name="connsiteY0" fmla="*/ 0 h 78173"/>
                <a:gd name="connsiteX1" fmla="*/ 78171 w 78171"/>
                <a:gd name="connsiteY1" fmla="*/ 39087 h 78173"/>
                <a:gd name="connsiteX2" fmla="*/ 39087 w 78171"/>
                <a:gd name="connsiteY2" fmla="*/ 78173 h 78173"/>
                <a:gd name="connsiteX3" fmla="*/ 0 w 78171"/>
                <a:gd name="connsiteY3" fmla="*/ 39087 h 78173"/>
                <a:gd name="connsiteX4" fmla="*/ 39087 w 78171"/>
                <a:gd name="connsiteY4" fmla="*/ 0 h 7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1" h="78173">
                  <a:moveTo>
                    <a:pt x="39087" y="0"/>
                  </a:moveTo>
                  <a:cubicBezTo>
                    <a:pt x="60677" y="0"/>
                    <a:pt x="78171" y="17499"/>
                    <a:pt x="78171" y="39087"/>
                  </a:cubicBezTo>
                  <a:cubicBezTo>
                    <a:pt x="78171" y="60673"/>
                    <a:pt x="60677" y="78173"/>
                    <a:pt x="39087" y="78173"/>
                  </a:cubicBezTo>
                  <a:cubicBezTo>
                    <a:pt x="17503" y="78173"/>
                    <a:pt x="0" y="60673"/>
                    <a:pt x="0" y="39087"/>
                  </a:cubicBezTo>
                  <a:cubicBezTo>
                    <a:pt x="0" y="17499"/>
                    <a:pt x="17503" y="0"/>
                    <a:pt x="39087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73" name="Freeform: Shape 327"/>
            <p:cNvSpPr>
              <a:spLocks/>
            </p:cNvSpPr>
            <p:nvPr/>
          </p:nvSpPr>
          <p:spPr bwMode="auto">
            <a:xfrm>
              <a:off x="9057191" y="3863742"/>
              <a:ext cx="78167" cy="78173"/>
            </a:xfrm>
            <a:custGeom>
              <a:avLst/>
              <a:gdLst>
                <a:gd name="connsiteX0" fmla="*/ 39082 w 78167"/>
                <a:gd name="connsiteY0" fmla="*/ 0 h 78173"/>
                <a:gd name="connsiteX1" fmla="*/ 78167 w 78167"/>
                <a:gd name="connsiteY1" fmla="*/ 39087 h 78173"/>
                <a:gd name="connsiteX2" fmla="*/ 39082 w 78167"/>
                <a:gd name="connsiteY2" fmla="*/ 78173 h 78173"/>
                <a:gd name="connsiteX3" fmla="*/ 0 w 78167"/>
                <a:gd name="connsiteY3" fmla="*/ 39087 h 78173"/>
                <a:gd name="connsiteX4" fmla="*/ 39082 w 78167"/>
                <a:gd name="connsiteY4" fmla="*/ 0 h 7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67" h="78173">
                  <a:moveTo>
                    <a:pt x="39082" y="0"/>
                  </a:moveTo>
                  <a:cubicBezTo>
                    <a:pt x="60667" y="0"/>
                    <a:pt x="78167" y="17499"/>
                    <a:pt x="78167" y="39087"/>
                  </a:cubicBezTo>
                  <a:cubicBezTo>
                    <a:pt x="78167" y="60673"/>
                    <a:pt x="60667" y="78173"/>
                    <a:pt x="39082" y="78173"/>
                  </a:cubicBezTo>
                  <a:cubicBezTo>
                    <a:pt x="17495" y="78173"/>
                    <a:pt x="0" y="60673"/>
                    <a:pt x="0" y="39087"/>
                  </a:cubicBezTo>
                  <a:cubicBezTo>
                    <a:pt x="0" y="17499"/>
                    <a:pt x="17495" y="0"/>
                    <a:pt x="39082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74" name="Freeform: Shape 328"/>
            <p:cNvSpPr>
              <a:spLocks/>
            </p:cNvSpPr>
            <p:nvPr/>
          </p:nvSpPr>
          <p:spPr bwMode="auto">
            <a:xfrm>
              <a:off x="9244105" y="3863742"/>
              <a:ext cx="78163" cy="78173"/>
            </a:xfrm>
            <a:custGeom>
              <a:avLst/>
              <a:gdLst>
                <a:gd name="connsiteX0" fmla="*/ 39097 w 78163"/>
                <a:gd name="connsiteY0" fmla="*/ 0 h 78173"/>
                <a:gd name="connsiteX1" fmla="*/ 78163 w 78163"/>
                <a:gd name="connsiteY1" fmla="*/ 39087 h 78173"/>
                <a:gd name="connsiteX2" fmla="*/ 39097 w 78163"/>
                <a:gd name="connsiteY2" fmla="*/ 78173 h 78173"/>
                <a:gd name="connsiteX3" fmla="*/ 0 w 78163"/>
                <a:gd name="connsiteY3" fmla="*/ 39087 h 78173"/>
                <a:gd name="connsiteX4" fmla="*/ 39097 w 78163"/>
                <a:gd name="connsiteY4" fmla="*/ 0 h 7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63" h="78173">
                  <a:moveTo>
                    <a:pt x="39097" y="0"/>
                  </a:moveTo>
                  <a:cubicBezTo>
                    <a:pt x="60663" y="0"/>
                    <a:pt x="78163" y="17499"/>
                    <a:pt x="78163" y="39087"/>
                  </a:cubicBezTo>
                  <a:cubicBezTo>
                    <a:pt x="78163" y="60673"/>
                    <a:pt x="60663" y="78173"/>
                    <a:pt x="39097" y="78173"/>
                  </a:cubicBezTo>
                  <a:cubicBezTo>
                    <a:pt x="17504" y="78173"/>
                    <a:pt x="0" y="60673"/>
                    <a:pt x="0" y="39087"/>
                  </a:cubicBezTo>
                  <a:cubicBezTo>
                    <a:pt x="0" y="17499"/>
                    <a:pt x="17504" y="0"/>
                    <a:pt x="39097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75" name="Freeform: Shape 329"/>
            <p:cNvSpPr>
              <a:spLocks/>
            </p:cNvSpPr>
            <p:nvPr/>
          </p:nvSpPr>
          <p:spPr bwMode="auto">
            <a:xfrm>
              <a:off x="9431009" y="3863742"/>
              <a:ext cx="78174" cy="78173"/>
            </a:xfrm>
            <a:custGeom>
              <a:avLst/>
              <a:gdLst>
                <a:gd name="connsiteX0" fmla="*/ 39088 w 78174"/>
                <a:gd name="connsiteY0" fmla="*/ 0 h 78173"/>
                <a:gd name="connsiteX1" fmla="*/ 78174 w 78174"/>
                <a:gd name="connsiteY1" fmla="*/ 39087 h 78173"/>
                <a:gd name="connsiteX2" fmla="*/ 39088 w 78174"/>
                <a:gd name="connsiteY2" fmla="*/ 78173 h 78173"/>
                <a:gd name="connsiteX3" fmla="*/ 0 w 78174"/>
                <a:gd name="connsiteY3" fmla="*/ 39087 h 78173"/>
                <a:gd name="connsiteX4" fmla="*/ 39088 w 78174"/>
                <a:gd name="connsiteY4" fmla="*/ 0 h 7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4" h="78173">
                  <a:moveTo>
                    <a:pt x="39088" y="0"/>
                  </a:moveTo>
                  <a:cubicBezTo>
                    <a:pt x="60675" y="0"/>
                    <a:pt x="78174" y="17499"/>
                    <a:pt x="78174" y="39087"/>
                  </a:cubicBezTo>
                  <a:cubicBezTo>
                    <a:pt x="78174" y="60673"/>
                    <a:pt x="60675" y="78173"/>
                    <a:pt x="39088" y="78173"/>
                  </a:cubicBezTo>
                  <a:cubicBezTo>
                    <a:pt x="17500" y="78173"/>
                    <a:pt x="0" y="60673"/>
                    <a:pt x="0" y="39087"/>
                  </a:cubicBezTo>
                  <a:cubicBezTo>
                    <a:pt x="0" y="17499"/>
                    <a:pt x="17500" y="0"/>
                    <a:pt x="39088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76" name="Freeform: Shape 330"/>
            <p:cNvSpPr>
              <a:spLocks/>
            </p:cNvSpPr>
            <p:nvPr/>
          </p:nvSpPr>
          <p:spPr bwMode="auto">
            <a:xfrm>
              <a:off x="9617922" y="3863742"/>
              <a:ext cx="78175" cy="78173"/>
            </a:xfrm>
            <a:custGeom>
              <a:avLst/>
              <a:gdLst>
                <a:gd name="connsiteX0" fmla="*/ 39087 w 78175"/>
                <a:gd name="connsiteY0" fmla="*/ 0 h 78173"/>
                <a:gd name="connsiteX1" fmla="*/ 78175 w 78175"/>
                <a:gd name="connsiteY1" fmla="*/ 39087 h 78173"/>
                <a:gd name="connsiteX2" fmla="*/ 39087 w 78175"/>
                <a:gd name="connsiteY2" fmla="*/ 78173 h 78173"/>
                <a:gd name="connsiteX3" fmla="*/ 0 w 78175"/>
                <a:gd name="connsiteY3" fmla="*/ 39087 h 78173"/>
                <a:gd name="connsiteX4" fmla="*/ 39087 w 78175"/>
                <a:gd name="connsiteY4" fmla="*/ 0 h 7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5" h="78173">
                  <a:moveTo>
                    <a:pt x="39087" y="0"/>
                  </a:moveTo>
                  <a:cubicBezTo>
                    <a:pt x="60675" y="0"/>
                    <a:pt x="78175" y="17499"/>
                    <a:pt x="78175" y="39087"/>
                  </a:cubicBezTo>
                  <a:cubicBezTo>
                    <a:pt x="78175" y="60673"/>
                    <a:pt x="60675" y="78173"/>
                    <a:pt x="39087" y="78173"/>
                  </a:cubicBezTo>
                  <a:cubicBezTo>
                    <a:pt x="17500" y="78173"/>
                    <a:pt x="0" y="60673"/>
                    <a:pt x="0" y="39087"/>
                  </a:cubicBezTo>
                  <a:cubicBezTo>
                    <a:pt x="0" y="17499"/>
                    <a:pt x="17500" y="0"/>
                    <a:pt x="39087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77" name="Freeform: Shape 331"/>
            <p:cNvSpPr>
              <a:spLocks/>
            </p:cNvSpPr>
            <p:nvPr/>
          </p:nvSpPr>
          <p:spPr bwMode="auto">
            <a:xfrm>
              <a:off x="7363205" y="3948918"/>
              <a:ext cx="78164" cy="78161"/>
            </a:xfrm>
            <a:custGeom>
              <a:avLst/>
              <a:gdLst>
                <a:gd name="connsiteX0" fmla="*/ 39082 w 78164"/>
                <a:gd name="connsiteY0" fmla="*/ 0 h 78161"/>
                <a:gd name="connsiteX1" fmla="*/ 78164 w 78164"/>
                <a:gd name="connsiteY1" fmla="*/ 39086 h 78161"/>
                <a:gd name="connsiteX2" fmla="*/ 39082 w 78164"/>
                <a:gd name="connsiteY2" fmla="*/ 78161 h 78161"/>
                <a:gd name="connsiteX3" fmla="*/ 0 w 78164"/>
                <a:gd name="connsiteY3" fmla="*/ 39086 h 78161"/>
                <a:gd name="connsiteX4" fmla="*/ 39082 w 78164"/>
                <a:gd name="connsiteY4" fmla="*/ 0 h 78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64" h="78161">
                  <a:moveTo>
                    <a:pt x="39082" y="0"/>
                  </a:moveTo>
                  <a:cubicBezTo>
                    <a:pt x="60666" y="0"/>
                    <a:pt x="78164" y="17499"/>
                    <a:pt x="78164" y="39086"/>
                  </a:cubicBezTo>
                  <a:cubicBezTo>
                    <a:pt x="78164" y="60673"/>
                    <a:pt x="60666" y="78161"/>
                    <a:pt x="39082" y="78161"/>
                  </a:cubicBezTo>
                  <a:cubicBezTo>
                    <a:pt x="17497" y="78161"/>
                    <a:pt x="0" y="60673"/>
                    <a:pt x="0" y="39086"/>
                  </a:cubicBezTo>
                  <a:cubicBezTo>
                    <a:pt x="0" y="17499"/>
                    <a:pt x="17497" y="0"/>
                    <a:pt x="39082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78" name="Freeform: Shape 332"/>
            <p:cNvSpPr>
              <a:spLocks/>
            </p:cNvSpPr>
            <p:nvPr/>
          </p:nvSpPr>
          <p:spPr bwMode="auto">
            <a:xfrm>
              <a:off x="7739391" y="3948918"/>
              <a:ext cx="78161" cy="78161"/>
            </a:xfrm>
            <a:custGeom>
              <a:avLst/>
              <a:gdLst>
                <a:gd name="connsiteX0" fmla="*/ 39087 w 78161"/>
                <a:gd name="connsiteY0" fmla="*/ 0 h 78161"/>
                <a:gd name="connsiteX1" fmla="*/ 78161 w 78161"/>
                <a:gd name="connsiteY1" fmla="*/ 39086 h 78161"/>
                <a:gd name="connsiteX2" fmla="*/ 39087 w 78161"/>
                <a:gd name="connsiteY2" fmla="*/ 78161 h 78161"/>
                <a:gd name="connsiteX3" fmla="*/ 0 w 78161"/>
                <a:gd name="connsiteY3" fmla="*/ 39086 h 78161"/>
                <a:gd name="connsiteX4" fmla="*/ 39087 w 78161"/>
                <a:gd name="connsiteY4" fmla="*/ 0 h 78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61" h="78161">
                  <a:moveTo>
                    <a:pt x="39087" y="0"/>
                  </a:moveTo>
                  <a:cubicBezTo>
                    <a:pt x="60670" y="0"/>
                    <a:pt x="78161" y="17499"/>
                    <a:pt x="78161" y="39086"/>
                  </a:cubicBezTo>
                  <a:cubicBezTo>
                    <a:pt x="78161" y="60673"/>
                    <a:pt x="60670" y="78161"/>
                    <a:pt x="39087" y="78161"/>
                  </a:cubicBezTo>
                  <a:cubicBezTo>
                    <a:pt x="17497" y="78161"/>
                    <a:pt x="0" y="60673"/>
                    <a:pt x="0" y="39086"/>
                  </a:cubicBezTo>
                  <a:cubicBezTo>
                    <a:pt x="0" y="17499"/>
                    <a:pt x="17497" y="0"/>
                    <a:pt x="39087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79" name="Freeform: Shape 333"/>
            <p:cNvSpPr>
              <a:spLocks/>
            </p:cNvSpPr>
            <p:nvPr/>
          </p:nvSpPr>
          <p:spPr bwMode="auto">
            <a:xfrm>
              <a:off x="7926291" y="3948918"/>
              <a:ext cx="78181" cy="78161"/>
            </a:xfrm>
            <a:custGeom>
              <a:avLst/>
              <a:gdLst>
                <a:gd name="connsiteX0" fmla="*/ 39094 w 78181"/>
                <a:gd name="connsiteY0" fmla="*/ 0 h 78161"/>
                <a:gd name="connsiteX1" fmla="*/ 78181 w 78181"/>
                <a:gd name="connsiteY1" fmla="*/ 39086 h 78161"/>
                <a:gd name="connsiteX2" fmla="*/ 39094 w 78181"/>
                <a:gd name="connsiteY2" fmla="*/ 78161 h 78161"/>
                <a:gd name="connsiteX3" fmla="*/ 0 w 78181"/>
                <a:gd name="connsiteY3" fmla="*/ 39086 h 78161"/>
                <a:gd name="connsiteX4" fmla="*/ 39094 w 78181"/>
                <a:gd name="connsiteY4" fmla="*/ 0 h 78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81" h="78161">
                  <a:moveTo>
                    <a:pt x="39094" y="0"/>
                  </a:moveTo>
                  <a:cubicBezTo>
                    <a:pt x="60680" y="0"/>
                    <a:pt x="78181" y="17499"/>
                    <a:pt x="78181" y="39086"/>
                  </a:cubicBezTo>
                  <a:cubicBezTo>
                    <a:pt x="78181" y="60673"/>
                    <a:pt x="60680" y="78161"/>
                    <a:pt x="39094" y="78161"/>
                  </a:cubicBezTo>
                  <a:cubicBezTo>
                    <a:pt x="17501" y="78161"/>
                    <a:pt x="0" y="60673"/>
                    <a:pt x="0" y="39086"/>
                  </a:cubicBezTo>
                  <a:cubicBezTo>
                    <a:pt x="0" y="17499"/>
                    <a:pt x="17501" y="0"/>
                    <a:pt x="39094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80" name="Freeform: Shape 334"/>
            <p:cNvSpPr>
              <a:spLocks/>
            </p:cNvSpPr>
            <p:nvPr/>
          </p:nvSpPr>
          <p:spPr bwMode="auto">
            <a:xfrm>
              <a:off x="9338735" y="3948918"/>
              <a:ext cx="78174" cy="78161"/>
            </a:xfrm>
            <a:custGeom>
              <a:avLst/>
              <a:gdLst>
                <a:gd name="connsiteX0" fmla="*/ 39087 w 78174"/>
                <a:gd name="connsiteY0" fmla="*/ 0 h 78161"/>
                <a:gd name="connsiteX1" fmla="*/ 78174 w 78174"/>
                <a:gd name="connsiteY1" fmla="*/ 39086 h 78161"/>
                <a:gd name="connsiteX2" fmla="*/ 39087 w 78174"/>
                <a:gd name="connsiteY2" fmla="*/ 78161 h 78161"/>
                <a:gd name="connsiteX3" fmla="*/ 0 w 78174"/>
                <a:gd name="connsiteY3" fmla="*/ 39086 h 78161"/>
                <a:gd name="connsiteX4" fmla="*/ 39087 w 78174"/>
                <a:gd name="connsiteY4" fmla="*/ 0 h 78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4" h="78161">
                  <a:moveTo>
                    <a:pt x="39087" y="0"/>
                  </a:moveTo>
                  <a:cubicBezTo>
                    <a:pt x="60674" y="0"/>
                    <a:pt x="78174" y="17499"/>
                    <a:pt x="78174" y="39086"/>
                  </a:cubicBezTo>
                  <a:cubicBezTo>
                    <a:pt x="78174" y="60673"/>
                    <a:pt x="60674" y="78161"/>
                    <a:pt x="39087" y="78161"/>
                  </a:cubicBezTo>
                  <a:cubicBezTo>
                    <a:pt x="17500" y="78161"/>
                    <a:pt x="0" y="60673"/>
                    <a:pt x="0" y="39086"/>
                  </a:cubicBezTo>
                  <a:cubicBezTo>
                    <a:pt x="0" y="17499"/>
                    <a:pt x="17500" y="0"/>
                    <a:pt x="39087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81" name="Freeform: Shape 335"/>
            <p:cNvSpPr>
              <a:spLocks/>
            </p:cNvSpPr>
            <p:nvPr/>
          </p:nvSpPr>
          <p:spPr bwMode="auto">
            <a:xfrm>
              <a:off x="9996483" y="3948918"/>
              <a:ext cx="78174" cy="78161"/>
            </a:xfrm>
            <a:custGeom>
              <a:avLst/>
              <a:gdLst>
                <a:gd name="connsiteX0" fmla="*/ 39088 w 78174"/>
                <a:gd name="connsiteY0" fmla="*/ 0 h 78161"/>
                <a:gd name="connsiteX1" fmla="*/ 78174 w 78174"/>
                <a:gd name="connsiteY1" fmla="*/ 39086 h 78161"/>
                <a:gd name="connsiteX2" fmla="*/ 39088 w 78174"/>
                <a:gd name="connsiteY2" fmla="*/ 78161 h 78161"/>
                <a:gd name="connsiteX3" fmla="*/ 0 w 78174"/>
                <a:gd name="connsiteY3" fmla="*/ 39086 h 78161"/>
                <a:gd name="connsiteX4" fmla="*/ 39088 w 78174"/>
                <a:gd name="connsiteY4" fmla="*/ 0 h 78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4" h="78161">
                  <a:moveTo>
                    <a:pt x="39088" y="0"/>
                  </a:moveTo>
                  <a:cubicBezTo>
                    <a:pt x="60675" y="0"/>
                    <a:pt x="78174" y="17499"/>
                    <a:pt x="78174" y="39086"/>
                  </a:cubicBezTo>
                  <a:cubicBezTo>
                    <a:pt x="78174" y="60673"/>
                    <a:pt x="60675" y="78161"/>
                    <a:pt x="39088" y="78161"/>
                  </a:cubicBezTo>
                  <a:cubicBezTo>
                    <a:pt x="17500" y="78161"/>
                    <a:pt x="0" y="60673"/>
                    <a:pt x="0" y="39086"/>
                  </a:cubicBezTo>
                  <a:cubicBezTo>
                    <a:pt x="0" y="17499"/>
                    <a:pt x="17500" y="0"/>
                    <a:pt x="39088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82" name="Freeform: Shape 336"/>
            <p:cNvSpPr>
              <a:spLocks/>
            </p:cNvSpPr>
            <p:nvPr/>
          </p:nvSpPr>
          <p:spPr bwMode="auto">
            <a:xfrm>
              <a:off x="10185765" y="3948918"/>
              <a:ext cx="78174" cy="78161"/>
            </a:xfrm>
            <a:custGeom>
              <a:avLst/>
              <a:gdLst>
                <a:gd name="connsiteX0" fmla="*/ 39087 w 78174"/>
                <a:gd name="connsiteY0" fmla="*/ 0 h 78161"/>
                <a:gd name="connsiteX1" fmla="*/ 78174 w 78174"/>
                <a:gd name="connsiteY1" fmla="*/ 39086 h 78161"/>
                <a:gd name="connsiteX2" fmla="*/ 39087 w 78174"/>
                <a:gd name="connsiteY2" fmla="*/ 78161 h 78161"/>
                <a:gd name="connsiteX3" fmla="*/ 0 w 78174"/>
                <a:gd name="connsiteY3" fmla="*/ 39086 h 78161"/>
                <a:gd name="connsiteX4" fmla="*/ 39087 w 78174"/>
                <a:gd name="connsiteY4" fmla="*/ 0 h 78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4" h="78161">
                  <a:moveTo>
                    <a:pt x="39087" y="0"/>
                  </a:moveTo>
                  <a:cubicBezTo>
                    <a:pt x="60674" y="0"/>
                    <a:pt x="78174" y="17499"/>
                    <a:pt x="78174" y="39086"/>
                  </a:cubicBezTo>
                  <a:cubicBezTo>
                    <a:pt x="78174" y="60673"/>
                    <a:pt x="60674" y="78161"/>
                    <a:pt x="39087" y="78161"/>
                  </a:cubicBezTo>
                  <a:cubicBezTo>
                    <a:pt x="17500" y="78161"/>
                    <a:pt x="0" y="60673"/>
                    <a:pt x="0" y="39086"/>
                  </a:cubicBezTo>
                  <a:cubicBezTo>
                    <a:pt x="0" y="17499"/>
                    <a:pt x="17500" y="0"/>
                    <a:pt x="39087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83" name="Freeform: Shape 337"/>
            <p:cNvSpPr>
              <a:spLocks/>
            </p:cNvSpPr>
            <p:nvPr/>
          </p:nvSpPr>
          <p:spPr bwMode="auto">
            <a:xfrm>
              <a:off x="6897096" y="3948918"/>
              <a:ext cx="78170" cy="78162"/>
            </a:xfrm>
            <a:custGeom>
              <a:avLst/>
              <a:gdLst>
                <a:gd name="connsiteX0" fmla="*/ 39067 w 78170"/>
                <a:gd name="connsiteY0" fmla="*/ 0 h 78162"/>
                <a:gd name="connsiteX1" fmla="*/ 78170 w 78170"/>
                <a:gd name="connsiteY1" fmla="*/ 39087 h 78162"/>
                <a:gd name="connsiteX2" fmla="*/ 39067 w 78170"/>
                <a:gd name="connsiteY2" fmla="*/ 78162 h 78162"/>
                <a:gd name="connsiteX3" fmla="*/ 0 w 78170"/>
                <a:gd name="connsiteY3" fmla="*/ 39087 h 78162"/>
                <a:gd name="connsiteX4" fmla="*/ 39067 w 78170"/>
                <a:gd name="connsiteY4" fmla="*/ 0 h 78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0" h="78162">
                  <a:moveTo>
                    <a:pt x="39067" y="0"/>
                  </a:moveTo>
                  <a:cubicBezTo>
                    <a:pt x="60660" y="0"/>
                    <a:pt x="78170" y="17500"/>
                    <a:pt x="78170" y="39087"/>
                  </a:cubicBezTo>
                  <a:cubicBezTo>
                    <a:pt x="78170" y="60674"/>
                    <a:pt x="60660" y="78162"/>
                    <a:pt x="39067" y="78162"/>
                  </a:cubicBezTo>
                  <a:cubicBezTo>
                    <a:pt x="17501" y="78162"/>
                    <a:pt x="0" y="60674"/>
                    <a:pt x="0" y="39087"/>
                  </a:cubicBezTo>
                  <a:cubicBezTo>
                    <a:pt x="0" y="17500"/>
                    <a:pt x="17501" y="0"/>
                    <a:pt x="39067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88" name="Freeform: Shape 338"/>
            <p:cNvSpPr>
              <a:spLocks/>
            </p:cNvSpPr>
            <p:nvPr/>
          </p:nvSpPr>
          <p:spPr bwMode="auto">
            <a:xfrm>
              <a:off x="10278039" y="3959196"/>
              <a:ext cx="39113" cy="67883"/>
            </a:xfrm>
            <a:custGeom>
              <a:avLst/>
              <a:gdLst>
                <a:gd name="connsiteX0" fmla="*/ 14271 w 39113"/>
                <a:gd name="connsiteY0" fmla="*/ 0 h 67883"/>
                <a:gd name="connsiteX1" fmla="*/ 39113 w 39113"/>
                <a:gd name="connsiteY1" fmla="*/ 67872 h 67883"/>
                <a:gd name="connsiteX2" fmla="*/ 39088 w 39113"/>
                <a:gd name="connsiteY2" fmla="*/ 67883 h 67883"/>
                <a:gd name="connsiteX3" fmla="*/ 0 w 39113"/>
                <a:gd name="connsiteY3" fmla="*/ 28808 h 67883"/>
                <a:gd name="connsiteX4" fmla="*/ 11449 w 39113"/>
                <a:gd name="connsiteY4" fmla="*/ 1170 h 67883"/>
                <a:gd name="connsiteX5" fmla="*/ 14271 w 39113"/>
                <a:gd name="connsiteY5" fmla="*/ 0 h 67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113" h="67883">
                  <a:moveTo>
                    <a:pt x="14271" y="0"/>
                  </a:moveTo>
                  <a:lnTo>
                    <a:pt x="39113" y="67872"/>
                  </a:lnTo>
                  <a:lnTo>
                    <a:pt x="39088" y="67883"/>
                  </a:lnTo>
                  <a:cubicBezTo>
                    <a:pt x="17500" y="67883"/>
                    <a:pt x="0" y="50395"/>
                    <a:pt x="0" y="28808"/>
                  </a:cubicBezTo>
                  <a:cubicBezTo>
                    <a:pt x="0" y="18014"/>
                    <a:pt x="4375" y="8243"/>
                    <a:pt x="11449" y="1170"/>
                  </a:cubicBezTo>
                  <a:lnTo>
                    <a:pt x="14271" y="0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89" name="Freeform: Shape 339"/>
            <p:cNvSpPr>
              <a:spLocks/>
            </p:cNvSpPr>
            <p:nvPr/>
          </p:nvSpPr>
          <p:spPr bwMode="auto">
            <a:xfrm>
              <a:off x="6991734" y="4038814"/>
              <a:ext cx="78160" cy="78175"/>
            </a:xfrm>
            <a:custGeom>
              <a:avLst/>
              <a:gdLst>
                <a:gd name="connsiteX0" fmla="*/ 39076 w 78160"/>
                <a:gd name="connsiteY0" fmla="*/ 0 h 78175"/>
                <a:gd name="connsiteX1" fmla="*/ 78160 w 78160"/>
                <a:gd name="connsiteY1" fmla="*/ 39087 h 78175"/>
                <a:gd name="connsiteX2" fmla="*/ 39076 w 78160"/>
                <a:gd name="connsiteY2" fmla="*/ 78175 h 78175"/>
                <a:gd name="connsiteX3" fmla="*/ 0 w 78160"/>
                <a:gd name="connsiteY3" fmla="*/ 39087 h 78175"/>
                <a:gd name="connsiteX4" fmla="*/ 39076 w 78160"/>
                <a:gd name="connsiteY4" fmla="*/ 0 h 7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60" h="78175">
                  <a:moveTo>
                    <a:pt x="39076" y="0"/>
                  </a:moveTo>
                  <a:cubicBezTo>
                    <a:pt x="60662" y="0"/>
                    <a:pt x="78160" y="17500"/>
                    <a:pt x="78160" y="39087"/>
                  </a:cubicBezTo>
                  <a:cubicBezTo>
                    <a:pt x="78160" y="60674"/>
                    <a:pt x="60662" y="78175"/>
                    <a:pt x="39076" y="78175"/>
                  </a:cubicBezTo>
                  <a:cubicBezTo>
                    <a:pt x="17481" y="78175"/>
                    <a:pt x="0" y="60674"/>
                    <a:pt x="0" y="39087"/>
                  </a:cubicBezTo>
                  <a:cubicBezTo>
                    <a:pt x="0" y="17500"/>
                    <a:pt x="17481" y="0"/>
                    <a:pt x="39076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90" name="Freeform: Shape 340"/>
            <p:cNvSpPr>
              <a:spLocks/>
            </p:cNvSpPr>
            <p:nvPr/>
          </p:nvSpPr>
          <p:spPr bwMode="auto">
            <a:xfrm>
              <a:off x="7176294" y="4038814"/>
              <a:ext cx="78178" cy="78175"/>
            </a:xfrm>
            <a:custGeom>
              <a:avLst/>
              <a:gdLst>
                <a:gd name="connsiteX0" fmla="*/ 39074 w 78178"/>
                <a:gd name="connsiteY0" fmla="*/ 0 h 78175"/>
                <a:gd name="connsiteX1" fmla="*/ 78178 w 78178"/>
                <a:gd name="connsiteY1" fmla="*/ 39087 h 78175"/>
                <a:gd name="connsiteX2" fmla="*/ 39074 w 78178"/>
                <a:gd name="connsiteY2" fmla="*/ 78175 h 78175"/>
                <a:gd name="connsiteX3" fmla="*/ 0 w 78178"/>
                <a:gd name="connsiteY3" fmla="*/ 39087 h 78175"/>
                <a:gd name="connsiteX4" fmla="*/ 39074 w 78178"/>
                <a:gd name="connsiteY4" fmla="*/ 0 h 7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8" h="78175">
                  <a:moveTo>
                    <a:pt x="39074" y="0"/>
                  </a:moveTo>
                  <a:cubicBezTo>
                    <a:pt x="60679" y="0"/>
                    <a:pt x="78178" y="17500"/>
                    <a:pt x="78178" y="39087"/>
                  </a:cubicBezTo>
                  <a:cubicBezTo>
                    <a:pt x="78178" y="60674"/>
                    <a:pt x="60679" y="78175"/>
                    <a:pt x="39074" y="78175"/>
                  </a:cubicBezTo>
                  <a:cubicBezTo>
                    <a:pt x="17504" y="78175"/>
                    <a:pt x="0" y="60674"/>
                    <a:pt x="0" y="39087"/>
                  </a:cubicBezTo>
                  <a:cubicBezTo>
                    <a:pt x="0" y="17500"/>
                    <a:pt x="17504" y="0"/>
                    <a:pt x="39074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91" name="Freeform: Shape 341"/>
            <p:cNvSpPr>
              <a:spLocks/>
            </p:cNvSpPr>
            <p:nvPr/>
          </p:nvSpPr>
          <p:spPr bwMode="auto">
            <a:xfrm>
              <a:off x="9338735" y="4038814"/>
              <a:ext cx="78174" cy="78175"/>
            </a:xfrm>
            <a:custGeom>
              <a:avLst/>
              <a:gdLst>
                <a:gd name="connsiteX0" fmla="*/ 39087 w 78174"/>
                <a:gd name="connsiteY0" fmla="*/ 0 h 78175"/>
                <a:gd name="connsiteX1" fmla="*/ 78174 w 78174"/>
                <a:gd name="connsiteY1" fmla="*/ 39087 h 78175"/>
                <a:gd name="connsiteX2" fmla="*/ 39087 w 78174"/>
                <a:gd name="connsiteY2" fmla="*/ 78175 h 78175"/>
                <a:gd name="connsiteX3" fmla="*/ 0 w 78174"/>
                <a:gd name="connsiteY3" fmla="*/ 39087 h 78175"/>
                <a:gd name="connsiteX4" fmla="*/ 39087 w 78174"/>
                <a:gd name="connsiteY4" fmla="*/ 0 h 7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4" h="78175">
                  <a:moveTo>
                    <a:pt x="39087" y="0"/>
                  </a:moveTo>
                  <a:cubicBezTo>
                    <a:pt x="60674" y="0"/>
                    <a:pt x="78174" y="17500"/>
                    <a:pt x="78174" y="39087"/>
                  </a:cubicBezTo>
                  <a:cubicBezTo>
                    <a:pt x="78174" y="60674"/>
                    <a:pt x="60674" y="78175"/>
                    <a:pt x="39087" y="78175"/>
                  </a:cubicBezTo>
                  <a:cubicBezTo>
                    <a:pt x="17500" y="78175"/>
                    <a:pt x="0" y="60674"/>
                    <a:pt x="0" y="39087"/>
                  </a:cubicBezTo>
                  <a:cubicBezTo>
                    <a:pt x="0" y="17500"/>
                    <a:pt x="17500" y="0"/>
                    <a:pt x="39087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92" name="Freeform: Shape 342"/>
            <p:cNvSpPr>
              <a:spLocks/>
            </p:cNvSpPr>
            <p:nvPr/>
          </p:nvSpPr>
          <p:spPr bwMode="auto">
            <a:xfrm>
              <a:off x="9525649" y="4038814"/>
              <a:ext cx="78174" cy="78175"/>
            </a:xfrm>
            <a:custGeom>
              <a:avLst/>
              <a:gdLst>
                <a:gd name="connsiteX0" fmla="*/ 39087 w 78174"/>
                <a:gd name="connsiteY0" fmla="*/ 0 h 78175"/>
                <a:gd name="connsiteX1" fmla="*/ 78174 w 78174"/>
                <a:gd name="connsiteY1" fmla="*/ 39087 h 78175"/>
                <a:gd name="connsiteX2" fmla="*/ 39087 w 78174"/>
                <a:gd name="connsiteY2" fmla="*/ 78175 h 78175"/>
                <a:gd name="connsiteX3" fmla="*/ 0 w 78174"/>
                <a:gd name="connsiteY3" fmla="*/ 39087 h 78175"/>
                <a:gd name="connsiteX4" fmla="*/ 39087 w 78174"/>
                <a:gd name="connsiteY4" fmla="*/ 0 h 7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4" h="78175">
                  <a:moveTo>
                    <a:pt x="39087" y="0"/>
                  </a:moveTo>
                  <a:cubicBezTo>
                    <a:pt x="60674" y="0"/>
                    <a:pt x="78174" y="17500"/>
                    <a:pt x="78174" y="39087"/>
                  </a:cubicBezTo>
                  <a:cubicBezTo>
                    <a:pt x="78174" y="60674"/>
                    <a:pt x="60674" y="78175"/>
                    <a:pt x="39087" y="78175"/>
                  </a:cubicBezTo>
                  <a:cubicBezTo>
                    <a:pt x="17500" y="78175"/>
                    <a:pt x="0" y="60674"/>
                    <a:pt x="0" y="39087"/>
                  </a:cubicBezTo>
                  <a:cubicBezTo>
                    <a:pt x="0" y="17500"/>
                    <a:pt x="17500" y="0"/>
                    <a:pt x="39087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93" name="Freeform: Shape 343"/>
            <p:cNvSpPr>
              <a:spLocks/>
            </p:cNvSpPr>
            <p:nvPr/>
          </p:nvSpPr>
          <p:spPr bwMode="auto">
            <a:xfrm>
              <a:off x="9807203" y="4038814"/>
              <a:ext cx="78175" cy="78175"/>
            </a:xfrm>
            <a:custGeom>
              <a:avLst/>
              <a:gdLst>
                <a:gd name="connsiteX0" fmla="*/ 39088 w 78175"/>
                <a:gd name="connsiteY0" fmla="*/ 0 h 78175"/>
                <a:gd name="connsiteX1" fmla="*/ 78175 w 78175"/>
                <a:gd name="connsiteY1" fmla="*/ 39087 h 78175"/>
                <a:gd name="connsiteX2" fmla="*/ 39088 w 78175"/>
                <a:gd name="connsiteY2" fmla="*/ 78175 h 78175"/>
                <a:gd name="connsiteX3" fmla="*/ 0 w 78175"/>
                <a:gd name="connsiteY3" fmla="*/ 39087 h 78175"/>
                <a:gd name="connsiteX4" fmla="*/ 39088 w 78175"/>
                <a:gd name="connsiteY4" fmla="*/ 0 h 7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5" h="78175">
                  <a:moveTo>
                    <a:pt x="39088" y="0"/>
                  </a:moveTo>
                  <a:cubicBezTo>
                    <a:pt x="60675" y="0"/>
                    <a:pt x="78175" y="17500"/>
                    <a:pt x="78175" y="39087"/>
                  </a:cubicBezTo>
                  <a:cubicBezTo>
                    <a:pt x="78175" y="60674"/>
                    <a:pt x="60675" y="78175"/>
                    <a:pt x="39088" y="78175"/>
                  </a:cubicBezTo>
                  <a:cubicBezTo>
                    <a:pt x="17500" y="78175"/>
                    <a:pt x="0" y="60674"/>
                    <a:pt x="0" y="39087"/>
                  </a:cubicBezTo>
                  <a:cubicBezTo>
                    <a:pt x="0" y="17500"/>
                    <a:pt x="17500" y="0"/>
                    <a:pt x="39088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94" name="Freeform: Shape 344"/>
            <p:cNvSpPr>
              <a:spLocks/>
            </p:cNvSpPr>
            <p:nvPr/>
          </p:nvSpPr>
          <p:spPr bwMode="auto">
            <a:xfrm>
              <a:off x="9899478" y="4038814"/>
              <a:ext cx="78175" cy="78175"/>
            </a:xfrm>
            <a:custGeom>
              <a:avLst/>
              <a:gdLst>
                <a:gd name="connsiteX0" fmla="*/ 39087 w 78175"/>
                <a:gd name="connsiteY0" fmla="*/ 0 h 78175"/>
                <a:gd name="connsiteX1" fmla="*/ 78175 w 78175"/>
                <a:gd name="connsiteY1" fmla="*/ 39087 h 78175"/>
                <a:gd name="connsiteX2" fmla="*/ 39087 w 78175"/>
                <a:gd name="connsiteY2" fmla="*/ 78175 h 78175"/>
                <a:gd name="connsiteX3" fmla="*/ 0 w 78175"/>
                <a:gd name="connsiteY3" fmla="*/ 39087 h 78175"/>
                <a:gd name="connsiteX4" fmla="*/ 39087 w 78175"/>
                <a:gd name="connsiteY4" fmla="*/ 0 h 7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5" h="78175">
                  <a:moveTo>
                    <a:pt x="39087" y="0"/>
                  </a:moveTo>
                  <a:cubicBezTo>
                    <a:pt x="60675" y="0"/>
                    <a:pt x="78175" y="17500"/>
                    <a:pt x="78175" y="39087"/>
                  </a:cubicBezTo>
                  <a:cubicBezTo>
                    <a:pt x="78175" y="60674"/>
                    <a:pt x="60675" y="78175"/>
                    <a:pt x="39087" y="78175"/>
                  </a:cubicBezTo>
                  <a:cubicBezTo>
                    <a:pt x="17500" y="78175"/>
                    <a:pt x="0" y="60674"/>
                    <a:pt x="0" y="39087"/>
                  </a:cubicBezTo>
                  <a:cubicBezTo>
                    <a:pt x="0" y="17500"/>
                    <a:pt x="17500" y="0"/>
                    <a:pt x="39087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95" name="Freeform: Shape 345"/>
            <p:cNvSpPr>
              <a:spLocks/>
            </p:cNvSpPr>
            <p:nvPr/>
          </p:nvSpPr>
          <p:spPr bwMode="auto">
            <a:xfrm>
              <a:off x="10278039" y="4038814"/>
              <a:ext cx="60390" cy="78175"/>
            </a:xfrm>
            <a:custGeom>
              <a:avLst/>
              <a:gdLst>
                <a:gd name="connsiteX0" fmla="*/ 39088 w 60390"/>
                <a:gd name="connsiteY0" fmla="*/ 0 h 78175"/>
                <a:gd name="connsiteX1" fmla="*/ 42972 w 60390"/>
                <a:gd name="connsiteY1" fmla="*/ 1609 h 78175"/>
                <a:gd name="connsiteX2" fmla="*/ 60390 w 60390"/>
                <a:gd name="connsiteY2" fmla="*/ 69351 h 78175"/>
                <a:gd name="connsiteX3" fmla="*/ 39088 w 60390"/>
                <a:gd name="connsiteY3" fmla="*/ 78175 h 78175"/>
                <a:gd name="connsiteX4" fmla="*/ 0 w 60390"/>
                <a:gd name="connsiteY4" fmla="*/ 39087 h 78175"/>
                <a:gd name="connsiteX5" fmla="*/ 39088 w 60390"/>
                <a:gd name="connsiteY5" fmla="*/ 0 h 7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0390" h="78175">
                  <a:moveTo>
                    <a:pt x="39088" y="0"/>
                  </a:moveTo>
                  <a:lnTo>
                    <a:pt x="42972" y="1609"/>
                  </a:lnTo>
                  <a:lnTo>
                    <a:pt x="60390" y="69351"/>
                  </a:lnTo>
                  <a:lnTo>
                    <a:pt x="39088" y="78175"/>
                  </a:lnTo>
                  <a:cubicBezTo>
                    <a:pt x="17500" y="78175"/>
                    <a:pt x="0" y="60674"/>
                    <a:pt x="0" y="39087"/>
                  </a:cubicBezTo>
                  <a:cubicBezTo>
                    <a:pt x="0" y="17500"/>
                    <a:pt x="17500" y="0"/>
                    <a:pt x="39088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96" name="Freeform: Shape 346"/>
            <p:cNvSpPr>
              <a:spLocks/>
            </p:cNvSpPr>
            <p:nvPr/>
          </p:nvSpPr>
          <p:spPr bwMode="auto">
            <a:xfrm>
              <a:off x="8964923" y="4121622"/>
              <a:ext cx="78170" cy="78174"/>
            </a:xfrm>
            <a:custGeom>
              <a:avLst/>
              <a:gdLst>
                <a:gd name="connsiteX0" fmla="*/ 39082 w 78170"/>
                <a:gd name="connsiteY0" fmla="*/ 0 h 78174"/>
                <a:gd name="connsiteX1" fmla="*/ 78170 w 78170"/>
                <a:gd name="connsiteY1" fmla="*/ 39087 h 78174"/>
                <a:gd name="connsiteX2" fmla="*/ 39082 w 78170"/>
                <a:gd name="connsiteY2" fmla="*/ 78174 h 78174"/>
                <a:gd name="connsiteX3" fmla="*/ 0 w 78170"/>
                <a:gd name="connsiteY3" fmla="*/ 39087 h 78174"/>
                <a:gd name="connsiteX4" fmla="*/ 39082 w 78170"/>
                <a:gd name="connsiteY4" fmla="*/ 0 h 7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0" h="78174">
                  <a:moveTo>
                    <a:pt x="39082" y="0"/>
                  </a:moveTo>
                  <a:cubicBezTo>
                    <a:pt x="60670" y="0"/>
                    <a:pt x="78170" y="17500"/>
                    <a:pt x="78170" y="39087"/>
                  </a:cubicBezTo>
                  <a:cubicBezTo>
                    <a:pt x="78170" y="60675"/>
                    <a:pt x="60670" y="78174"/>
                    <a:pt x="39082" y="78174"/>
                  </a:cubicBezTo>
                  <a:cubicBezTo>
                    <a:pt x="17506" y="78174"/>
                    <a:pt x="0" y="60675"/>
                    <a:pt x="0" y="39087"/>
                  </a:cubicBezTo>
                  <a:cubicBezTo>
                    <a:pt x="0" y="17500"/>
                    <a:pt x="17506" y="0"/>
                    <a:pt x="39082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97" name="Freeform: Shape 347"/>
            <p:cNvSpPr>
              <a:spLocks/>
            </p:cNvSpPr>
            <p:nvPr/>
          </p:nvSpPr>
          <p:spPr bwMode="auto">
            <a:xfrm>
              <a:off x="7649459" y="4121624"/>
              <a:ext cx="78187" cy="78174"/>
            </a:xfrm>
            <a:custGeom>
              <a:avLst/>
              <a:gdLst>
                <a:gd name="connsiteX0" fmla="*/ 39097 w 78187"/>
                <a:gd name="connsiteY0" fmla="*/ 0 h 78174"/>
                <a:gd name="connsiteX1" fmla="*/ 78187 w 78187"/>
                <a:gd name="connsiteY1" fmla="*/ 39087 h 78174"/>
                <a:gd name="connsiteX2" fmla="*/ 39097 w 78187"/>
                <a:gd name="connsiteY2" fmla="*/ 78174 h 78174"/>
                <a:gd name="connsiteX3" fmla="*/ 0 w 78187"/>
                <a:gd name="connsiteY3" fmla="*/ 39087 h 78174"/>
                <a:gd name="connsiteX4" fmla="*/ 39097 w 78187"/>
                <a:gd name="connsiteY4" fmla="*/ 0 h 7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87" h="78174">
                  <a:moveTo>
                    <a:pt x="39097" y="0"/>
                  </a:moveTo>
                  <a:cubicBezTo>
                    <a:pt x="60688" y="0"/>
                    <a:pt x="78187" y="17500"/>
                    <a:pt x="78187" y="39087"/>
                  </a:cubicBezTo>
                  <a:cubicBezTo>
                    <a:pt x="78187" y="60674"/>
                    <a:pt x="60688" y="78174"/>
                    <a:pt x="39097" y="78174"/>
                  </a:cubicBezTo>
                  <a:cubicBezTo>
                    <a:pt x="17504" y="78174"/>
                    <a:pt x="0" y="60674"/>
                    <a:pt x="0" y="39087"/>
                  </a:cubicBezTo>
                  <a:cubicBezTo>
                    <a:pt x="0" y="17500"/>
                    <a:pt x="17504" y="0"/>
                    <a:pt x="39097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98" name="Freeform: Shape 348"/>
            <p:cNvSpPr>
              <a:spLocks/>
            </p:cNvSpPr>
            <p:nvPr/>
          </p:nvSpPr>
          <p:spPr bwMode="auto">
            <a:xfrm>
              <a:off x="9617923" y="4121624"/>
              <a:ext cx="78175" cy="78174"/>
            </a:xfrm>
            <a:custGeom>
              <a:avLst/>
              <a:gdLst>
                <a:gd name="connsiteX0" fmla="*/ 39088 w 78175"/>
                <a:gd name="connsiteY0" fmla="*/ 0 h 78174"/>
                <a:gd name="connsiteX1" fmla="*/ 78175 w 78175"/>
                <a:gd name="connsiteY1" fmla="*/ 39087 h 78174"/>
                <a:gd name="connsiteX2" fmla="*/ 39088 w 78175"/>
                <a:gd name="connsiteY2" fmla="*/ 78174 h 78174"/>
                <a:gd name="connsiteX3" fmla="*/ 0 w 78175"/>
                <a:gd name="connsiteY3" fmla="*/ 39087 h 78174"/>
                <a:gd name="connsiteX4" fmla="*/ 39088 w 78175"/>
                <a:gd name="connsiteY4" fmla="*/ 0 h 7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5" h="78174">
                  <a:moveTo>
                    <a:pt x="39088" y="0"/>
                  </a:moveTo>
                  <a:cubicBezTo>
                    <a:pt x="60675" y="0"/>
                    <a:pt x="78175" y="17500"/>
                    <a:pt x="78175" y="39087"/>
                  </a:cubicBezTo>
                  <a:cubicBezTo>
                    <a:pt x="78175" y="60674"/>
                    <a:pt x="60675" y="78174"/>
                    <a:pt x="39088" y="78174"/>
                  </a:cubicBezTo>
                  <a:cubicBezTo>
                    <a:pt x="17500" y="78174"/>
                    <a:pt x="0" y="60674"/>
                    <a:pt x="0" y="39087"/>
                  </a:cubicBezTo>
                  <a:cubicBezTo>
                    <a:pt x="0" y="17500"/>
                    <a:pt x="17500" y="0"/>
                    <a:pt x="39088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99" name="Freeform: Shape 349"/>
            <p:cNvSpPr>
              <a:spLocks/>
            </p:cNvSpPr>
            <p:nvPr/>
          </p:nvSpPr>
          <p:spPr bwMode="auto">
            <a:xfrm>
              <a:off x="7083989" y="4206799"/>
              <a:ext cx="78190" cy="78175"/>
            </a:xfrm>
            <a:custGeom>
              <a:avLst/>
              <a:gdLst>
                <a:gd name="connsiteX0" fmla="*/ 39095 w 78190"/>
                <a:gd name="connsiteY0" fmla="*/ 0 h 78175"/>
                <a:gd name="connsiteX1" fmla="*/ 78190 w 78190"/>
                <a:gd name="connsiteY1" fmla="*/ 39087 h 78175"/>
                <a:gd name="connsiteX2" fmla="*/ 39095 w 78190"/>
                <a:gd name="connsiteY2" fmla="*/ 78175 h 78175"/>
                <a:gd name="connsiteX3" fmla="*/ 0 w 78190"/>
                <a:gd name="connsiteY3" fmla="*/ 39087 h 78175"/>
                <a:gd name="connsiteX4" fmla="*/ 39095 w 78190"/>
                <a:gd name="connsiteY4" fmla="*/ 0 h 7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90" h="78175">
                  <a:moveTo>
                    <a:pt x="39095" y="0"/>
                  </a:moveTo>
                  <a:cubicBezTo>
                    <a:pt x="60687" y="0"/>
                    <a:pt x="78190" y="17500"/>
                    <a:pt x="78190" y="39087"/>
                  </a:cubicBezTo>
                  <a:cubicBezTo>
                    <a:pt x="78190" y="60674"/>
                    <a:pt x="60687" y="78175"/>
                    <a:pt x="39095" y="78175"/>
                  </a:cubicBezTo>
                  <a:cubicBezTo>
                    <a:pt x="17504" y="78175"/>
                    <a:pt x="0" y="60674"/>
                    <a:pt x="0" y="39087"/>
                  </a:cubicBezTo>
                  <a:cubicBezTo>
                    <a:pt x="0" y="17500"/>
                    <a:pt x="17504" y="0"/>
                    <a:pt x="390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00" name="Freeform: Shape 350"/>
            <p:cNvSpPr>
              <a:spLocks/>
            </p:cNvSpPr>
            <p:nvPr/>
          </p:nvSpPr>
          <p:spPr bwMode="auto">
            <a:xfrm>
              <a:off x="7457818" y="4206799"/>
              <a:ext cx="78167" cy="78175"/>
            </a:xfrm>
            <a:custGeom>
              <a:avLst/>
              <a:gdLst>
                <a:gd name="connsiteX0" fmla="*/ 39084 w 78167"/>
                <a:gd name="connsiteY0" fmla="*/ 0 h 78175"/>
                <a:gd name="connsiteX1" fmla="*/ 78167 w 78167"/>
                <a:gd name="connsiteY1" fmla="*/ 39087 h 78175"/>
                <a:gd name="connsiteX2" fmla="*/ 39084 w 78167"/>
                <a:gd name="connsiteY2" fmla="*/ 78175 h 78175"/>
                <a:gd name="connsiteX3" fmla="*/ 0 w 78167"/>
                <a:gd name="connsiteY3" fmla="*/ 39087 h 78175"/>
                <a:gd name="connsiteX4" fmla="*/ 39084 w 78167"/>
                <a:gd name="connsiteY4" fmla="*/ 0 h 7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67" h="78175">
                  <a:moveTo>
                    <a:pt x="39084" y="0"/>
                  </a:moveTo>
                  <a:cubicBezTo>
                    <a:pt x="60669" y="0"/>
                    <a:pt x="78167" y="17500"/>
                    <a:pt x="78167" y="39087"/>
                  </a:cubicBezTo>
                  <a:cubicBezTo>
                    <a:pt x="78167" y="60674"/>
                    <a:pt x="60669" y="78175"/>
                    <a:pt x="39084" y="78175"/>
                  </a:cubicBezTo>
                  <a:cubicBezTo>
                    <a:pt x="17498" y="78175"/>
                    <a:pt x="0" y="60674"/>
                    <a:pt x="0" y="39087"/>
                  </a:cubicBezTo>
                  <a:cubicBezTo>
                    <a:pt x="0" y="17500"/>
                    <a:pt x="17498" y="0"/>
                    <a:pt x="39084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01" name="Freeform: Shape 351"/>
            <p:cNvSpPr>
              <a:spLocks/>
            </p:cNvSpPr>
            <p:nvPr/>
          </p:nvSpPr>
          <p:spPr bwMode="auto">
            <a:xfrm>
              <a:off x="7649456" y="4206799"/>
              <a:ext cx="78184" cy="78175"/>
            </a:xfrm>
            <a:custGeom>
              <a:avLst/>
              <a:gdLst>
                <a:gd name="connsiteX0" fmla="*/ 39095 w 78184"/>
                <a:gd name="connsiteY0" fmla="*/ 0 h 78175"/>
                <a:gd name="connsiteX1" fmla="*/ 78184 w 78184"/>
                <a:gd name="connsiteY1" fmla="*/ 39087 h 78175"/>
                <a:gd name="connsiteX2" fmla="*/ 39095 w 78184"/>
                <a:gd name="connsiteY2" fmla="*/ 78175 h 78175"/>
                <a:gd name="connsiteX3" fmla="*/ 0 w 78184"/>
                <a:gd name="connsiteY3" fmla="*/ 39087 h 78175"/>
                <a:gd name="connsiteX4" fmla="*/ 39095 w 78184"/>
                <a:gd name="connsiteY4" fmla="*/ 0 h 7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84" h="78175">
                  <a:moveTo>
                    <a:pt x="39095" y="0"/>
                  </a:moveTo>
                  <a:cubicBezTo>
                    <a:pt x="60686" y="0"/>
                    <a:pt x="78184" y="17500"/>
                    <a:pt x="78184" y="39087"/>
                  </a:cubicBezTo>
                  <a:cubicBezTo>
                    <a:pt x="78184" y="60674"/>
                    <a:pt x="60686" y="78175"/>
                    <a:pt x="39095" y="78175"/>
                  </a:cubicBezTo>
                  <a:cubicBezTo>
                    <a:pt x="17504" y="78175"/>
                    <a:pt x="0" y="60674"/>
                    <a:pt x="0" y="39087"/>
                  </a:cubicBezTo>
                  <a:cubicBezTo>
                    <a:pt x="0" y="17500"/>
                    <a:pt x="17504" y="0"/>
                    <a:pt x="390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02" name="Freeform: Shape 352"/>
            <p:cNvSpPr>
              <a:spLocks/>
            </p:cNvSpPr>
            <p:nvPr/>
          </p:nvSpPr>
          <p:spPr bwMode="auto">
            <a:xfrm>
              <a:off x="9807203" y="4206799"/>
              <a:ext cx="78175" cy="78175"/>
            </a:xfrm>
            <a:custGeom>
              <a:avLst/>
              <a:gdLst>
                <a:gd name="connsiteX0" fmla="*/ 39088 w 78175"/>
                <a:gd name="connsiteY0" fmla="*/ 0 h 78175"/>
                <a:gd name="connsiteX1" fmla="*/ 78175 w 78175"/>
                <a:gd name="connsiteY1" fmla="*/ 39087 h 78175"/>
                <a:gd name="connsiteX2" fmla="*/ 39088 w 78175"/>
                <a:gd name="connsiteY2" fmla="*/ 78175 h 78175"/>
                <a:gd name="connsiteX3" fmla="*/ 0 w 78175"/>
                <a:gd name="connsiteY3" fmla="*/ 39087 h 78175"/>
                <a:gd name="connsiteX4" fmla="*/ 39088 w 78175"/>
                <a:gd name="connsiteY4" fmla="*/ 0 h 7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5" h="78175">
                  <a:moveTo>
                    <a:pt x="39088" y="0"/>
                  </a:moveTo>
                  <a:cubicBezTo>
                    <a:pt x="60675" y="0"/>
                    <a:pt x="78175" y="17500"/>
                    <a:pt x="78175" y="39087"/>
                  </a:cubicBezTo>
                  <a:cubicBezTo>
                    <a:pt x="78175" y="60674"/>
                    <a:pt x="60675" y="78175"/>
                    <a:pt x="39088" y="78175"/>
                  </a:cubicBezTo>
                  <a:cubicBezTo>
                    <a:pt x="17500" y="78175"/>
                    <a:pt x="0" y="60674"/>
                    <a:pt x="0" y="39087"/>
                  </a:cubicBezTo>
                  <a:cubicBezTo>
                    <a:pt x="0" y="17500"/>
                    <a:pt x="17500" y="0"/>
                    <a:pt x="39088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03" name="Freeform: Shape 353"/>
            <p:cNvSpPr>
              <a:spLocks/>
            </p:cNvSpPr>
            <p:nvPr/>
          </p:nvSpPr>
          <p:spPr bwMode="auto">
            <a:xfrm>
              <a:off x="9996483" y="4206799"/>
              <a:ext cx="78174" cy="78175"/>
            </a:xfrm>
            <a:custGeom>
              <a:avLst/>
              <a:gdLst>
                <a:gd name="connsiteX0" fmla="*/ 39088 w 78174"/>
                <a:gd name="connsiteY0" fmla="*/ 0 h 78175"/>
                <a:gd name="connsiteX1" fmla="*/ 78174 w 78174"/>
                <a:gd name="connsiteY1" fmla="*/ 39087 h 78175"/>
                <a:gd name="connsiteX2" fmla="*/ 39088 w 78174"/>
                <a:gd name="connsiteY2" fmla="*/ 78175 h 78175"/>
                <a:gd name="connsiteX3" fmla="*/ 0 w 78174"/>
                <a:gd name="connsiteY3" fmla="*/ 39087 h 78175"/>
                <a:gd name="connsiteX4" fmla="*/ 39088 w 78174"/>
                <a:gd name="connsiteY4" fmla="*/ 0 h 7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4" h="78175">
                  <a:moveTo>
                    <a:pt x="39088" y="0"/>
                  </a:moveTo>
                  <a:cubicBezTo>
                    <a:pt x="60675" y="0"/>
                    <a:pt x="78174" y="17500"/>
                    <a:pt x="78174" y="39087"/>
                  </a:cubicBezTo>
                  <a:cubicBezTo>
                    <a:pt x="78174" y="60674"/>
                    <a:pt x="60675" y="78175"/>
                    <a:pt x="39088" y="78175"/>
                  </a:cubicBezTo>
                  <a:cubicBezTo>
                    <a:pt x="17500" y="78175"/>
                    <a:pt x="0" y="60674"/>
                    <a:pt x="0" y="39087"/>
                  </a:cubicBezTo>
                  <a:cubicBezTo>
                    <a:pt x="0" y="17500"/>
                    <a:pt x="17500" y="0"/>
                    <a:pt x="39088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04" name="Freeform: Shape 354"/>
            <p:cNvSpPr>
              <a:spLocks/>
            </p:cNvSpPr>
            <p:nvPr/>
          </p:nvSpPr>
          <p:spPr bwMode="auto">
            <a:xfrm>
              <a:off x="10278039" y="4206799"/>
              <a:ext cx="78174" cy="78175"/>
            </a:xfrm>
            <a:custGeom>
              <a:avLst/>
              <a:gdLst>
                <a:gd name="connsiteX0" fmla="*/ 39088 w 78174"/>
                <a:gd name="connsiteY0" fmla="*/ 0 h 78175"/>
                <a:gd name="connsiteX1" fmla="*/ 78174 w 78174"/>
                <a:gd name="connsiteY1" fmla="*/ 39087 h 78175"/>
                <a:gd name="connsiteX2" fmla="*/ 39088 w 78174"/>
                <a:gd name="connsiteY2" fmla="*/ 78175 h 78175"/>
                <a:gd name="connsiteX3" fmla="*/ 0 w 78174"/>
                <a:gd name="connsiteY3" fmla="*/ 39087 h 78175"/>
                <a:gd name="connsiteX4" fmla="*/ 39088 w 78174"/>
                <a:gd name="connsiteY4" fmla="*/ 0 h 7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4" h="78175">
                  <a:moveTo>
                    <a:pt x="39088" y="0"/>
                  </a:moveTo>
                  <a:cubicBezTo>
                    <a:pt x="60675" y="0"/>
                    <a:pt x="78174" y="17500"/>
                    <a:pt x="78174" y="39087"/>
                  </a:cubicBezTo>
                  <a:cubicBezTo>
                    <a:pt x="78174" y="60674"/>
                    <a:pt x="60675" y="78175"/>
                    <a:pt x="39088" y="78175"/>
                  </a:cubicBezTo>
                  <a:cubicBezTo>
                    <a:pt x="17500" y="78175"/>
                    <a:pt x="0" y="60674"/>
                    <a:pt x="0" y="39087"/>
                  </a:cubicBezTo>
                  <a:cubicBezTo>
                    <a:pt x="0" y="17500"/>
                    <a:pt x="17500" y="0"/>
                    <a:pt x="39088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05" name="Freeform: Shape 355"/>
            <p:cNvSpPr>
              <a:spLocks/>
            </p:cNvSpPr>
            <p:nvPr/>
          </p:nvSpPr>
          <p:spPr bwMode="auto">
            <a:xfrm>
              <a:off x="6804797" y="4206800"/>
              <a:ext cx="78184" cy="78175"/>
            </a:xfrm>
            <a:custGeom>
              <a:avLst/>
              <a:gdLst>
                <a:gd name="connsiteX0" fmla="*/ 39089 w 78184"/>
                <a:gd name="connsiteY0" fmla="*/ 0 h 78175"/>
                <a:gd name="connsiteX1" fmla="*/ 78184 w 78184"/>
                <a:gd name="connsiteY1" fmla="*/ 39087 h 78175"/>
                <a:gd name="connsiteX2" fmla="*/ 39089 w 78184"/>
                <a:gd name="connsiteY2" fmla="*/ 78175 h 78175"/>
                <a:gd name="connsiteX3" fmla="*/ 0 w 78184"/>
                <a:gd name="connsiteY3" fmla="*/ 39087 h 78175"/>
                <a:gd name="connsiteX4" fmla="*/ 39089 w 78184"/>
                <a:gd name="connsiteY4" fmla="*/ 0 h 7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84" h="78175">
                  <a:moveTo>
                    <a:pt x="39089" y="0"/>
                  </a:moveTo>
                  <a:cubicBezTo>
                    <a:pt x="60672" y="0"/>
                    <a:pt x="78184" y="17500"/>
                    <a:pt x="78184" y="39087"/>
                  </a:cubicBezTo>
                  <a:cubicBezTo>
                    <a:pt x="78184" y="60674"/>
                    <a:pt x="60672" y="78175"/>
                    <a:pt x="39089" y="78175"/>
                  </a:cubicBezTo>
                  <a:cubicBezTo>
                    <a:pt x="17500" y="78175"/>
                    <a:pt x="0" y="60674"/>
                    <a:pt x="0" y="39087"/>
                  </a:cubicBezTo>
                  <a:cubicBezTo>
                    <a:pt x="0" y="17500"/>
                    <a:pt x="17500" y="0"/>
                    <a:pt x="39089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06" name="Freeform: Shape 356"/>
            <p:cNvSpPr>
              <a:spLocks/>
            </p:cNvSpPr>
            <p:nvPr/>
          </p:nvSpPr>
          <p:spPr bwMode="auto">
            <a:xfrm>
              <a:off x="8117910" y="5658497"/>
              <a:ext cx="78169" cy="78175"/>
            </a:xfrm>
            <a:custGeom>
              <a:avLst/>
              <a:gdLst>
                <a:gd name="connsiteX0" fmla="*/ 39073 w 78169"/>
                <a:gd name="connsiteY0" fmla="*/ 0 h 78175"/>
                <a:gd name="connsiteX1" fmla="*/ 78169 w 78169"/>
                <a:gd name="connsiteY1" fmla="*/ 39087 h 78175"/>
                <a:gd name="connsiteX2" fmla="*/ 39073 w 78169"/>
                <a:gd name="connsiteY2" fmla="*/ 78175 h 78175"/>
                <a:gd name="connsiteX3" fmla="*/ 0 w 78169"/>
                <a:gd name="connsiteY3" fmla="*/ 39087 h 78175"/>
                <a:gd name="connsiteX4" fmla="*/ 39073 w 78169"/>
                <a:gd name="connsiteY4" fmla="*/ 0 h 7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69" h="78175">
                  <a:moveTo>
                    <a:pt x="39073" y="0"/>
                  </a:moveTo>
                  <a:cubicBezTo>
                    <a:pt x="60660" y="0"/>
                    <a:pt x="78169" y="17500"/>
                    <a:pt x="78169" y="39087"/>
                  </a:cubicBezTo>
                  <a:cubicBezTo>
                    <a:pt x="78169" y="60674"/>
                    <a:pt x="60660" y="78175"/>
                    <a:pt x="39073" y="78175"/>
                  </a:cubicBezTo>
                  <a:cubicBezTo>
                    <a:pt x="17499" y="78175"/>
                    <a:pt x="0" y="60674"/>
                    <a:pt x="0" y="39087"/>
                  </a:cubicBezTo>
                  <a:cubicBezTo>
                    <a:pt x="0" y="17500"/>
                    <a:pt x="17499" y="0"/>
                    <a:pt x="39073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07" name="Freeform: Shape 357"/>
            <p:cNvSpPr>
              <a:spLocks/>
            </p:cNvSpPr>
            <p:nvPr/>
          </p:nvSpPr>
          <p:spPr bwMode="auto">
            <a:xfrm>
              <a:off x="7457814" y="4294342"/>
              <a:ext cx="78167" cy="78175"/>
            </a:xfrm>
            <a:custGeom>
              <a:avLst/>
              <a:gdLst>
                <a:gd name="connsiteX0" fmla="*/ 39084 w 78167"/>
                <a:gd name="connsiteY0" fmla="*/ 0 h 78175"/>
                <a:gd name="connsiteX1" fmla="*/ 78167 w 78167"/>
                <a:gd name="connsiteY1" fmla="*/ 39088 h 78175"/>
                <a:gd name="connsiteX2" fmla="*/ 39084 w 78167"/>
                <a:gd name="connsiteY2" fmla="*/ 78175 h 78175"/>
                <a:gd name="connsiteX3" fmla="*/ 0 w 78167"/>
                <a:gd name="connsiteY3" fmla="*/ 39088 h 78175"/>
                <a:gd name="connsiteX4" fmla="*/ 39084 w 78167"/>
                <a:gd name="connsiteY4" fmla="*/ 0 h 7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67" h="78175">
                  <a:moveTo>
                    <a:pt x="39084" y="0"/>
                  </a:moveTo>
                  <a:cubicBezTo>
                    <a:pt x="60669" y="0"/>
                    <a:pt x="78167" y="17500"/>
                    <a:pt x="78167" y="39088"/>
                  </a:cubicBezTo>
                  <a:cubicBezTo>
                    <a:pt x="78167" y="60675"/>
                    <a:pt x="60669" y="78175"/>
                    <a:pt x="39084" y="78175"/>
                  </a:cubicBezTo>
                  <a:cubicBezTo>
                    <a:pt x="17499" y="78175"/>
                    <a:pt x="0" y="60675"/>
                    <a:pt x="0" y="39088"/>
                  </a:cubicBezTo>
                  <a:cubicBezTo>
                    <a:pt x="0" y="17500"/>
                    <a:pt x="17499" y="0"/>
                    <a:pt x="39084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08" name="Freeform: Shape 358"/>
            <p:cNvSpPr>
              <a:spLocks/>
            </p:cNvSpPr>
            <p:nvPr/>
          </p:nvSpPr>
          <p:spPr bwMode="auto">
            <a:xfrm>
              <a:off x="8870275" y="4294342"/>
              <a:ext cx="78173" cy="78175"/>
            </a:xfrm>
            <a:custGeom>
              <a:avLst/>
              <a:gdLst>
                <a:gd name="connsiteX0" fmla="*/ 39088 w 78173"/>
                <a:gd name="connsiteY0" fmla="*/ 0 h 78175"/>
                <a:gd name="connsiteX1" fmla="*/ 78173 w 78173"/>
                <a:gd name="connsiteY1" fmla="*/ 39088 h 78175"/>
                <a:gd name="connsiteX2" fmla="*/ 39088 w 78173"/>
                <a:gd name="connsiteY2" fmla="*/ 78175 h 78175"/>
                <a:gd name="connsiteX3" fmla="*/ 0 w 78173"/>
                <a:gd name="connsiteY3" fmla="*/ 39088 h 78175"/>
                <a:gd name="connsiteX4" fmla="*/ 39088 w 78173"/>
                <a:gd name="connsiteY4" fmla="*/ 0 h 7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3" h="78175">
                  <a:moveTo>
                    <a:pt x="39088" y="0"/>
                  </a:moveTo>
                  <a:cubicBezTo>
                    <a:pt x="60677" y="0"/>
                    <a:pt x="78173" y="17500"/>
                    <a:pt x="78173" y="39088"/>
                  </a:cubicBezTo>
                  <a:cubicBezTo>
                    <a:pt x="78173" y="60675"/>
                    <a:pt x="60677" y="78175"/>
                    <a:pt x="39088" y="78175"/>
                  </a:cubicBezTo>
                  <a:cubicBezTo>
                    <a:pt x="17502" y="78175"/>
                    <a:pt x="0" y="60675"/>
                    <a:pt x="0" y="39088"/>
                  </a:cubicBezTo>
                  <a:cubicBezTo>
                    <a:pt x="0" y="17500"/>
                    <a:pt x="17502" y="0"/>
                    <a:pt x="39088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09" name="Freeform: Shape 359"/>
            <p:cNvSpPr>
              <a:spLocks/>
            </p:cNvSpPr>
            <p:nvPr/>
          </p:nvSpPr>
          <p:spPr bwMode="auto">
            <a:xfrm>
              <a:off x="9338735" y="4294342"/>
              <a:ext cx="78174" cy="78175"/>
            </a:xfrm>
            <a:custGeom>
              <a:avLst/>
              <a:gdLst>
                <a:gd name="connsiteX0" fmla="*/ 39087 w 78174"/>
                <a:gd name="connsiteY0" fmla="*/ 0 h 78175"/>
                <a:gd name="connsiteX1" fmla="*/ 78174 w 78174"/>
                <a:gd name="connsiteY1" fmla="*/ 39088 h 78175"/>
                <a:gd name="connsiteX2" fmla="*/ 39087 w 78174"/>
                <a:gd name="connsiteY2" fmla="*/ 78175 h 78175"/>
                <a:gd name="connsiteX3" fmla="*/ 0 w 78174"/>
                <a:gd name="connsiteY3" fmla="*/ 39088 h 78175"/>
                <a:gd name="connsiteX4" fmla="*/ 39087 w 78174"/>
                <a:gd name="connsiteY4" fmla="*/ 0 h 7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4" h="78175">
                  <a:moveTo>
                    <a:pt x="39087" y="0"/>
                  </a:moveTo>
                  <a:cubicBezTo>
                    <a:pt x="60674" y="0"/>
                    <a:pt x="78174" y="17500"/>
                    <a:pt x="78174" y="39088"/>
                  </a:cubicBezTo>
                  <a:cubicBezTo>
                    <a:pt x="78174" y="60675"/>
                    <a:pt x="60674" y="78175"/>
                    <a:pt x="39087" y="78175"/>
                  </a:cubicBezTo>
                  <a:cubicBezTo>
                    <a:pt x="17500" y="78175"/>
                    <a:pt x="0" y="60675"/>
                    <a:pt x="0" y="39088"/>
                  </a:cubicBezTo>
                  <a:cubicBezTo>
                    <a:pt x="0" y="17500"/>
                    <a:pt x="17500" y="0"/>
                    <a:pt x="39087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10" name="Freeform: Shape 360"/>
            <p:cNvSpPr>
              <a:spLocks/>
            </p:cNvSpPr>
            <p:nvPr/>
          </p:nvSpPr>
          <p:spPr bwMode="auto">
            <a:xfrm>
              <a:off x="9525649" y="4294342"/>
              <a:ext cx="78174" cy="78175"/>
            </a:xfrm>
            <a:custGeom>
              <a:avLst/>
              <a:gdLst>
                <a:gd name="connsiteX0" fmla="*/ 39087 w 78174"/>
                <a:gd name="connsiteY0" fmla="*/ 0 h 78175"/>
                <a:gd name="connsiteX1" fmla="*/ 78174 w 78174"/>
                <a:gd name="connsiteY1" fmla="*/ 39088 h 78175"/>
                <a:gd name="connsiteX2" fmla="*/ 39087 w 78174"/>
                <a:gd name="connsiteY2" fmla="*/ 78175 h 78175"/>
                <a:gd name="connsiteX3" fmla="*/ 0 w 78174"/>
                <a:gd name="connsiteY3" fmla="*/ 39088 h 78175"/>
                <a:gd name="connsiteX4" fmla="*/ 39087 w 78174"/>
                <a:gd name="connsiteY4" fmla="*/ 0 h 7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4" h="78175">
                  <a:moveTo>
                    <a:pt x="39087" y="0"/>
                  </a:moveTo>
                  <a:cubicBezTo>
                    <a:pt x="60674" y="0"/>
                    <a:pt x="78174" y="17500"/>
                    <a:pt x="78174" y="39088"/>
                  </a:cubicBezTo>
                  <a:cubicBezTo>
                    <a:pt x="78174" y="60675"/>
                    <a:pt x="60674" y="78175"/>
                    <a:pt x="39087" y="78175"/>
                  </a:cubicBezTo>
                  <a:cubicBezTo>
                    <a:pt x="17500" y="78175"/>
                    <a:pt x="0" y="60675"/>
                    <a:pt x="0" y="39088"/>
                  </a:cubicBezTo>
                  <a:cubicBezTo>
                    <a:pt x="0" y="17500"/>
                    <a:pt x="17500" y="0"/>
                    <a:pt x="39087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11" name="Freeform: Shape 361"/>
            <p:cNvSpPr>
              <a:spLocks/>
            </p:cNvSpPr>
            <p:nvPr/>
          </p:nvSpPr>
          <p:spPr bwMode="auto">
            <a:xfrm>
              <a:off x="9807203" y="4294342"/>
              <a:ext cx="78175" cy="78175"/>
            </a:xfrm>
            <a:custGeom>
              <a:avLst/>
              <a:gdLst>
                <a:gd name="connsiteX0" fmla="*/ 39088 w 78175"/>
                <a:gd name="connsiteY0" fmla="*/ 0 h 78175"/>
                <a:gd name="connsiteX1" fmla="*/ 78175 w 78175"/>
                <a:gd name="connsiteY1" fmla="*/ 39088 h 78175"/>
                <a:gd name="connsiteX2" fmla="*/ 39088 w 78175"/>
                <a:gd name="connsiteY2" fmla="*/ 78175 h 78175"/>
                <a:gd name="connsiteX3" fmla="*/ 0 w 78175"/>
                <a:gd name="connsiteY3" fmla="*/ 39088 h 78175"/>
                <a:gd name="connsiteX4" fmla="*/ 39088 w 78175"/>
                <a:gd name="connsiteY4" fmla="*/ 0 h 7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5" h="78175">
                  <a:moveTo>
                    <a:pt x="39088" y="0"/>
                  </a:moveTo>
                  <a:cubicBezTo>
                    <a:pt x="60675" y="0"/>
                    <a:pt x="78175" y="17500"/>
                    <a:pt x="78175" y="39088"/>
                  </a:cubicBezTo>
                  <a:cubicBezTo>
                    <a:pt x="78175" y="60675"/>
                    <a:pt x="60675" y="78175"/>
                    <a:pt x="39088" y="78175"/>
                  </a:cubicBezTo>
                  <a:cubicBezTo>
                    <a:pt x="17500" y="78175"/>
                    <a:pt x="0" y="60675"/>
                    <a:pt x="0" y="39088"/>
                  </a:cubicBezTo>
                  <a:cubicBezTo>
                    <a:pt x="0" y="17500"/>
                    <a:pt x="17500" y="0"/>
                    <a:pt x="39088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12" name="Freeform: Shape 362"/>
            <p:cNvSpPr>
              <a:spLocks/>
            </p:cNvSpPr>
            <p:nvPr/>
          </p:nvSpPr>
          <p:spPr bwMode="auto">
            <a:xfrm>
              <a:off x="10185765" y="4294342"/>
              <a:ext cx="78174" cy="78175"/>
            </a:xfrm>
            <a:custGeom>
              <a:avLst/>
              <a:gdLst>
                <a:gd name="connsiteX0" fmla="*/ 39087 w 78174"/>
                <a:gd name="connsiteY0" fmla="*/ 0 h 78175"/>
                <a:gd name="connsiteX1" fmla="*/ 78174 w 78174"/>
                <a:gd name="connsiteY1" fmla="*/ 39088 h 78175"/>
                <a:gd name="connsiteX2" fmla="*/ 39087 w 78174"/>
                <a:gd name="connsiteY2" fmla="*/ 78175 h 78175"/>
                <a:gd name="connsiteX3" fmla="*/ 0 w 78174"/>
                <a:gd name="connsiteY3" fmla="*/ 39088 h 78175"/>
                <a:gd name="connsiteX4" fmla="*/ 39087 w 78174"/>
                <a:gd name="connsiteY4" fmla="*/ 0 h 7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4" h="78175">
                  <a:moveTo>
                    <a:pt x="39087" y="0"/>
                  </a:moveTo>
                  <a:cubicBezTo>
                    <a:pt x="60674" y="0"/>
                    <a:pt x="78174" y="17500"/>
                    <a:pt x="78174" y="39088"/>
                  </a:cubicBezTo>
                  <a:cubicBezTo>
                    <a:pt x="78174" y="60675"/>
                    <a:pt x="60674" y="78175"/>
                    <a:pt x="39087" y="78175"/>
                  </a:cubicBezTo>
                  <a:cubicBezTo>
                    <a:pt x="17500" y="78175"/>
                    <a:pt x="0" y="60675"/>
                    <a:pt x="0" y="39088"/>
                  </a:cubicBezTo>
                  <a:cubicBezTo>
                    <a:pt x="0" y="17500"/>
                    <a:pt x="17500" y="0"/>
                    <a:pt x="39087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13" name="Freeform: Shape 363"/>
            <p:cNvSpPr>
              <a:spLocks/>
            </p:cNvSpPr>
            <p:nvPr/>
          </p:nvSpPr>
          <p:spPr bwMode="auto">
            <a:xfrm>
              <a:off x="10278039" y="4294342"/>
              <a:ext cx="78174" cy="78175"/>
            </a:xfrm>
            <a:custGeom>
              <a:avLst/>
              <a:gdLst>
                <a:gd name="connsiteX0" fmla="*/ 39088 w 78174"/>
                <a:gd name="connsiteY0" fmla="*/ 0 h 78175"/>
                <a:gd name="connsiteX1" fmla="*/ 78174 w 78174"/>
                <a:gd name="connsiteY1" fmla="*/ 39088 h 78175"/>
                <a:gd name="connsiteX2" fmla="*/ 39088 w 78174"/>
                <a:gd name="connsiteY2" fmla="*/ 78175 h 78175"/>
                <a:gd name="connsiteX3" fmla="*/ 0 w 78174"/>
                <a:gd name="connsiteY3" fmla="*/ 39088 h 78175"/>
                <a:gd name="connsiteX4" fmla="*/ 39088 w 78174"/>
                <a:gd name="connsiteY4" fmla="*/ 0 h 7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4" h="78175">
                  <a:moveTo>
                    <a:pt x="39088" y="0"/>
                  </a:moveTo>
                  <a:cubicBezTo>
                    <a:pt x="60675" y="0"/>
                    <a:pt x="78174" y="17500"/>
                    <a:pt x="78174" y="39088"/>
                  </a:cubicBezTo>
                  <a:cubicBezTo>
                    <a:pt x="78174" y="60675"/>
                    <a:pt x="60675" y="78175"/>
                    <a:pt x="39088" y="78175"/>
                  </a:cubicBezTo>
                  <a:cubicBezTo>
                    <a:pt x="17500" y="78175"/>
                    <a:pt x="0" y="60675"/>
                    <a:pt x="0" y="39088"/>
                  </a:cubicBezTo>
                  <a:cubicBezTo>
                    <a:pt x="0" y="17500"/>
                    <a:pt x="17500" y="0"/>
                    <a:pt x="39088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14" name="Freeform: Shape 364"/>
            <p:cNvSpPr>
              <a:spLocks/>
            </p:cNvSpPr>
            <p:nvPr/>
          </p:nvSpPr>
          <p:spPr bwMode="auto">
            <a:xfrm>
              <a:off x="10372679" y="4312209"/>
              <a:ext cx="16571" cy="50981"/>
            </a:xfrm>
            <a:custGeom>
              <a:avLst/>
              <a:gdLst>
                <a:gd name="connsiteX0" fmla="*/ 8790 w 16571"/>
                <a:gd name="connsiteY0" fmla="*/ 0 h 50981"/>
                <a:gd name="connsiteX1" fmla="*/ 16571 w 16571"/>
                <a:gd name="connsiteY1" fmla="*/ 50981 h 50981"/>
                <a:gd name="connsiteX2" fmla="*/ 11449 w 16571"/>
                <a:gd name="connsiteY2" fmla="*/ 48859 h 50981"/>
                <a:gd name="connsiteX3" fmla="*/ 0 w 16571"/>
                <a:gd name="connsiteY3" fmla="*/ 21221 h 50981"/>
                <a:gd name="connsiteX4" fmla="*/ 8790 w 16571"/>
                <a:gd name="connsiteY4" fmla="*/ 0 h 50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571" h="50981">
                  <a:moveTo>
                    <a:pt x="8790" y="0"/>
                  </a:moveTo>
                  <a:lnTo>
                    <a:pt x="16571" y="50981"/>
                  </a:lnTo>
                  <a:lnTo>
                    <a:pt x="11449" y="48859"/>
                  </a:lnTo>
                  <a:cubicBezTo>
                    <a:pt x="4375" y="41786"/>
                    <a:pt x="0" y="32014"/>
                    <a:pt x="0" y="21221"/>
                  </a:cubicBezTo>
                  <a:lnTo>
                    <a:pt x="8790" y="0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15" name="Freeform: Shape 365"/>
            <p:cNvSpPr>
              <a:spLocks/>
            </p:cNvSpPr>
            <p:nvPr/>
          </p:nvSpPr>
          <p:spPr bwMode="auto">
            <a:xfrm>
              <a:off x="6991713" y="4377151"/>
              <a:ext cx="78166" cy="78175"/>
            </a:xfrm>
            <a:custGeom>
              <a:avLst/>
              <a:gdLst>
                <a:gd name="connsiteX0" fmla="*/ 39078 w 78166"/>
                <a:gd name="connsiteY0" fmla="*/ 0 h 78175"/>
                <a:gd name="connsiteX1" fmla="*/ 78166 w 78166"/>
                <a:gd name="connsiteY1" fmla="*/ 39088 h 78175"/>
                <a:gd name="connsiteX2" fmla="*/ 39078 w 78166"/>
                <a:gd name="connsiteY2" fmla="*/ 78175 h 78175"/>
                <a:gd name="connsiteX3" fmla="*/ 0 w 78166"/>
                <a:gd name="connsiteY3" fmla="*/ 39088 h 78175"/>
                <a:gd name="connsiteX4" fmla="*/ 39078 w 78166"/>
                <a:gd name="connsiteY4" fmla="*/ 0 h 7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66" h="78175">
                  <a:moveTo>
                    <a:pt x="39078" y="0"/>
                  </a:moveTo>
                  <a:cubicBezTo>
                    <a:pt x="60666" y="0"/>
                    <a:pt x="78166" y="17500"/>
                    <a:pt x="78166" y="39088"/>
                  </a:cubicBezTo>
                  <a:cubicBezTo>
                    <a:pt x="78166" y="60674"/>
                    <a:pt x="60666" y="78175"/>
                    <a:pt x="39078" y="78175"/>
                  </a:cubicBezTo>
                  <a:cubicBezTo>
                    <a:pt x="17486" y="78175"/>
                    <a:pt x="0" y="60674"/>
                    <a:pt x="0" y="39088"/>
                  </a:cubicBezTo>
                  <a:cubicBezTo>
                    <a:pt x="0" y="17500"/>
                    <a:pt x="17486" y="0"/>
                    <a:pt x="39078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16" name="Freeform: Shape 366"/>
            <p:cNvSpPr>
              <a:spLocks/>
            </p:cNvSpPr>
            <p:nvPr/>
          </p:nvSpPr>
          <p:spPr bwMode="auto">
            <a:xfrm>
              <a:off x="9151821" y="4377151"/>
              <a:ext cx="78177" cy="78175"/>
            </a:xfrm>
            <a:custGeom>
              <a:avLst/>
              <a:gdLst>
                <a:gd name="connsiteX0" fmla="*/ 39086 w 78177"/>
                <a:gd name="connsiteY0" fmla="*/ 0 h 78175"/>
                <a:gd name="connsiteX1" fmla="*/ 78177 w 78177"/>
                <a:gd name="connsiteY1" fmla="*/ 39088 h 78175"/>
                <a:gd name="connsiteX2" fmla="*/ 39086 w 78177"/>
                <a:gd name="connsiteY2" fmla="*/ 78175 h 78175"/>
                <a:gd name="connsiteX3" fmla="*/ 0 w 78177"/>
                <a:gd name="connsiteY3" fmla="*/ 39088 h 78175"/>
                <a:gd name="connsiteX4" fmla="*/ 39086 w 78177"/>
                <a:gd name="connsiteY4" fmla="*/ 0 h 7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7" h="78175">
                  <a:moveTo>
                    <a:pt x="39086" y="0"/>
                  </a:moveTo>
                  <a:cubicBezTo>
                    <a:pt x="60675" y="0"/>
                    <a:pt x="78177" y="17500"/>
                    <a:pt x="78177" y="39088"/>
                  </a:cubicBezTo>
                  <a:cubicBezTo>
                    <a:pt x="78177" y="60674"/>
                    <a:pt x="60675" y="78175"/>
                    <a:pt x="39086" y="78175"/>
                  </a:cubicBezTo>
                  <a:cubicBezTo>
                    <a:pt x="17500" y="78175"/>
                    <a:pt x="0" y="60674"/>
                    <a:pt x="0" y="39088"/>
                  </a:cubicBezTo>
                  <a:cubicBezTo>
                    <a:pt x="0" y="17500"/>
                    <a:pt x="17500" y="0"/>
                    <a:pt x="39086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17" name="Freeform: Shape 367"/>
            <p:cNvSpPr>
              <a:spLocks/>
            </p:cNvSpPr>
            <p:nvPr/>
          </p:nvSpPr>
          <p:spPr bwMode="auto">
            <a:xfrm>
              <a:off x="9244101" y="4377151"/>
              <a:ext cx="78167" cy="78175"/>
            </a:xfrm>
            <a:custGeom>
              <a:avLst/>
              <a:gdLst>
                <a:gd name="connsiteX0" fmla="*/ 39094 w 78167"/>
                <a:gd name="connsiteY0" fmla="*/ 0 h 78175"/>
                <a:gd name="connsiteX1" fmla="*/ 78167 w 78167"/>
                <a:gd name="connsiteY1" fmla="*/ 39088 h 78175"/>
                <a:gd name="connsiteX2" fmla="*/ 39094 w 78167"/>
                <a:gd name="connsiteY2" fmla="*/ 78175 h 78175"/>
                <a:gd name="connsiteX3" fmla="*/ 0 w 78167"/>
                <a:gd name="connsiteY3" fmla="*/ 39088 h 78175"/>
                <a:gd name="connsiteX4" fmla="*/ 39094 w 78167"/>
                <a:gd name="connsiteY4" fmla="*/ 0 h 7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67" h="78175">
                  <a:moveTo>
                    <a:pt x="39094" y="0"/>
                  </a:moveTo>
                  <a:cubicBezTo>
                    <a:pt x="60667" y="0"/>
                    <a:pt x="78167" y="17500"/>
                    <a:pt x="78167" y="39088"/>
                  </a:cubicBezTo>
                  <a:cubicBezTo>
                    <a:pt x="78167" y="60674"/>
                    <a:pt x="60667" y="78175"/>
                    <a:pt x="39094" y="78175"/>
                  </a:cubicBezTo>
                  <a:cubicBezTo>
                    <a:pt x="17502" y="78175"/>
                    <a:pt x="0" y="60674"/>
                    <a:pt x="0" y="39088"/>
                  </a:cubicBezTo>
                  <a:cubicBezTo>
                    <a:pt x="0" y="17500"/>
                    <a:pt x="17502" y="0"/>
                    <a:pt x="39094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18" name="Freeform: Shape 368"/>
            <p:cNvSpPr>
              <a:spLocks/>
            </p:cNvSpPr>
            <p:nvPr/>
          </p:nvSpPr>
          <p:spPr bwMode="auto">
            <a:xfrm>
              <a:off x="7083978" y="4462328"/>
              <a:ext cx="78186" cy="78175"/>
            </a:xfrm>
            <a:custGeom>
              <a:avLst/>
              <a:gdLst>
                <a:gd name="connsiteX0" fmla="*/ 39093 w 78186"/>
                <a:gd name="connsiteY0" fmla="*/ 0 h 78175"/>
                <a:gd name="connsiteX1" fmla="*/ 78186 w 78186"/>
                <a:gd name="connsiteY1" fmla="*/ 39087 h 78175"/>
                <a:gd name="connsiteX2" fmla="*/ 39093 w 78186"/>
                <a:gd name="connsiteY2" fmla="*/ 78175 h 78175"/>
                <a:gd name="connsiteX3" fmla="*/ 0 w 78186"/>
                <a:gd name="connsiteY3" fmla="*/ 39087 h 78175"/>
                <a:gd name="connsiteX4" fmla="*/ 39093 w 78186"/>
                <a:gd name="connsiteY4" fmla="*/ 0 h 7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86" h="78175">
                  <a:moveTo>
                    <a:pt x="39093" y="0"/>
                  </a:moveTo>
                  <a:cubicBezTo>
                    <a:pt x="60685" y="0"/>
                    <a:pt x="78186" y="17500"/>
                    <a:pt x="78186" y="39087"/>
                  </a:cubicBezTo>
                  <a:cubicBezTo>
                    <a:pt x="78186" y="60675"/>
                    <a:pt x="60685" y="78175"/>
                    <a:pt x="39093" y="78175"/>
                  </a:cubicBezTo>
                  <a:cubicBezTo>
                    <a:pt x="17503" y="78175"/>
                    <a:pt x="0" y="60675"/>
                    <a:pt x="0" y="39087"/>
                  </a:cubicBezTo>
                  <a:cubicBezTo>
                    <a:pt x="0" y="17500"/>
                    <a:pt x="17503" y="0"/>
                    <a:pt x="39093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19" name="Freeform: Shape 369"/>
            <p:cNvSpPr>
              <a:spLocks/>
            </p:cNvSpPr>
            <p:nvPr/>
          </p:nvSpPr>
          <p:spPr bwMode="auto">
            <a:xfrm>
              <a:off x="7270908" y="4462328"/>
              <a:ext cx="78169" cy="78173"/>
            </a:xfrm>
            <a:custGeom>
              <a:avLst/>
              <a:gdLst>
                <a:gd name="connsiteX0" fmla="*/ 39085 w 78169"/>
                <a:gd name="connsiteY0" fmla="*/ 0 h 78173"/>
                <a:gd name="connsiteX1" fmla="*/ 78169 w 78169"/>
                <a:gd name="connsiteY1" fmla="*/ 39086 h 78173"/>
                <a:gd name="connsiteX2" fmla="*/ 39085 w 78169"/>
                <a:gd name="connsiteY2" fmla="*/ 78173 h 78173"/>
                <a:gd name="connsiteX3" fmla="*/ 0 w 78169"/>
                <a:gd name="connsiteY3" fmla="*/ 39086 h 78173"/>
                <a:gd name="connsiteX4" fmla="*/ 39085 w 78169"/>
                <a:gd name="connsiteY4" fmla="*/ 0 h 7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69" h="78173">
                  <a:moveTo>
                    <a:pt x="39085" y="0"/>
                  </a:moveTo>
                  <a:cubicBezTo>
                    <a:pt x="60671" y="0"/>
                    <a:pt x="78169" y="17499"/>
                    <a:pt x="78169" y="39086"/>
                  </a:cubicBezTo>
                  <a:cubicBezTo>
                    <a:pt x="78169" y="60674"/>
                    <a:pt x="60671" y="78173"/>
                    <a:pt x="39085" y="78173"/>
                  </a:cubicBezTo>
                  <a:cubicBezTo>
                    <a:pt x="17496" y="78173"/>
                    <a:pt x="0" y="60674"/>
                    <a:pt x="0" y="39086"/>
                  </a:cubicBezTo>
                  <a:cubicBezTo>
                    <a:pt x="0" y="17499"/>
                    <a:pt x="17496" y="0"/>
                    <a:pt x="3908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20" name="Freeform: Shape 370"/>
            <p:cNvSpPr>
              <a:spLocks/>
            </p:cNvSpPr>
            <p:nvPr/>
          </p:nvSpPr>
          <p:spPr bwMode="auto">
            <a:xfrm>
              <a:off x="9244101" y="4462328"/>
              <a:ext cx="78167" cy="78173"/>
            </a:xfrm>
            <a:custGeom>
              <a:avLst/>
              <a:gdLst>
                <a:gd name="connsiteX0" fmla="*/ 39092 w 78167"/>
                <a:gd name="connsiteY0" fmla="*/ 0 h 78173"/>
                <a:gd name="connsiteX1" fmla="*/ 78167 w 78167"/>
                <a:gd name="connsiteY1" fmla="*/ 39086 h 78173"/>
                <a:gd name="connsiteX2" fmla="*/ 39092 w 78167"/>
                <a:gd name="connsiteY2" fmla="*/ 78173 h 78173"/>
                <a:gd name="connsiteX3" fmla="*/ 0 w 78167"/>
                <a:gd name="connsiteY3" fmla="*/ 39086 h 78173"/>
                <a:gd name="connsiteX4" fmla="*/ 39092 w 78167"/>
                <a:gd name="connsiteY4" fmla="*/ 0 h 7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67" h="78173">
                  <a:moveTo>
                    <a:pt x="39092" y="0"/>
                  </a:moveTo>
                  <a:cubicBezTo>
                    <a:pt x="60667" y="0"/>
                    <a:pt x="78167" y="17499"/>
                    <a:pt x="78167" y="39086"/>
                  </a:cubicBezTo>
                  <a:cubicBezTo>
                    <a:pt x="78167" y="60674"/>
                    <a:pt x="60667" y="78173"/>
                    <a:pt x="39092" y="78173"/>
                  </a:cubicBezTo>
                  <a:cubicBezTo>
                    <a:pt x="17502" y="78173"/>
                    <a:pt x="0" y="60674"/>
                    <a:pt x="0" y="39086"/>
                  </a:cubicBezTo>
                  <a:cubicBezTo>
                    <a:pt x="0" y="17499"/>
                    <a:pt x="17502" y="0"/>
                    <a:pt x="39092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21" name="Freeform: Shape 371"/>
            <p:cNvSpPr>
              <a:spLocks/>
            </p:cNvSpPr>
            <p:nvPr/>
          </p:nvSpPr>
          <p:spPr bwMode="auto">
            <a:xfrm>
              <a:off x="9525649" y="4462328"/>
              <a:ext cx="78174" cy="78173"/>
            </a:xfrm>
            <a:custGeom>
              <a:avLst/>
              <a:gdLst>
                <a:gd name="connsiteX0" fmla="*/ 39087 w 78174"/>
                <a:gd name="connsiteY0" fmla="*/ 0 h 78173"/>
                <a:gd name="connsiteX1" fmla="*/ 78174 w 78174"/>
                <a:gd name="connsiteY1" fmla="*/ 39086 h 78173"/>
                <a:gd name="connsiteX2" fmla="*/ 39087 w 78174"/>
                <a:gd name="connsiteY2" fmla="*/ 78173 h 78173"/>
                <a:gd name="connsiteX3" fmla="*/ 0 w 78174"/>
                <a:gd name="connsiteY3" fmla="*/ 39086 h 78173"/>
                <a:gd name="connsiteX4" fmla="*/ 39087 w 78174"/>
                <a:gd name="connsiteY4" fmla="*/ 0 h 7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4" h="78173">
                  <a:moveTo>
                    <a:pt x="39087" y="0"/>
                  </a:moveTo>
                  <a:cubicBezTo>
                    <a:pt x="60674" y="0"/>
                    <a:pt x="78174" y="17499"/>
                    <a:pt x="78174" y="39086"/>
                  </a:cubicBezTo>
                  <a:cubicBezTo>
                    <a:pt x="78174" y="60674"/>
                    <a:pt x="60674" y="78173"/>
                    <a:pt x="39087" y="78173"/>
                  </a:cubicBezTo>
                  <a:cubicBezTo>
                    <a:pt x="17500" y="78173"/>
                    <a:pt x="0" y="60674"/>
                    <a:pt x="0" y="39086"/>
                  </a:cubicBezTo>
                  <a:cubicBezTo>
                    <a:pt x="0" y="17499"/>
                    <a:pt x="17500" y="0"/>
                    <a:pt x="39087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22" name="Freeform: Shape 372"/>
            <p:cNvSpPr>
              <a:spLocks/>
            </p:cNvSpPr>
            <p:nvPr/>
          </p:nvSpPr>
          <p:spPr bwMode="auto">
            <a:xfrm>
              <a:off x="10091123" y="4462328"/>
              <a:ext cx="78174" cy="78175"/>
            </a:xfrm>
            <a:custGeom>
              <a:avLst/>
              <a:gdLst>
                <a:gd name="connsiteX0" fmla="*/ 39088 w 78174"/>
                <a:gd name="connsiteY0" fmla="*/ 0 h 78175"/>
                <a:gd name="connsiteX1" fmla="*/ 78174 w 78174"/>
                <a:gd name="connsiteY1" fmla="*/ 39087 h 78175"/>
                <a:gd name="connsiteX2" fmla="*/ 39088 w 78174"/>
                <a:gd name="connsiteY2" fmla="*/ 78175 h 78175"/>
                <a:gd name="connsiteX3" fmla="*/ 0 w 78174"/>
                <a:gd name="connsiteY3" fmla="*/ 39087 h 78175"/>
                <a:gd name="connsiteX4" fmla="*/ 39088 w 78174"/>
                <a:gd name="connsiteY4" fmla="*/ 0 h 7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4" h="78175">
                  <a:moveTo>
                    <a:pt x="39088" y="0"/>
                  </a:moveTo>
                  <a:cubicBezTo>
                    <a:pt x="60675" y="0"/>
                    <a:pt x="78174" y="17500"/>
                    <a:pt x="78174" y="39087"/>
                  </a:cubicBezTo>
                  <a:cubicBezTo>
                    <a:pt x="78174" y="60675"/>
                    <a:pt x="60675" y="78175"/>
                    <a:pt x="39088" y="78175"/>
                  </a:cubicBezTo>
                  <a:cubicBezTo>
                    <a:pt x="17500" y="78175"/>
                    <a:pt x="0" y="60675"/>
                    <a:pt x="0" y="39087"/>
                  </a:cubicBezTo>
                  <a:cubicBezTo>
                    <a:pt x="0" y="17500"/>
                    <a:pt x="17500" y="0"/>
                    <a:pt x="39088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23" name="Freeform: Shape 373"/>
            <p:cNvSpPr>
              <a:spLocks/>
            </p:cNvSpPr>
            <p:nvPr/>
          </p:nvSpPr>
          <p:spPr bwMode="auto">
            <a:xfrm>
              <a:off x="10185763" y="4462328"/>
              <a:ext cx="78174" cy="78173"/>
            </a:xfrm>
            <a:custGeom>
              <a:avLst/>
              <a:gdLst>
                <a:gd name="connsiteX0" fmla="*/ 39088 w 78174"/>
                <a:gd name="connsiteY0" fmla="*/ 0 h 78173"/>
                <a:gd name="connsiteX1" fmla="*/ 78174 w 78174"/>
                <a:gd name="connsiteY1" fmla="*/ 39086 h 78173"/>
                <a:gd name="connsiteX2" fmla="*/ 39088 w 78174"/>
                <a:gd name="connsiteY2" fmla="*/ 78173 h 78173"/>
                <a:gd name="connsiteX3" fmla="*/ 0 w 78174"/>
                <a:gd name="connsiteY3" fmla="*/ 39086 h 78173"/>
                <a:gd name="connsiteX4" fmla="*/ 39088 w 78174"/>
                <a:gd name="connsiteY4" fmla="*/ 0 h 7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4" h="78173">
                  <a:moveTo>
                    <a:pt x="39088" y="0"/>
                  </a:moveTo>
                  <a:cubicBezTo>
                    <a:pt x="60675" y="0"/>
                    <a:pt x="78174" y="17499"/>
                    <a:pt x="78174" y="39086"/>
                  </a:cubicBezTo>
                  <a:cubicBezTo>
                    <a:pt x="78174" y="60674"/>
                    <a:pt x="60675" y="78173"/>
                    <a:pt x="39088" y="78173"/>
                  </a:cubicBezTo>
                  <a:cubicBezTo>
                    <a:pt x="17500" y="78173"/>
                    <a:pt x="0" y="60674"/>
                    <a:pt x="0" y="39086"/>
                  </a:cubicBezTo>
                  <a:cubicBezTo>
                    <a:pt x="0" y="17499"/>
                    <a:pt x="17500" y="0"/>
                    <a:pt x="39088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24" name="Freeform: Shape 374"/>
            <p:cNvSpPr>
              <a:spLocks/>
            </p:cNvSpPr>
            <p:nvPr/>
          </p:nvSpPr>
          <p:spPr bwMode="auto">
            <a:xfrm>
              <a:off x="10372678" y="4467079"/>
              <a:ext cx="31157" cy="70138"/>
            </a:xfrm>
            <a:custGeom>
              <a:avLst/>
              <a:gdLst>
                <a:gd name="connsiteX0" fmla="*/ 27616 w 31157"/>
                <a:gd name="connsiteY0" fmla="*/ 0 h 70138"/>
                <a:gd name="connsiteX1" fmla="*/ 31157 w 31157"/>
                <a:gd name="connsiteY1" fmla="*/ 70138 h 70138"/>
                <a:gd name="connsiteX2" fmla="*/ 11448 w 31157"/>
                <a:gd name="connsiteY2" fmla="*/ 61974 h 70138"/>
                <a:gd name="connsiteX3" fmla="*/ 0 w 31157"/>
                <a:gd name="connsiteY3" fmla="*/ 34335 h 70138"/>
                <a:gd name="connsiteX4" fmla="*/ 11448 w 31157"/>
                <a:gd name="connsiteY4" fmla="*/ 6697 h 70138"/>
                <a:gd name="connsiteX5" fmla="*/ 27616 w 31157"/>
                <a:gd name="connsiteY5" fmla="*/ 0 h 70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1157" h="70138">
                  <a:moveTo>
                    <a:pt x="27616" y="0"/>
                  </a:moveTo>
                  <a:lnTo>
                    <a:pt x="31157" y="70138"/>
                  </a:lnTo>
                  <a:lnTo>
                    <a:pt x="11448" y="61974"/>
                  </a:lnTo>
                  <a:cubicBezTo>
                    <a:pt x="4375" y="54901"/>
                    <a:pt x="0" y="45129"/>
                    <a:pt x="0" y="34335"/>
                  </a:cubicBezTo>
                  <a:cubicBezTo>
                    <a:pt x="0" y="23542"/>
                    <a:pt x="4375" y="13770"/>
                    <a:pt x="11448" y="6697"/>
                  </a:cubicBezTo>
                  <a:lnTo>
                    <a:pt x="27616" y="0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25" name="Freeform: Shape 375"/>
            <p:cNvSpPr>
              <a:spLocks/>
            </p:cNvSpPr>
            <p:nvPr/>
          </p:nvSpPr>
          <p:spPr bwMode="auto">
            <a:xfrm>
              <a:off x="8964914" y="4547501"/>
              <a:ext cx="78172" cy="78174"/>
            </a:xfrm>
            <a:custGeom>
              <a:avLst/>
              <a:gdLst>
                <a:gd name="connsiteX0" fmla="*/ 39084 w 78172"/>
                <a:gd name="connsiteY0" fmla="*/ 0 h 78174"/>
                <a:gd name="connsiteX1" fmla="*/ 78172 w 78172"/>
                <a:gd name="connsiteY1" fmla="*/ 39088 h 78174"/>
                <a:gd name="connsiteX2" fmla="*/ 39084 w 78172"/>
                <a:gd name="connsiteY2" fmla="*/ 78174 h 78174"/>
                <a:gd name="connsiteX3" fmla="*/ 0 w 78172"/>
                <a:gd name="connsiteY3" fmla="*/ 39088 h 78174"/>
                <a:gd name="connsiteX4" fmla="*/ 39084 w 78172"/>
                <a:gd name="connsiteY4" fmla="*/ 0 h 7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2" h="78174">
                  <a:moveTo>
                    <a:pt x="39084" y="0"/>
                  </a:moveTo>
                  <a:cubicBezTo>
                    <a:pt x="60673" y="0"/>
                    <a:pt x="78172" y="17500"/>
                    <a:pt x="78172" y="39088"/>
                  </a:cubicBezTo>
                  <a:cubicBezTo>
                    <a:pt x="78172" y="60675"/>
                    <a:pt x="60673" y="78174"/>
                    <a:pt x="39084" y="78174"/>
                  </a:cubicBezTo>
                  <a:cubicBezTo>
                    <a:pt x="17503" y="78174"/>
                    <a:pt x="0" y="60675"/>
                    <a:pt x="0" y="39088"/>
                  </a:cubicBezTo>
                  <a:cubicBezTo>
                    <a:pt x="0" y="17500"/>
                    <a:pt x="17503" y="0"/>
                    <a:pt x="39084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26" name="Freeform: Shape 376"/>
            <p:cNvSpPr>
              <a:spLocks/>
            </p:cNvSpPr>
            <p:nvPr/>
          </p:nvSpPr>
          <p:spPr bwMode="auto">
            <a:xfrm>
              <a:off x="9338735" y="4547501"/>
              <a:ext cx="78174" cy="78174"/>
            </a:xfrm>
            <a:custGeom>
              <a:avLst/>
              <a:gdLst>
                <a:gd name="connsiteX0" fmla="*/ 39087 w 78174"/>
                <a:gd name="connsiteY0" fmla="*/ 0 h 78174"/>
                <a:gd name="connsiteX1" fmla="*/ 78174 w 78174"/>
                <a:gd name="connsiteY1" fmla="*/ 39088 h 78174"/>
                <a:gd name="connsiteX2" fmla="*/ 39087 w 78174"/>
                <a:gd name="connsiteY2" fmla="*/ 78174 h 78174"/>
                <a:gd name="connsiteX3" fmla="*/ 0 w 78174"/>
                <a:gd name="connsiteY3" fmla="*/ 39088 h 78174"/>
                <a:gd name="connsiteX4" fmla="*/ 39087 w 78174"/>
                <a:gd name="connsiteY4" fmla="*/ 0 h 7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4" h="78174">
                  <a:moveTo>
                    <a:pt x="39087" y="0"/>
                  </a:moveTo>
                  <a:cubicBezTo>
                    <a:pt x="60674" y="0"/>
                    <a:pt x="78174" y="17500"/>
                    <a:pt x="78174" y="39088"/>
                  </a:cubicBezTo>
                  <a:cubicBezTo>
                    <a:pt x="78174" y="60675"/>
                    <a:pt x="60674" y="78174"/>
                    <a:pt x="39087" y="78174"/>
                  </a:cubicBezTo>
                  <a:cubicBezTo>
                    <a:pt x="17500" y="78174"/>
                    <a:pt x="0" y="60675"/>
                    <a:pt x="0" y="39088"/>
                  </a:cubicBezTo>
                  <a:cubicBezTo>
                    <a:pt x="0" y="17500"/>
                    <a:pt x="17500" y="0"/>
                    <a:pt x="39087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27" name="Freeform: Shape 377"/>
            <p:cNvSpPr>
              <a:spLocks/>
            </p:cNvSpPr>
            <p:nvPr/>
          </p:nvSpPr>
          <p:spPr bwMode="auto">
            <a:xfrm>
              <a:off x="10278039" y="4547501"/>
              <a:ext cx="78174" cy="78174"/>
            </a:xfrm>
            <a:custGeom>
              <a:avLst/>
              <a:gdLst>
                <a:gd name="connsiteX0" fmla="*/ 39088 w 78174"/>
                <a:gd name="connsiteY0" fmla="*/ 0 h 78174"/>
                <a:gd name="connsiteX1" fmla="*/ 78174 w 78174"/>
                <a:gd name="connsiteY1" fmla="*/ 39088 h 78174"/>
                <a:gd name="connsiteX2" fmla="*/ 39088 w 78174"/>
                <a:gd name="connsiteY2" fmla="*/ 78174 h 78174"/>
                <a:gd name="connsiteX3" fmla="*/ 0 w 78174"/>
                <a:gd name="connsiteY3" fmla="*/ 39088 h 78174"/>
                <a:gd name="connsiteX4" fmla="*/ 39088 w 78174"/>
                <a:gd name="connsiteY4" fmla="*/ 0 h 7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4" h="78174">
                  <a:moveTo>
                    <a:pt x="39088" y="0"/>
                  </a:moveTo>
                  <a:cubicBezTo>
                    <a:pt x="60675" y="0"/>
                    <a:pt x="78174" y="17500"/>
                    <a:pt x="78174" y="39088"/>
                  </a:cubicBezTo>
                  <a:cubicBezTo>
                    <a:pt x="78174" y="60675"/>
                    <a:pt x="60675" y="78174"/>
                    <a:pt x="39088" y="78174"/>
                  </a:cubicBezTo>
                  <a:cubicBezTo>
                    <a:pt x="17500" y="78174"/>
                    <a:pt x="0" y="60675"/>
                    <a:pt x="0" y="39088"/>
                  </a:cubicBezTo>
                  <a:cubicBezTo>
                    <a:pt x="0" y="17500"/>
                    <a:pt x="17500" y="0"/>
                    <a:pt x="39088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28" name="Freeform: Shape 378"/>
            <p:cNvSpPr>
              <a:spLocks/>
            </p:cNvSpPr>
            <p:nvPr/>
          </p:nvSpPr>
          <p:spPr bwMode="auto">
            <a:xfrm>
              <a:off x="10372679" y="4550510"/>
              <a:ext cx="35528" cy="73683"/>
            </a:xfrm>
            <a:custGeom>
              <a:avLst/>
              <a:gdLst>
                <a:gd name="connsiteX0" fmla="*/ 31827 w 35528"/>
                <a:gd name="connsiteY0" fmla="*/ 0 h 73683"/>
                <a:gd name="connsiteX1" fmla="*/ 35528 w 35528"/>
                <a:gd name="connsiteY1" fmla="*/ 73284 h 73683"/>
                <a:gd name="connsiteX2" fmla="*/ 35508 w 35528"/>
                <a:gd name="connsiteY2" fmla="*/ 73683 h 73683"/>
                <a:gd name="connsiteX3" fmla="*/ 11449 w 35528"/>
                <a:gd name="connsiteY3" fmla="*/ 63718 h 73683"/>
                <a:gd name="connsiteX4" fmla="*/ 0 w 35528"/>
                <a:gd name="connsiteY4" fmla="*/ 36080 h 73683"/>
                <a:gd name="connsiteX5" fmla="*/ 11449 w 35528"/>
                <a:gd name="connsiteY5" fmla="*/ 8441 h 73683"/>
                <a:gd name="connsiteX6" fmla="*/ 31827 w 35528"/>
                <a:gd name="connsiteY6" fmla="*/ 0 h 73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528" h="73683">
                  <a:moveTo>
                    <a:pt x="31827" y="0"/>
                  </a:moveTo>
                  <a:lnTo>
                    <a:pt x="35528" y="73284"/>
                  </a:lnTo>
                  <a:lnTo>
                    <a:pt x="35508" y="73683"/>
                  </a:lnTo>
                  <a:lnTo>
                    <a:pt x="11449" y="63718"/>
                  </a:lnTo>
                  <a:cubicBezTo>
                    <a:pt x="4375" y="56645"/>
                    <a:pt x="0" y="46874"/>
                    <a:pt x="0" y="36080"/>
                  </a:cubicBezTo>
                  <a:cubicBezTo>
                    <a:pt x="0" y="25286"/>
                    <a:pt x="4375" y="15514"/>
                    <a:pt x="11449" y="8441"/>
                  </a:cubicBezTo>
                  <a:lnTo>
                    <a:pt x="31827" y="0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29" name="Freeform: Shape 379"/>
            <p:cNvSpPr>
              <a:spLocks/>
            </p:cNvSpPr>
            <p:nvPr/>
          </p:nvSpPr>
          <p:spPr bwMode="auto">
            <a:xfrm>
              <a:off x="6991701" y="4635044"/>
              <a:ext cx="78168" cy="78174"/>
            </a:xfrm>
            <a:custGeom>
              <a:avLst/>
              <a:gdLst>
                <a:gd name="connsiteX0" fmla="*/ 39080 w 78168"/>
                <a:gd name="connsiteY0" fmla="*/ 0 h 78174"/>
                <a:gd name="connsiteX1" fmla="*/ 78168 w 78168"/>
                <a:gd name="connsiteY1" fmla="*/ 39087 h 78174"/>
                <a:gd name="connsiteX2" fmla="*/ 39080 w 78168"/>
                <a:gd name="connsiteY2" fmla="*/ 78174 h 78174"/>
                <a:gd name="connsiteX3" fmla="*/ 0 w 78168"/>
                <a:gd name="connsiteY3" fmla="*/ 39087 h 78174"/>
                <a:gd name="connsiteX4" fmla="*/ 39080 w 78168"/>
                <a:gd name="connsiteY4" fmla="*/ 0 h 7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68" h="78174">
                  <a:moveTo>
                    <a:pt x="39080" y="0"/>
                  </a:moveTo>
                  <a:cubicBezTo>
                    <a:pt x="60670" y="0"/>
                    <a:pt x="78168" y="17499"/>
                    <a:pt x="78168" y="39087"/>
                  </a:cubicBezTo>
                  <a:cubicBezTo>
                    <a:pt x="78168" y="60674"/>
                    <a:pt x="60670" y="78174"/>
                    <a:pt x="39080" y="78174"/>
                  </a:cubicBezTo>
                  <a:cubicBezTo>
                    <a:pt x="17490" y="78174"/>
                    <a:pt x="0" y="60674"/>
                    <a:pt x="0" y="39087"/>
                  </a:cubicBezTo>
                  <a:cubicBezTo>
                    <a:pt x="0" y="17499"/>
                    <a:pt x="17490" y="0"/>
                    <a:pt x="39080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30" name="Freeform: Shape 380"/>
            <p:cNvSpPr>
              <a:spLocks/>
            </p:cNvSpPr>
            <p:nvPr/>
          </p:nvSpPr>
          <p:spPr bwMode="auto">
            <a:xfrm>
              <a:off x="9151821" y="4635045"/>
              <a:ext cx="78176" cy="78175"/>
            </a:xfrm>
            <a:custGeom>
              <a:avLst/>
              <a:gdLst>
                <a:gd name="connsiteX0" fmla="*/ 39086 w 78176"/>
                <a:gd name="connsiteY0" fmla="*/ 0 h 78175"/>
                <a:gd name="connsiteX1" fmla="*/ 78176 w 78176"/>
                <a:gd name="connsiteY1" fmla="*/ 39087 h 78175"/>
                <a:gd name="connsiteX2" fmla="*/ 39086 w 78176"/>
                <a:gd name="connsiteY2" fmla="*/ 78175 h 78175"/>
                <a:gd name="connsiteX3" fmla="*/ 0 w 78176"/>
                <a:gd name="connsiteY3" fmla="*/ 39087 h 78175"/>
                <a:gd name="connsiteX4" fmla="*/ 39086 w 78176"/>
                <a:gd name="connsiteY4" fmla="*/ 0 h 7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6" h="78175">
                  <a:moveTo>
                    <a:pt x="39086" y="0"/>
                  </a:moveTo>
                  <a:cubicBezTo>
                    <a:pt x="60674" y="0"/>
                    <a:pt x="78176" y="17500"/>
                    <a:pt x="78176" y="39087"/>
                  </a:cubicBezTo>
                  <a:cubicBezTo>
                    <a:pt x="78176" y="60674"/>
                    <a:pt x="60674" y="78175"/>
                    <a:pt x="39086" y="78175"/>
                  </a:cubicBezTo>
                  <a:cubicBezTo>
                    <a:pt x="17500" y="78175"/>
                    <a:pt x="0" y="60674"/>
                    <a:pt x="0" y="39087"/>
                  </a:cubicBezTo>
                  <a:cubicBezTo>
                    <a:pt x="0" y="17500"/>
                    <a:pt x="17500" y="0"/>
                    <a:pt x="39086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31" name="Freeform: Shape 381"/>
            <p:cNvSpPr>
              <a:spLocks/>
            </p:cNvSpPr>
            <p:nvPr/>
          </p:nvSpPr>
          <p:spPr bwMode="auto">
            <a:xfrm>
              <a:off x="9617922" y="4635045"/>
              <a:ext cx="78175" cy="78175"/>
            </a:xfrm>
            <a:custGeom>
              <a:avLst/>
              <a:gdLst>
                <a:gd name="connsiteX0" fmla="*/ 39087 w 78175"/>
                <a:gd name="connsiteY0" fmla="*/ 0 h 78175"/>
                <a:gd name="connsiteX1" fmla="*/ 78175 w 78175"/>
                <a:gd name="connsiteY1" fmla="*/ 39087 h 78175"/>
                <a:gd name="connsiteX2" fmla="*/ 39087 w 78175"/>
                <a:gd name="connsiteY2" fmla="*/ 78175 h 78175"/>
                <a:gd name="connsiteX3" fmla="*/ 0 w 78175"/>
                <a:gd name="connsiteY3" fmla="*/ 39087 h 78175"/>
                <a:gd name="connsiteX4" fmla="*/ 39087 w 78175"/>
                <a:gd name="connsiteY4" fmla="*/ 0 h 7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5" h="78175">
                  <a:moveTo>
                    <a:pt x="39087" y="0"/>
                  </a:moveTo>
                  <a:cubicBezTo>
                    <a:pt x="60675" y="0"/>
                    <a:pt x="78175" y="17500"/>
                    <a:pt x="78175" y="39087"/>
                  </a:cubicBezTo>
                  <a:cubicBezTo>
                    <a:pt x="78175" y="60674"/>
                    <a:pt x="60675" y="78175"/>
                    <a:pt x="39087" y="78175"/>
                  </a:cubicBezTo>
                  <a:cubicBezTo>
                    <a:pt x="17500" y="78175"/>
                    <a:pt x="0" y="60674"/>
                    <a:pt x="0" y="39087"/>
                  </a:cubicBezTo>
                  <a:cubicBezTo>
                    <a:pt x="0" y="17500"/>
                    <a:pt x="17500" y="0"/>
                    <a:pt x="39087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32" name="Freeform: Shape 382"/>
            <p:cNvSpPr>
              <a:spLocks/>
            </p:cNvSpPr>
            <p:nvPr/>
          </p:nvSpPr>
          <p:spPr bwMode="auto">
            <a:xfrm>
              <a:off x="9899478" y="4635044"/>
              <a:ext cx="78175" cy="78174"/>
            </a:xfrm>
            <a:custGeom>
              <a:avLst/>
              <a:gdLst>
                <a:gd name="connsiteX0" fmla="*/ 39087 w 78175"/>
                <a:gd name="connsiteY0" fmla="*/ 0 h 78174"/>
                <a:gd name="connsiteX1" fmla="*/ 78175 w 78175"/>
                <a:gd name="connsiteY1" fmla="*/ 39087 h 78174"/>
                <a:gd name="connsiteX2" fmla="*/ 39087 w 78175"/>
                <a:gd name="connsiteY2" fmla="*/ 78174 h 78174"/>
                <a:gd name="connsiteX3" fmla="*/ 0 w 78175"/>
                <a:gd name="connsiteY3" fmla="*/ 39087 h 78174"/>
                <a:gd name="connsiteX4" fmla="*/ 39087 w 78175"/>
                <a:gd name="connsiteY4" fmla="*/ 0 h 7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5" h="78174">
                  <a:moveTo>
                    <a:pt x="39087" y="0"/>
                  </a:moveTo>
                  <a:cubicBezTo>
                    <a:pt x="60675" y="0"/>
                    <a:pt x="78175" y="17499"/>
                    <a:pt x="78175" y="39087"/>
                  </a:cubicBezTo>
                  <a:cubicBezTo>
                    <a:pt x="78175" y="60674"/>
                    <a:pt x="60675" y="78174"/>
                    <a:pt x="39087" y="78174"/>
                  </a:cubicBezTo>
                  <a:cubicBezTo>
                    <a:pt x="17500" y="78174"/>
                    <a:pt x="0" y="60674"/>
                    <a:pt x="0" y="39087"/>
                  </a:cubicBezTo>
                  <a:cubicBezTo>
                    <a:pt x="0" y="17499"/>
                    <a:pt x="17500" y="0"/>
                    <a:pt x="39087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33" name="Freeform: Shape 383"/>
            <p:cNvSpPr>
              <a:spLocks/>
            </p:cNvSpPr>
            <p:nvPr/>
          </p:nvSpPr>
          <p:spPr bwMode="auto">
            <a:xfrm>
              <a:off x="9244099" y="4722588"/>
              <a:ext cx="78169" cy="78174"/>
            </a:xfrm>
            <a:custGeom>
              <a:avLst/>
              <a:gdLst>
                <a:gd name="connsiteX0" fmla="*/ 39091 w 78169"/>
                <a:gd name="connsiteY0" fmla="*/ 0 h 78174"/>
                <a:gd name="connsiteX1" fmla="*/ 78169 w 78169"/>
                <a:gd name="connsiteY1" fmla="*/ 39087 h 78174"/>
                <a:gd name="connsiteX2" fmla="*/ 39091 w 78169"/>
                <a:gd name="connsiteY2" fmla="*/ 78174 h 78174"/>
                <a:gd name="connsiteX3" fmla="*/ 0 w 78169"/>
                <a:gd name="connsiteY3" fmla="*/ 39087 h 78174"/>
                <a:gd name="connsiteX4" fmla="*/ 39091 w 78169"/>
                <a:gd name="connsiteY4" fmla="*/ 0 h 7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69" h="78174">
                  <a:moveTo>
                    <a:pt x="39091" y="0"/>
                  </a:moveTo>
                  <a:cubicBezTo>
                    <a:pt x="60669" y="0"/>
                    <a:pt x="78169" y="17500"/>
                    <a:pt x="78169" y="39087"/>
                  </a:cubicBezTo>
                  <a:cubicBezTo>
                    <a:pt x="78169" y="60674"/>
                    <a:pt x="60669" y="78174"/>
                    <a:pt x="39091" y="78174"/>
                  </a:cubicBezTo>
                  <a:cubicBezTo>
                    <a:pt x="17501" y="78174"/>
                    <a:pt x="0" y="60674"/>
                    <a:pt x="0" y="39087"/>
                  </a:cubicBezTo>
                  <a:cubicBezTo>
                    <a:pt x="0" y="17500"/>
                    <a:pt x="17501" y="0"/>
                    <a:pt x="39091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34" name="Freeform: Shape 384"/>
            <p:cNvSpPr>
              <a:spLocks/>
            </p:cNvSpPr>
            <p:nvPr/>
          </p:nvSpPr>
          <p:spPr bwMode="auto">
            <a:xfrm>
              <a:off x="9525649" y="4722588"/>
              <a:ext cx="78174" cy="78174"/>
            </a:xfrm>
            <a:custGeom>
              <a:avLst/>
              <a:gdLst>
                <a:gd name="connsiteX0" fmla="*/ 39087 w 78174"/>
                <a:gd name="connsiteY0" fmla="*/ 0 h 78174"/>
                <a:gd name="connsiteX1" fmla="*/ 78174 w 78174"/>
                <a:gd name="connsiteY1" fmla="*/ 39087 h 78174"/>
                <a:gd name="connsiteX2" fmla="*/ 39087 w 78174"/>
                <a:gd name="connsiteY2" fmla="*/ 78174 h 78174"/>
                <a:gd name="connsiteX3" fmla="*/ 0 w 78174"/>
                <a:gd name="connsiteY3" fmla="*/ 39087 h 78174"/>
                <a:gd name="connsiteX4" fmla="*/ 39087 w 78174"/>
                <a:gd name="connsiteY4" fmla="*/ 0 h 7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4" h="78174">
                  <a:moveTo>
                    <a:pt x="39087" y="0"/>
                  </a:moveTo>
                  <a:cubicBezTo>
                    <a:pt x="60674" y="0"/>
                    <a:pt x="78174" y="17500"/>
                    <a:pt x="78174" y="39087"/>
                  </a:cubicBezTo>
                  <a:cubicBezTo>
                    <a:pt x="78174" y="60674"/>
                    <a:pt x="60674" y="78174"/>
                    <a:pt x="39087" y="78174"/>
                  </a:cubicBezTo>
                  <a:cubicBezTo>
                    <a:pt x="17500" y="78174"/>
                    <a:pt x="0" y="60674"/>
                    <a:pt x="0" y="39087"/>
                  </a:cubicBezTo>
                  <a:cubicBezTo>
                    <a:pt x="0" y="17500"/>
                    <a:pt x="17500" y="0"/>
                    <a:pt x="39087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35" name="Freeform: Shape 385"/>
            <p:cNvSpPr>
              <a:spLocks/>
            </p:cNvSpPr>
            <p:nvPr/>
          </p:nvSpPr>
          <p:spPr bwMode="auto">
            <a:xfrm>
              <a:off x="9712562" y="4722588"/>
              <a:ext cx="78175" cy="78174"/>
            </a:xfrm>
            <a:custGeom>
              <a:avLst/>
              <a:gdLst>
                <a:gd name="connsiteX0" fmla="*/ 39087 w 78175"/>
                <a:gd name="connsiteY0" fmla="*/ 0 h 78174"/>
                <a:gd name="connsiteX1" fmla="*/ 78175 w 78175"/>
                <a:gd name="connsiteY1" fmla="*/ 39087 h 78174"/>
                <a:gd name="connsiteX2" fmla="*/ 39087 w 78175"/>
                <a:gd name="connsiteY2" fmla="*/ 78174 h 78174"/>
                <a:gd name="connsiteX3" fmla="*/ 0 w 78175"/>
                <a:gd name="connsiteY3" fmla="*/ 39087 h 78174"/>
                <a:gd name="connsiteX4" fmla="*/ 39087 w 78175"/>
                <a:gd name="connsiteY4" fmla="*/ 0 h 7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5" h="78174">
                  <a:moveTo>
                    <a:pt x="39087" y="0"/>
                  </a:moveTo>
                  <a:cubicBezTo>
                    <a:pt x="60675" y="0"/>
                    <a:pt x="78175" y="17500"/>
                    <a:pt x="78175" y="39087"/>
                  </a:cubicBezTo>
                  <a:cubicBezTo>
                    <a:pt x="78175" y="60674"/>
                    <a:pt x="60675" y="78174"/>
                    <a:pt x="39087" y="78174"/>
                  </a:cubicBezTo>
                  <a:cubicBezTo>
                    <a:pt x="17500" y="78174"/>
                    <a:pt x="0" y="60674"/>
                    <a:pt x="0" y="39087"/>
                  </a:cubicBezTo>
                  <a:cubicBezTo>
                    <a:pt x="0" y="17500"/>
                    <a:pt x="17500" y="0"/>
                    <a:pt x="39087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36" name="Freeform: Shape 386"/>
            <p:cNvSpPr>
              <a:spLocks/>
            </p:cNvSpPr>
            <p:nvPr/>
          </p:nvSpPr>
          <p:spPr bwMode="auto">
            <a:xfrm>
              <a:off x="7176250" y="4803030"/>
              <a:ext cx="78176" cy="78174"/>
            </a:xfrm>
            <a:custGeom>
              <a:avLst/>
              <a:gdLst>
                <a:gd name="connsiteX0" fmla="*/ 39079 w 78176"/>
                <a:gd name="connsiteY0" fmla="*/ 0 h 78174"/>
                <a:gd name="connsiteX1" fmla="*/ 78176 w 78176"/>
                <a:gd name="connsiteY1" fmla="*/ 39087 h 78174"/>
                <a:gd name="connsiteX2" fmla="*/ 39079 w 78176"/>
                <a:gd name="connsiteY2" fmla="*/ 78174 h 78174"/>
                <a:gd name="connsiteX3" fmla="*/ 0 w 78176"/>
                <a:gd name="connsiteY3" fmla="*/ 39087 h 78174"/>
                <a:gd name="connsiteX4" fmla="*/ 39079 w 78176"/>
                <a:gd name="connsiteY4" fmla="*/ 0 h 7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6" h="78174">
                  <a:moveTo>
                    <a:pt x="39079" y="0"/>
                  </a:moveTo>
                  <a:cubicBezTo>
                    <a:pt x="60677" y="0"/>
                    <a:pt x="78176" y="17500"/>
                    <a:pt x="78176" y="39087"/>
                  </a:cubicBezTo>
                  <a:cubicBezTo>
                    <a:pt x="78176" y="60674"/>
                    <a:pt x="60677" y="78174"/>
                    <a:pt x="39079" y="78174"/>
                  </a:cubicBezTo>
                  <a:cubicBezTo>
                    <a:pt x="17502" y="78174"/>
                    <a:pt x="0" y="60674"/>
                    <a:pt x="0" y="39087"/>
                  </a:cubicBezTo>
                  <a:cubicBezTo>
                    <a:pt x="0" y="17500"/>
                    <a:pt x="17502" y="0"/>
                    <a:pt x="39079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37" name="Freeform: Shape 387"/>
            <p:cNvSpPr>
              <a:spLocks/>
            </p:cNvSpPr>
            <p:nvPr/>
          </p:nvSpPr>
          <p:spPr bwMode="auto">
            <a:xfrm>
              <a:off x="7649436" y="4803030"/>
              <a:ext cx="78179" cy="78174"/>
            </a:xfrm>
            <a:custGeom>
              <a:avLst/>
              <a:gdLst>
                <a:gd name="connsiteX0" fmla="*/ 39092 w 78179"/>
                <a:gd name="connsiteY0" fmla="*/ 0 h 78174"/>
                <a:gd name="connsiteX1" fmla="*/ 78179 w 78179"/>
                <a:gd name="connsiteY1" fmla="*/ 39087 h 78174"/>
                <a:gd name="connsiteX2" fmla="*/ 39092 w 78179"/>
                <a:gd name="connsiteY2" fmla="*/ 78174 h 78174"/>
                <a:gd name="connsiteX3" fmla="*/ 0 w 78179"/>
                <a:gd name="connsiteY3" fmla="*/ 39087 h 78174"/>
                <a:gd name="connsiteX4" fmla="*/ 39092 w 78179"/>
                <a:gd name="connsiteY4" fmla="*/ 0 h 7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9" h="78174">
                  <a:moveTo>
                    <a:pt x="39092" y="0"/>
                  </a:moveTo>
                  <a:cubicBezTo>
                    <a:pt x="60680" y="0"/>
                    <a:pt x="78179" y="17500"/>
                    <a:pt x="78179" y="39087"/>
                  </a:cubicBezTo>
                  <a:cubicBezTo>
                    <a:pt x="78179" y="60674"/>
                    <a:pt x="60680" y="78174"/>
                    <a:pt x="39092" y="78174"/>
                  </a:cubicBezTo>
                  <a:cubicBezTo>
                    <a:pt x="17502" y="78174"/>
                    <a:pt x="0" y="60674"/>
                    <a:pt x="0" y="39087"/>
                  </a:cubicBezTo>
                  <a:cubicBezTo>
                    <a:pt x="0" y="17500"/>
                    <a:pt x="17502" y="0"/>
                    <a:pt x="39092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38" name="Freeform: Shape 388"/>
            <p:cNvSpPr>
              <a:spLocks/>
            </p:cNvSpPr>
            <p:nvPr/>
          </p:nvSpPr>
          <p:spPr bwMode="auto">
            <a:xfrm>
              <a:off x="9899478" y="4803030"/>
              <a:ext cx="78175" cy="78174"/>
            </a:xfrm>
            <a:custGeom>
              <a:avLst/>
              <a:gdLst>
                <a:gd name="connsiteX0" fmla="*/ 39087 w 78175"/>
                <a:gd name="connsiteY0" fmla="*/ 0 h 78174"/>
                <a:gd name="connsiteX1" fmla="*/ 78175 w 78175"/>
                <a:gd name="connsiteY1" fmla="*/ 39087 h 78174"/>
                <a:gd name="connsiteX2" fmla="*/ 39087 w 78175"/>
                <a:gd name="connsiteY2" fmla="*/ 78174 h 78174"/>
                <a:gd name="connsiteX3" fmla="*/ 0 w 78175"/>
                <a:gd name="connsiteY3" fmla="*/ 39087 h 78174"/>
                <a:gd name="connsiteX4" fmla="*/ 39087 w 78175"/>
                <a:gd name="connsiteY4" fmla="*/ 0 h 7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5" h="78174">
                  <a:moveTo>
                    <a:pt x="39087" y="0"/>
                  </a:moveTo>
                  <a:cubicBezTo>
                    <a:pt x="60675" y="0"/>
                    <a:pt x="78175" y="17500"/>
                    <a:pt x="78175" y="39087"/>
                  </a:cubicBezTo>
                  <a:cubicBezTo>
                    <a:pt x="78175" y="60674"/>
                    <a:pt x="60675" y="78174"/>
                    <a:pt x="39087" y="78174"/>
                  </a:cubicBezTo>
                  <a:cubicBezTo>
                    <a:pt x="17500" y="78174"/>
                    <a:pt x="0" y="60674"/>
                    <a:pt x="0" y="39087"/>
                  </a:cubicBezTo>
                  <a:cubicBezTo>
                    <a:pt x="0" y="17500"/>
                    <a:pt x="17500" y="0"/>
                    <a:pt x="39087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39" name="Freeform: Shape 389"/>
            <p:cNvSpPr>
              <a:spLocks/>
            </p:cNvSpPr>
            <p:nvPr/>
          </p:nvSpPr>
          <p:spPr bwMode="auto">
            <a:xfrm>
              <a:off x="7363157" y="4885841"/>
              <a:ext cx="78169" cy="78174"/>
            </a:xfrm>
            <a:custGeom>
              <a:avLst/>
              <a:gdLst>
                <a:gd name="connsiteX0" fmla="*/ 39084 w 78169"/>
                <a:gd name="connsiteY0" fmla="*/ 0 h 78174"/>
                <a:gd name="connsiteX1" fmla="*/ 78169 w 78169"/>
                <a:gd name="connsiteY1" fmla="*/ 39087 h 78174"/>
                <a:gd name="connsiteX2" fmla="*/ 39084 w 78169"/>
                <a:gd name="connsiteY2" fmla="*/ 78174 h 78174"/>
                <a:gd name="connsiteX3" fmla="*/ 0 w 78169"/>
                <a:gd name="connsiteY3" fmla="*/ 39087 h 78174"/>
                <a:gd name="connsiteX4" fmla="*/ 39084 w 78169"/>
                <a:gd name="connsiteY4" fmla="*/ 0 h 7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69" h="78174">
                  <a:moveTo>
                    <a:pt x="39084" y="0"/>
                  </a:moveTo>
                  <a:cubicBezTo>
                    <a:pt x="60670" y="0"/>
                    <a:pt x="78169" y="17500"/>
                    <a:pt x="78169" y="39087"/>
                  </a:cubicBezTo>
                  <a:cubicBezTo>
                    <a:pt x="78169" y="60674"/>
                    <a:pt x="60670" y="78174"/>
                    <a:pt x="39084" y="78174"/>
                  </a:cubicBezTo>
                  <a:cubicBezTo>
                    <a:pt x="17498" y="78174"/>
                    <a:pt x="0" y="60674"/>
                    <a:pt x="0" y="39087"/>
                  </a:cubicBezTo>
                  <a:cubicBezTo>
                    <a:pt x="0" y="17500"/>
                    <a:pt x="17498" y="0"/>
                    <a:pt x="39084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40" name="Freeform: Shape 390"/>
            <p:cNvSpPr>
              <a:spLocks/>
            </p:cNvSpPr>
            <p:nvPr/>
          </p:nvSpPr>
          <p:spPr bwMode="auto">
            <a:xfrm>
              <a:off x="8773265" y="4885841"/>
              <a:ext cx="78175" cy="78174"/>
            </a:xfrm>
            <a:custGeom>
              <a:avLst/>
              <a:gdLst>
                <a:gd name="connsiteX0" fmla="*/ 39089 w 78175"/>
                <a:gd name="connsiteY0" fmla="*/ 0 h 78174"/>
                <a:gd name="connsiteX1" fmla="*/ 78175 w 78175"/>
                <a:gd name="connsiteY1" fmla="*/ 39087 h 78174"/>
                <a:gd name="connsiteX2" fmla="*/ 39089 w 78175"/>
                <a:gd name="connsiteY2" fmla="*/ 78174 h 78174"/>
                <a:gd name="connsiteX3" fmla="*/ 0 w 78175"/>
                <a:gd name="connsiteY3" fmla="*/ 39087 h 78174"/>
                <a:gd name="connsiteX4" fmla="*/ 39089 w 78175"/>
                <a:gd name="connsiteY4" fmla="*/ 0 h 7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5" h="78174">
                  <a:moveTo>
                    <a:pt x="39089" y="0"/>
                  </a:moveTo>
                  <a:cubicBezTo>
                    <a:pt x="60674" y="0"/>
                    <a:pt x="78175" y="17500"/>
                    <a:pt x="78175" y="39087"/>
                  </a:cubicBezTo>
                  <a:cubicBezTo>
                    <a:pt x="78175" y="60674"/>
                    <a:pt x="60674" y="78174"/>
                    <a:pt x="39089" y="78174"/>
                  </a:cubicBezTo>
                  <a:cubicBezTo>
                    <a:pt x="17498" y="78174"/>
                    <a:pt x="0" y="60674"/>
                    <a:pt x="0" y="39087"/>
                  </a:cubicBezTo>
                  <a:cubicBezTo>
                    <a:pt x="0" y="17500"/>
                    <a:pt x="17498" y="0"/>
                    <a:pt x="39089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41" name="Freeform: Shape 391"/>
            <p:cNvSpPr>
              <a:spLocks/>
            </p:cNvSpPr>
            <p:nvPr/>
          </p:nvSpPr>
          <p:spPr bwMode="auto">
            <a:xfrm>
              <a:off x="9057184" y="4885841"/>
              <a:ext cx="78172" cy="78174"/>
            </a:xfrm>
            <a:custGeom>
              <a:avLst/>
              <a:gdLst>
                <a:gd name="connsiteX0" fmla="*/ 39085 w 78172"/>
                <a:gd name="connsiteY0" fmla="*/ 0 h 78174"/>
                <a:gd name="connsiteX1" fmla="*/ 78172 w 78172"/>
                <a:gd name="connsiteY1" fmla="*/ 39087 h 78174"/>
                <a:gd name="connsiteX2" fmla="*/ 39085 w 78172"/>
                <a:gd name="connsiteY2" fmla="*/ 78174 h 78174"/>
                <a:gd name="connsiteX3" fmla="*/ 0 w 78172"/>
                <a:gd name="connsiteY3" fmla="*/ 39087 h 78174"/>
                <a:gd name="connsiteX4" fmla="*/ 39085 w 78172"/>
                <a:gd name="connsiteY4" fmla="*/ 0 h 7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2" h="78174">
                  <a:moveTo>
                    <a:pt x="39085" y="0"/>
                  </a:moveTo>
                  <a:cubicBezTo>
                    <a:pt x="60673" y="0"/>
                    <a:pt x="78172" y="17500"/>
                    <a:pt x="78172" y="39087"/>
                  </a:cubicBezTo>
                  <a:cubicBezTo>
                    <a:pt x="78172" y="60674"/>
                    <a:pt x="60673" y="78174"/>
                    <a:pt x="39085" y="78174"/>
                  </a:cubicBezTo>
                  <a:cubicBezTo>
                    <a:pt x="17498" y="78174"/>
                    <a:pt x="0" y="60674"/>
                    <a:pt x="0" y="39087"/>
                  </a:cubicBezTo>
                  <a:cubicBezTo>
                    <a:pt x="0" y="17500"/>
                    <a:pt x="17498" y="0"/>
                    <a:pt x="3908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42" name="Freeform: Shape 392"/>
            <p:cNvSpPr>
              <a:spLocks/>
            </p:cNvSpPr>
            <p:nvPr/>
          </p:nvSpPr>
          <p:spPr bwMode="auto">
            <a:xfrm>
              <a:off x="9338734" y="4885841"/>
              <a:ext cx="78174" cy="78174"/>
            </a:xfrm>
            <a:custGeom>
              <a:avLst/>
              <a:gdLst>
                <a:gd name="connsiteX0" fmla="*/ 39087 w 78174"/>
                <a:gd name="connsiteY0" fmla="*/ 0 h 78174"/>
                <a:gd name="connsiteX1" fmla="*/ 78174 w 78174"/>
                <a:gd name="connsiteY1" fmla="*/ 39087 h 78174"/>
                <a:gd name="connsiteX2" fmla="*/ 39087 w 78174"/>
                <a:gd name="connsiteY2" fmla="*/ 78174 h 78174"/>
                <a:gd name="connsiteX3" fmla="*/ 0 w 78174"/>
                <a:gd name="connsiteY3" fmla="*/ 39087 h 78174"/>
                <a:gd name="connsiteX4" fmla="*/ 39087 w 78174"/>
                <a:gd name="connsiteY4" fmla="*/ 0 h 7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4" h="78174">
                  <a:moveTo>
                    <a:pt x="39087" y="0"/>
                  </a:moveTo>
                  <a:cubicBezTo>
                    <a:pt x="60674" y="0"/>
                    <a:pt x="78174" y="17500"/>
                    <a:pt x="78174" y="39087"/>
                  </a:cubicBezTo>
                  <a:cubicBezTo>
                    <a:pt x="78174" y="60674"/>
                    <a:pt x="60674" y="78174"/>
                    <a:pt x="39087" y="78174"/>
                  </a:cubicBezTo>
                  <a:cubicBezTo>
                    <a:pt x="17500" y="78174"/>
                    <a:pt x="0" y="60674"/>
                    <a:pt x="0" y="39087"/>
                  </a:cubicBezTo>
                  <a:cubicBezTo>
                    <a:pt x="0" y="17500"/>
                    <a:pt x="17500" y="0"/>
                    <a:pt x="39087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43" name="Freeform: Shape 393"/>
            <p:cNvSpPr>
              <a:spLocks/>
            </p:cNvSpPr>
            <p:nvPr/>
          </p:nvSpPr>
          <p:spPr bwMode="auto">
            <a:xfrm>
              <a:off x="9525649" y="4885842"/>
              <a:ext cx="78174" cy="78174"/>
            </a:xfrm>
            <a:custGeom>
              <a:avLst/>
              <a:gdLst>
                <a:gd name="connsiteX0" fmla="*/ 39087 w 78174"/>
                <a:gd name="connsiteY0" fmla="*/ 0 h 78174"/>
                <a:gd name="connsiteX1" fmla="*/ 78174 w 78174"/>
                <a:gd name="connsiteY1" fmla="*/ 39087 h 78174"/>
                <a:gd name="connsiteX2" fmla="*/ 39087 w 78174"/>
                <a:gd name="connsiteY2" fmla="*/ 78174 h 78174"/>
                <a:gd name="connsiteX3" fmla="*/ 0 w 78174"/>
                <a:gd name="connsiteY3" fmla="*/ 39087 h 78174"/>
                <a:gd name="connsiteX4" fmla="*/ 39087 w 78174"/>
                <a:gd name="connsiteY4" fmla="*/ 0 h 7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4" h="78174">
                  <a:moveTo>
                    <a:pt x="39087" y="0"/>
                  </a:moveTo>
                  <a:cubicBezTo>
                    <a:pt x="60674" y="0"/>
                    <a:pt x="78174" y="17500"/>
                    <a:pt x="78174" y="39087"/>
                  </a:cubicBezTo>
                  <a:cubicBezTo>
                    <a:pt x="78174" y="60674"/>
                    <a:pt x="60674" y="78174"/>
                    <a:pt x="39087" y="78174"/>
                  </a:cubicBezTo>
                  <a:cubicBezTo>
                    <a:pt x="17500" y="78174"/>
                    <a:pt x="0" y="60674"/>
                    <a:pt x="0" y="39087"/>
                  </a:cubicBezTo>
                  <a:cubicBezTo>
                    <a:pt x="0" y="17500"/>
                    <a:pt x="17500" y="0"/>
                    <a:pt x="39087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44" name="Freeform: Shape 394"/>
            <p:cNvSpPr>
              <a:spLocks/>
            </p:cNvSpPr>
            <p:nvPr/>
          </p:nvSpPr>
          <p:spPr bwMode="auto">
            <a:xfrm>
              <a:off x="9712563" y="4885842"/>
              <a:ext cx="78175" cy="78174"/>
            </a:xfrm>
            <a:custGeom>
              <a:avLst/>
              <a:gdLst>
                <a:gd name="connsiteX0" fmla="*/ 39088 w 78175"/>
                <a:gd name="connsiteY0" fmla="*/ 0 h 78174"/>
                <a:gd name="connsiteX1" fmla="*/ 78175 w 78175"/>
                <a:gd name="connsiteY1" fmla="*/ 39087 h 78174"/>
                <a:gd name="connsiteX2" fmla="*/ 39088 w 78175"/>
                <a:gd name="connsiteY2" fmla="*/ 78174 h 78174"/>
                <a:gd name="connsiteX3" fmla="*/ 0 w 78175"/>
                <a:gd name="connsiteY3" fmla="*/ 39087 h 78174"/>
                <a:gd name="connsiteX4" fmla="*/ 39088 w 78175"/>
                <a:gd name="connsiteY4" fmla="*/ 0 h 7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5" h="78174">
                  <a:moveTo>
                    <a:pt x="39088" y="0"/>
                  </a:moveTo>
                  <a:cubicBezTo>
                    <a:pt x="60675" y="0"/>
                    <a:pt x="78175" y="17500"/>
                    <a:pt x="78175" y="39087"/>
                  </a:cubicBezTo>
                  <a:cubicBezTo>
                    <a:pt x="78175" y="60674"/>
                    <a:pt x="60675" y="78174"/>
                    <a:pt x="39088" y="78174"/>
                  </a:cubicBezTo>
                  <a:cubicBezTo>
                    <a:pt x="17500" y="78174"/>
                    <a:pt x="0" y="60674"/>
                    <a:pt x="0" y="39087"/>
                  </a:cubicBezTo>
                  <a:cubicBezTo>
                    <a:pt x="0" y="17500"/>
                    <a:pt x="17500" y="0"/>
                    <a:pt x="39088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45" name="Freeform: Shape 395"/>
            <p:cNvSpPr>
              <a:spLocks/>
            </p:cNvSpPr>
            <p:nvPr/>
          </p:nvSpPr>
          <p:spPr bwMode="auto">
            <a:xfrm>
              <a:off x="9807203" y="4885842"/>
              <a:ext cx="78175" cy="78174"/>
            </a:xfrm>
            <a:custGeom>
              <a:avLst/>
              <a:gdLst>
                <a:gd name="connsiteX0" fmla="*/ 39088 w 78175"/>
                <a:gd name="connsiteY0" fmla="*/ 0 h 78174"/>
                <a:gd name="connsiteX1" fmla="*/ 78175 w 78175"/>
                <a:gd name="connsiteY1" fmla="*/ 39087 h 78174"/>
                <a:gd name="connsiteX2" fmla="*/ 39088 w 78175"/>
                <a:gd name="connsiteY2" fmla="*/ 78174 h 78174"/>
                <a:gd name="connsiteX3" fmla="*/ 0 w 78175"/>
                <a:gd name="connsiteY3" fmla="*/ 39087 h 78174"/>
                <a:gd name="connsiteX4" fmla="*/ 39088 w 78175"/>
                <a:gd name="connsiteY4" fmla="*/ 0 h 7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5" h="78174">
                  <a:moveTo>
                    <a:pt x="39088" y="0"/>
                  </a:moveTo>
                  <a:cubicBezTo>
                    <a:pt x="60675" y="0"/>
                    <a:pt x="78175" y="17500"/>
                    <a:pt x="78175" y="39087"/>
                  </a:cubicBezTo>
                  <a:cubicBezTo>
                    <a:pt x="78175" y="60674"/>
                    <a:pt x="60675" y="78174"/>
                    <a:pt x="39088" y="78174"/>
                  </a:cubicBezTo>
                  <a:cubicBezTo>
                    <a:pt x="17500" y="78174"/>
                    <a:pt x="0" y="60674"/>
                    <a:pt x="0" y="39087"/>
                  </a:cubicBezTo>
                  <a:cubicBezTo>
                    <a:pt x="0" y="17500"/>
                    <a:pt x="17500" y="0"/>
                    <a:pt x="39088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46" name="Freeform: Shape 396"/>
            <p:cNvSpPr>
              <a:spLocks/>
            </p:cNvSpPr>
            <p:nvPr/>
          </p:nvSpPr>
          <p:spPr bwMode="auto">
            <a:xfrm>
              <a:off x="9151821" y="4975750"/>
              <a:ext cx="78176" cy="78174"/>
            </a:xfrm>
            <a:custGeom>
              <a:avLst/>
              <a:gdLst>
                <a:gd name="connsiteX0" fmla="*/ 39086 w 78176"/>
                <a:gd name="connsiteY0" fmla="*/ 0 h 78174"/>
                <a:gd name="connsiteX1" fmla="*/ 78176 w 78176"/>
                <a:gd name="connsiteY1" fmla="*/ 39087 h 78174"/>
                <a:gd name="connsiteX2" fmla="*/ 39086 w 78176"/>
                <a:gd name="connsiteY2" fmla="*/ 78174 h 78174"/>
                <a:gd name="connsiteX3" fmla="*/ 0 w 78176"/>
                <a:gd name="connsiteY3" fmla="*/ 39087 h 78174"/>
                <a:gd name="connsiteX4" fmla="*/ 39086 w 78176"/>
                <a:gd name="connsiteY4" fmla="*/ 0 h 7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6" h="78174">
                  <a:moveTo>
                    <a:pt x="39086" y="0"/>
                  </a:moveTo>
                  <a:cubicBezTo>
                    <a:pt x="60674" y="0"/>
                    <a:pt x="78176" y="17500"/>
                    <a:pt x="78176" y="39087"/>
                  </a:cubicBezTo>
                  <a:cubicBezTo>
                    <a:pt x="78176" y="60674"/>
                    <a:pt x="60674" y="78174"/>
                    <a:pt x="39086" y="78174"/>
                  </a:cubicBezTo>
                  <a:cubicBezTo>
                    <a:pt x="17500" y="78174"/>
                    <a:pt x="0" y="60674"/>
                    <a:pt x="0" y="39087"/>
                  </a:cubicBezTo>
                  <a:cubicBezTo>
                    <a:pt x="0" y="17500"/>
                    <a:pt x="17500" y="0"/>
                    <a:pt x="39086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47" name="Freeform: Shape 397"/>
            <p:cNvSpPr>
              <a:spLocks/>
            </p:cNvSpPr>
            <p:nvPr/>
          </p:nvSpPr>
          <p:spPr bwMode="auto">
            <a:xfrm>
              <a:off x="9712563" y="4975750"/>
              <a:ext cx="78175" cy="78174"/>
            </a:xfrm>
            <a:custGeom>
              <a:avLst/>
              <a:gdLst>
                <a:gd name="connsiteX0" fmla="*/ 39088 w 78175"/>
                <a:gd name="connsiteY0" fmla="*/ 0 h 78174"/>
                <a:gd name="connsiteX1" fmla="*/ 78175 w 78175"/>
                <a:gd name="connsiteY1" fmla="*/ 39087 h 78174"/>
                <a:gd name="connsiteX2" fmla="*/ 39088 w 78175"/>
                <a:gd name="connsiteY2" fmla="*/ 78174 h 78174"/>
                <a:gd name="connsiteX3" fmla="*/ 0 w 78175"/>
                <a:gd name="connsiteY3" fmla="*/ 39087 h 78174"/>
                <a:gd name="connsiteX4" fmla="*/ 39088 w 78175"/>
                <a:gd name="connsiteY4" fmla="*/ 0 h 7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5" h="78174">
                  <a:moveTo>
                    <a:pt x="39088" y="0"/>
                  </a:moveTo>
                  <a:cubicBezTo>
                    <a:pt x="60675" y="0"/>
                    <a:pt x="78175" y="17500"/>
                    <a:pt x="78175" y="39087"/>
                  </a:cubicBezTo>
                  <a:cubicBezTo>
                    <a:pt x="78175" y="60674"/>
                    <a:pt x="60675" y="78174"/>
                    <a:pt x="39088" y="78174"/>
                  </a:cubicBezTo>
                  <a:cubicBezTo>
                    <a:pt x="17500" y="78174"/>
                    <a:pt x="0" y="60674"/>
                    <a:pt x="0" y="39087"/>
                  </a:cubicBezTo>
                  <a:cubicBezTo>
                    <a:pt x="0" y="17500"/>
                    <a:pt x="17500" y="0"/>
                    <a:pt x="39088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48" name="Freeform: Shape 398"/>
            <p:cNvSpPr>
              <a:spLocks/>
            </p:cNvSpPr>
            <p:nvPr/>
          </p:nvSpPr>
          <p:spPr bwMode="auto">
            <a:xfrm>
              <a:off x="9899478" y="4975750"/>
              <a:ext cx="78175" cy="78174"/>
            </a:xfrm>
            <a:custGeom>
              <a:avLst/>
              <a:gdLst>
                <a:gd name="connsiteX0" fmla="*/ 39087 w 78175"/>
                <a:gd name="connsiteY0" fmla="*/ 0 h 78174"/>
                <a:gd name="connsiteX1" fmla="*/ 78175 w 78175"/>
                <a:gd name="connsiteY1" fmla="*/ 39087 h 78174"/>
                <a:gd name="connsiteX2" fmla="*/ 39087 w 78175"/>
                <a:gd name="connsiteY2" fmla="*/ 78174 h 78174"/>
                <a:gd name="connsiteX3" fmla="*/ 0 w 78175"/>
                <a:gd name="connsiteY3" fmla="*/ 39087 h 78174"/>
                <a:gd name="connsiteX4" fmla="*/ 39087 w 78175"/>
                <a:gd name="connsiteY4" fmla="*/ 0 h 7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5" h="78174">
                  <a:moveTo>
                    <a:pt x="39087" y="0"/>
                  </a:moveTo>
                  <a:cubicBezTo>
                    <a:pt x="60675" y="0"/>
                    <a:pt x="78175" y="17500"/>
                    <a:pt x="78175" y="39087"/>
                  </a:cubicBezTo>
                  <a:cubicBezTo>
                    <a:pt x="78175" y="60674"/>
                    <a:pt x="60675" y="78174"/>
                    <a:pt x="39087" y="78174"/>
                  </a:cubicBezTo>
                  <a:cubicBezTo>
                    <a:pt x="17500" y="78174"/>
                    <a:pt x="0" y="60674"/>
                    <a:pt x="0" y="39087"/>
                  </a:cubicBezTo>
                  <a:cubicBezTo>
                    <a:pt x="0" y="17500"/>
                    <a:pt x="17500" y="0"/>
                    <a:pt x="39087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49" name="Freeform: Shape 399"/>
            <p:cNvSpPr>
              <a:spLocks/>
            </p:cNvSpPr>
            <p:nvPr/>
          </p:nvSpPr>
          <p:spPr bwMode="auto">
            <a:xfrm>
              <a:off x="10091123" y="4975750"/>
              <a:ext cx="78174" cy="78174"/>
            </a:xfrm>
            <a:custGeom>
              <a:avLst/>
              <a:gdLst>
                <a:gd name="connsiteX0" fmla="*/ 39088 w 78174"/>
                <a:gd name="connsiteY0" fmla="*/ 0 h 78174"/>
                <a:gd name="connsiteX1" fmla="*/ 78174 w 78174"/>
                <a:gd name="connsiteY1" fmla="*/ 39087 h 78174"/>
                <a:gd name="connsiteX2" fmla="*/ 39088 w 78174"/>
                <a:gd name="connsiteY2" fmla="*/ 78174 h 78174"/>
                <a:gd name="connsiteX3" fmla="*/ 0 w 78174"/>
                <a:gd name="connsiteY3" fmla="*/ 39087 h 78174"/>
                <a:gd name="connsiteX4" fmla="*/ 39088 w 78174"/>
                <a:gd name="connsiteY4" fmla="*/ 0 h 7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4" h="78174">
                  <a:moveTo>
                    <a:pt x="39088" y="0"/>
                  </a:moveTo>
                  <a:cubicBezTo>
                    <a:pt x="60675" y="0"/>
                    <a:pt x="78174" y="17500"/>
                    <a:pt x="78174" y="39087"/>
                  </a:cubicBezTo>
                  <a:cubicBezTo>
                    <a:pt x="78174" y="60674"/>
                    <a:pt x="60675" y="78174"/>
                    <a:pt x="39088" y="78174"/>
                  </a:cubicBezTo>
                  <a:cubicBezTo>
                    <a:pt x="17500" y="78174"/>
                    <a:pt x="0" y="60674"/>
                    <a:pt x="0" y="39087"/>
                  </a:cubicBezTo>
                  <a:cubicBezTo>
                    <a:pt x="0" y="17500"/>
                    <a:pt x="17500" y="0"/>
                    <a:pt x="39088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50" name="Freeform: Shape 400"/>
            <p:cNvSpPr>
              <a:spLocks/>
            </p:cNvSpPr>
            <p:nvPr/>
          </p:nvSpPr>
          <p:spPr bwMode="auto">
            <a:xfrm>
              <a:off x="7836346" y="5063292"/>
              <a:ext cx="78173" cy="78174"/>
            </a:xfrm>
            <a:custGeom>
              <a:avLst/>
              <a:gdLst>
                <a:gd name="connsiteX0" fmla="*/ 39085 w 78173"/>
                <a:gd name="connsiteY0" fmla="*/ 0 h 78174"/>
                <a:gd name="connsiteX1" fmla="*/ 78173 w 78173"/>
                <a:gd name="connsiteY1" fmla="*/ 39087 h 78174"/>
                <a:gd name="connsiteX2" fmla="*/ 39085 w 78173"/>
                <a:gd name="connsiteY2" fmla="*/ 78174 h 78174"/>
                <a:gd name="connsiteX3" fmla="*/ 0 w 78173"/>
                <a:gd name="connsiteY3" fmla="*/ 39087 h 78174"/>
                <a:gd name="connsiteX4" fmla="*/ 39085 w 78173"/>
                <a:gd name="connsiteY4" fmla="*/ 0 h 7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3" h="78174">
                  <a:moveTo>
                    <a:pt x="39085" y="0"/>
                  </a:moveTo>
                  <a:cubicBezTo>
                    <a:pt x="60672" y="0"/>
                    <a:pt x="78173" y="17500"/>
                    <a:pt x="78173" y="39087"/>
                  </a:cubicBezTo>
                  <a:cubicBezTo>
                    <a:pt x="78173" y="60674"/>
                    <a:pt x="60672" y="78174"/>
                    <a:pt x="39085" y="78174"/>
                  </a:cubicBezTo>
                  <a:cubicBezTo>
                    <a:pt x="17500" y="78174"/>
                    <a:pt x="0" y="60674"/>
                    <a:pt x="0" y="39087"/>
                  </a:cubicBezTo>
                  <a:cubicBezTo>
                    <a:pt x="0" y="17500"/>
                    <a:pt x="17500" y="0"/>
                    <a:pt x="3908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51" name="Freeform: Shape 401"/>
            <p:cNvSpPr>
              <a:spLocks/>
            </p:cNvSpPr>
            <p:nvPr/>
          </p:nvSpPr>
          <p:spPr bwMode="auto">
            <a:xfrm>
              <a:off x="9338735" y="5063292"/>
              <a:ext cx="78174" cy="78174"/>
            </a:xfrm>
            <a:custGeom>
              <a:avLst/>
              <a:gdLst>
                <a:gd name="connsiteX0" fmla="*/ 39087 w 78174"/>
                <a:gd name="connsiteY0" fmla="*/ 0 h 78174"/>
                <a:gd name="connsiteX1" fmla="*/ 78174 w 78174"/>
                <a:gd name="connsiteY1" fmla="*/ 39087 h 78174"/>
                <a:gd name="connsiteX2" fmla="*/ 39087 w 78174"/>
                <a:gd name="connsiteY2" fmla="*/ 78174 h 78174"/>
                <a:gd name="connsiteX3" fmla="*/ 0 w 78174"/>
                <a:gd name="connsiteY3" fmla="*/ 39087 h 78174"/>
                <a:gd name="connsiteX4" fmla="*/ 39087 w 78174"/>
                <a:gd name="connsiteY4" fmla="*/ 0 h 7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4" h="78174">
                  <a:moveTo>
                    <a:pt x="39087" y="0"/>
                  </a:moveTo>
                  <a:cubicBezTo>
                    <a:pt x="60674" y="0"/>
                    <a:pt x="78174" y="17500"/>
                    <a:pt x="78174" y="39087"/>
                  </a:cubicBezTo>
                  <a:cubicBezTo>
                    <a:pt x="78174" y="60674"/>
                    <a:pt x="60674" y="78174"/>
                    <a:pt x="39087" y="78174"/>
                  </a:cubicBezTo>
                  <a:cubicBezTo>
                    <a:pt x="17500" y="78174"/>
                    <a:pt x="0" y="60674"/>
                    <a:pt x="0" y="39087"/>
                  </a:cubicBezTo>
                  <a:cubicBezTo>
                    <a:pt x="0" y="17500"/>
                    <a:pt x="17500" y="0"/>
                    <a:pt x="39087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52" name="Freeform: Shape 402"/>
            <p:cNvSpPr>
              <a:spLocks/>
            </p:cNvSpPr>
            <p:nvPr/>
          </p:nvSpPr>
          <p:spPr bwMode="auto">
            <a:xfrm>
              <a:off x="9525649" y="5063292"/>
              <a:ext cx="78174" cy="78174"/>
            </a:xfrm>
            <a:custGeom>
              <a:avLst/>
              <a:gdLst>
                <a:gd name="connsiteX0" fmla="*/ 39087 w 78174"/>
                <a:gd name="connsiteY0" fmla="*/ 0 h 78174"/>
                <a:gd name="connsiteX1" fmla="*/ 78174 w 78174"/>
                <a:gd name="connsiteY1" fmla="*/ 39087 h 78174"/>
                <a:gd name="connsiteX2" fmla="*/ 39087 w 78174"/>
                <a:gd name="connsiteY2" fmla="*/ 78174 h 78174"/>
                <a:gd name="connsiteX3" fmla="*/ 0 w 78174"/>
                <a:gd name="connsiteY3" fmla="*/ 39087 h 78174"/>
                <a:gd name="connsiteX4" fmla="*/ 39087 w 78174"/>
                <a:gd name="connsiteY4" fmla="*/ 0 h 7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4" h="78174">
                  <a:moveTo>
                    <a:pt x="39087" y="0"/>
                  </a:moveTo>
                  <a:cubicBezTo>
                    <a:pt x="60674" y="0"/>
                    <a:pt x="78174" y="17500"/>
                    <a:pt x="78174" y="39087"/>
                  </a:cubicBezTo>
                  <a:cubicBezTo>
                    <a:pt x="78174" y="60674"/>
                    <a:pt x="60674" y="78174"/>
                    <a:pt x="39087" y="78174"/>
                  </a:cubicBezTo>
                  <a:cubicBezTo>
                    <a:pt x="17500" y="78174"/>
                    <a:pt x="0" y="60674"/>
                    <a:pt x="0" y="39087"/>
                  </a:cubicBezTo>
                  <a:cubicBezTo>
                    <a:pt x="0" y="17500"/>
                    <a:pt x="17500" y="0"/>
                    <a:pt x="39087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53" name="Freeform: Shape 403"/>
            <p:cNvSpPr>
              <a:spLocks/>
            </p:cNvSpPr>
            <p:nvPr/>
          </p:nvSpPr>
          <p:spPr bwMode="auto">
            <a:xfrm>
              <a:off x="9996483" y="5148466"/>
              <a:ext cx="78174" cy="78174"/>
            </a:xfrm>
            <a:custGeom>
              <a:avLst/>
              <a:gdLst>
                <a:gd name="connsiteX0" fmla="*/ 39086 w 78174"/>
                <a:gd name="connsiteY0" fmla="*/ 0 h 78174"/>
                <a:gd name="connsiteX1" fmla="*/ 78174 w 78174"/>
                <a:gd name="connsiteY1" fmla="*/ 39087 h 78174"/>
                <a:gd name="connsiteX2" fmla="*/ 39086 w 78174"/>
                <a:gd name="connsiteY2" fmla="*/ 78174 h 78174"/>
                <a:gd name="connsiteX3" fmla="*/ 0 w 78174"/>
                <a:gd name="connsiteY3" fmla="*/ 39087 h 78174"/>
                <a:gd name="connsiteX4" fmla="*/ 39086 w 78174"/>
                <a:gd name="connsiteY4" fmla="*/ 0 h 7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4" h="78174">
                  <a:moveTo>
                    <a:pt x="39086" y="0"/>
                  </a:moveTo>
                  <a:cubicBezTo>
                    <a:pt x="60674" y="0"/>
                    <a:pt x="78174" y="17500"/>
                    <a:pt x="78174" y="39087"/>
                  </a:cubicBezTo>
                  <a:cubicBezTo>
                    <a:pt x="78174" y="60674"/>
                    <a:pt x="60674" y="78174"/>
                    <a:pt x="39086" y="78174"/>
                  </a:cubicBezTo>
                  <a:cubicBezTo>
                    <a:pt x="17499" y="78174"/>
                    <a:pt x="0" y="60674"/>
                    <a:pt x="0" y="39087"/>
                  </a:cubicBezTo>
                  <a:cubicBezTo>
                    <a:pt x="0" y="17500"/>
                    <a:pt x="17499" y="0"/>
                    <a:pt x="39086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54" name="Freeform: Shape 404"/>
            <p:cNvSpPr>
              <a:spLocks/>
            </p:cNvSpPr>
            <p:nvPr/>
          </p:nvSpPr>
          <p:spPr bwMode="auto">
            <a:xfrm>
              <a:off x="7552421" y="5148468"/>
              <a:ext cx="78173" cy="78174"/>
            </a:xfrm>
            <a:custGeom>
              <a:avLst/>
              <a:gdLst>
                <a:gd name="connsiteX0" fmla="*/ 39086 w 78173"/>
                <a:gd name="connsiteY0" fmla="*/ 0 h 78174"/>
                <a:gd name="connsiteX1" fmla="*/ 78173 w 78173"/>
                <a:gd name="connsiteY1" fmla="*/ 39087 h 78174"/>
                <a:gd name="connsiteX2" fmla="*/ 39086 w 78173"/>
                <a:gd name="connsiteY2" fmla="*/ 78174 h 78174"/>
                <a:gd name="connsiteX3" fmla="*/ 0 w 78173"/>
                <a:gd name="connsiteY3" fmla="*/ 39087 h 78174"/>
                <a:gd name="connsiteX4" fmla="*/ 39086 w 78173"/>
                <a:gd name="connsiteY4" fmla="*/ 0 h 7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3" h="78174">
                  <a:moveTo>
                    <a:pt x="39086" y="0"/>
                  </a:moveTo>
                  <a:cubicBezTo>
                    <a:pt x="60672" y="0"/>
                    <a:pt x="78173" y="17500"/>
                    <a:pt x="78173" y="39087"/>
                  </a:cubicBezTo>
                  <a:cubicBezTo>
                    <a:pt x="78173" y="60674"/>
                    <a:pt x="60672" y="78174"/>
                    <a:pt x="39086" y="78174"/>
                  </a:cubicBezTo>
                  <a:cubicBezTo>
                    <a:pt x="17499" y="78174"/>
                    <a:pt x="0" y="60674"/>
                    <a:pt x="0" y="39087"/>
                  </a:cubicBezTo>
                  <a:cubicBezTo>
                    <a:pt x="0" y="17500"/>
                    <a:pt x="17499" y="0"/>
                    <a:pt x="39086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55" name="Freeform: Shape 405"/>
            <p:cNvSpPr>
              <a:spLocks/>
            </p:cNvSpPr>
            <p:nvPr/>
          </p:nvSpPr>
          <p:spPr bwMode="auto">
            <a:xfrm>
              <a:off x="9807203" y="5148468"/>
              <a:ext cx="78175" cy="78174"/>
            </a:xfrm>
            <a:custGeom>
              <a:avLst/>
              <a:gdLst>
                <a:gd name="connsiteX0" fmla="*/ 39088 w 78175"/>
                <a:gd name="connsiteY0" fmla="*/ 0 h 78174"/>
                <a:gd name="connsiteX1" fmla="*/ 78175 w 78175"/>
                <a:gd name="connsiteY1" fmla="*/ 39087 h 78174"/>
                <a:gd name="connsiteX2" fmla="*/ 39088 w 78175"/>
                <a:gd name="connsiteY2" fmla="*/ 78174 h 78174"/>
                <a:gd name="connsiteX3" fmla="*/ 0 w 78175"/>
                <a:gd name="connsiteY3" fmla="*/ 39087 h 78174"/>
                <a:gd name="connsiteX4" fmla="*/ 39088 w 78175"/>
                <a:gd name="connsiteY4" fmla="*/ 0 h 7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5" h="78174">
                  <a:moveTo>
                    <a:pt x="39088" y="0"/>
                  </a:moveTo>
                  <a:cubicBezTo>
                    <a:pt x="60675" y="0"/>
                    <a:pt x="78175" y="17500"/>
                    <a:pt x="78175" y="39087"/>
                  </a:cubicBezTo>
                  <a:cubicBezTo>
                    <a:pt x="78175" y="60674"/>
                    <a:pt x="60675" y="78174"/>
                    <a:pt x="39088" y="78174"/>
                  </a:cubicBezTo>
                  <a:cubicBezTo>
                    <a:pt x="17500" y="78174"/>
                    <a:pt x="0" y="60674"/>
                    <a:pt x="0" y="39087"/>
                  </a:cubicBezTo>
                  <a:cubicBezTo>
                    <a:pt x="0" y="17500"/>
                    <a:pt x="17500" y="0"/>
                    <a:pt x="39088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56" name="Freeform: Shape 406"/>
            <p:cNvSpPr>
              <a:spLocks/>
            </p:cNvSpPr>
            <p:nvPr/>
          </p:nvSpPr>
          <p:spPr bwMode="auto">
            <a:xfrm>
              <a:off x="8023255" y="5231276"/>
              <a:ext cx="78175" cy="78174"/>
            </a:xfrm>
            <a:custGeom>
              <a:avLst/>
              <a:gdLst>
                <a:gd name="connsiteX0" fmla="*/ 39088 w 78175"/>
                <a:gd name="connsiteY0" fmla="*/ 0 h 78174"/>
                <a:gd name="connsiteX1" fmla="*/ 78175 w 78175"/>
                <a:gd name="connsiteY1" fmla="*/ 39087 h 78174"/>
                <a:gd name="connsiteX2" fmla="*/ 39088 w 78175"/>
                <a:gd name="connsiteY2" fmla="*/ 78174 h 78174"/>
                <a:gd name="connsiteX3" fmla="*/ 0 w 78175"/>
                <a:gd name="connsiteY3" fmla="*/ 39087 h 78174"/>
                <a:gd name="connsiteX4" fmla="*/ 39088 w 78175"/>
                <a:gd name="connsiteY4" fmla="*/ 0 h 7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5" h="78174">
                  <a:moveTo>
                    <a:pt x="39088" y="0"/>
                  </a:moveTo>
                  <a:cubicBezTo>
                    <a:pt x="60674" y="0"/>
                    <a:pt x="78175" y="17500"/>
                    <a:pt x="78175" y="39087"/>
                  </a:cubicBezTo>
                  <a:cubicBezTo>
                    <a:pt x="78175" y="60674"/>
                    <a:pt x="60674" y="78174"/>
                    <a:pt x="39088" y="78174"/>
                  </a:cubicBezTo>
                  <a:cubicBezTo>
                    <a:pt x="17500" y="78174"/>
                    <a:pt x="0" y="60674"/>
                    <a:pt x="0" y="39087"/>
                  </a:cubicBezTo>
                  <a:cubicBezTo>
                    <a:pt x="0" y="17500"/>
                    <a:pt x="17500" y="0"/>
                    <a:pt x="39088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57" name="Freeform: Shape 407"/>
            <p:cNvSpPr>
              <a:spLocks/>
            </p:cNvSpPr>
            <p:nvPr/>
          </p:nvSpPr>
          <p:spPr bwMode="auto">
            <a:xfrm>
              <a:off x="9338734" y="5231276"/>
              <a:ext cx="78174" cy="78174"/>
            </a:xfrm>
            <a:custGeom>
              <a:avLst/>
              <a:gdLst>
                <a:gd name="connsiteX0" fmla="*/ 39087 w 78174"/>
                <a:gd name="connsiteY0" fmla="*/ 0 h 78174"/>
                <a:gd name="connsiteX1" fmla="*/ 78174 w 78174"/>
                <a:gd name="connsiteY1" fmla="*/ 39087 h 78174"/>
                <a:gd name="connsiteX2" fmla="*/ 39087 w 78174"/>
                <a:gd name="connsiteY2" fmla="*/ 78174 h 78174"/>
                <a:gd name="connsiteX3" fmla="*/ 0 w 78174"/>
                <a:gd name="connsiteY3" fmla="*/ 39087 h 78174"/>
                <a:gd name="connsiteX4" fmla="*/ 39087 w 78174"/>
                <a:gd name="connsiteY4" fmla="*/ 0 h 7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4" h="78174">
                  <a:moveTo>
                    <a:pt x="39087" y="0"/>
                  </a:moveTo>
                  <a:cubicBezTo>
                    <a:pt x="60674" y="0"/>
                    <a:pt x="78174" y="17500"/>
                    <a:pt x="78174" y="39087"/>
                  </a:cubicBezTo>
                  <a:cubicBezTo>
                    <a:pt x="78174" y="60674"/>
                    <a:pt x="60674" y="78174"/>
                    <a:pt x="39087" y="78174"/>
                  </a:cubicBezTo>
                  <a:cubicBezTo>
                    <a:pt x="17500" y="78174"/>
                    <a:pt x="0" y="60674"/>
                    <a:pt x="0" y="39087"/>
                  </a:cubicBezTo>
                  <a:cubicBezTo>
                    <a:pt x="0" y="17500"/>
                    <a:pt x="17500" y="0"/>
                    <a:pt x="39087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58" name="Freeform: Shape 408"/>
            <p:cNvSpPr>
              <a:spLocks/>
            </p:cNvSpPr>
            <p:nvPr/>
          </p:nvSpPr>
          <p:spPr bwMode="auto">
            <a:xfrm>
              <a:off x="9712562" y="5231276"/>
              <a:ext cx="78175" cy="78174"/>
            </a:xfrm>
            <a:custGeom>
              <a:avLst/>
              <a:gdLst>
                <a:gd name="connsiteX0" fmla="*/ 39087 w 78175"/>
                <a:gd name="connsiteY0" fmla="*/ 0 h 78174"/>
                <a:gd name="connsiteX1" fmla="*/ 78175 w 78175"/>
                <a:gd name="connsiteY1" fmla="*/ 39087 h 78174"/>
                <a:gd name="connsiteX2" fmla="*/ 39087 w 78175"/>
                <a:gd name="connsiteY2" fmla="*/ 78174 h 78174"/>
                <a:gd name="connsiteX3" fmla="*/ 0 w 78175"/>
                <a:gd name="connsiteY3" fmla="*/ 39087 h 78174"/>
                <a:gd name="connsiteX4" fmla="*/ 39087 w 78175"/>
                <a:gd name="connsiteY4" fmla="*/ 0 h 7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5" h="78174">
                  <a:moveTo>
                    <a:pt x="39087" y="0"/>
                  </a:moveTo>
                  <a:cubicBezTo>
                    <a:pt x="60675" y="0"/>
                    <a:pt x="78175" y="17500"/>
                    <a:pt x="78175" y="39087"/>
                  </a:cubicBezTo>
                  <a:cubicBezTo>
                    <a:pt x="78175" y="60674"/>
                    <a:pt x="60675" y="78174"/>
                    <a:pt x="39087" y="78174"/>
                  </a:cubicBezTo>
                  <a:cubicBezTo>
                    <a:pt x="17500" y="78174"/>
                    <a:pt x="0" y="60674"/>
                    <a:pt x="0" y="39087"/>
                  </a:cubicBezTo>
                  <a:cubicBezTo>
                    <a:pt x="0" y="17500"/>
                    <a:pt x="17500" y="0"/>
                    <a:pt x="39087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59" name="Freeform: Shape 409"/>
            <p:cNvSpPr>
              <a:spLocks/>
            </p:cNvSpPr>
            <p:nvPr/>
          </p:nvSpPr>
          <p:spPr bwMode="auto">
            <a:xfrm>
              <a:off x="7457781" y="5316452"/>
              <a:ext cx="78171" cy="78174"/>
            </a:xfrm>
            <a:custGeom>
              <a:avLst/>
              <a:gdLst>
                <a:gd name="connsiteX0" fmla="*/ 39085 w 78171"/>
                <a:gd name="connsiteY0" fmla="*/ 0 h 78174"/>
                <a:gd name="connsiteX1" fmla="*/ 78171 w 78171"/>
                <a:gd name="connsiteY1" fmla="*/ 39087 h 78174"/>
                <a:gd name="connsiteX2" fmla="*/ 39085 w 78171"/>
                <a:gd name="connsiteY2" fmla="*/ 78174 h 78174"/>
                <a:gd name="connsiteX3" fmla="*/ 0 w 78171"/>
                <a:gd name="connsiteY3" fmla="*/ 39087 h 78174"/>
                <a:gd name="connsiteX4" fmla="*/ 39085 w 78171"/>
                <a:gd name="connsiteY4" fmla="*/ 0 h 7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1" h="78174">
                  <a:moveTo>
                    <a:pt x="39085" y="0"/>
                  </a:moveTo>
                  <a:cubicBezTo>
                    <a:pt x="60672" y="0"/>
                    <a:pt x="78171" y="17500"/>
                    <a:pt x="78171" y="39087"/>
                  </a:cubicBezTo>
                  <a:cubicBezTo>
                    <a:pt x="78171" y="60674"/>
                    <a:pt x="60672" y="78174"/>
                    <a:pt x="39085" y="78174"/>
                  </a:cubicBezTo>
                  <a:cubicBezTo>
                    <a:pt x="17499" y="78174"/>
                    <a:pt x="0" y="60674"/>
                    <a:pt x="0" y="39087"/>
                  </a:cubicBezTo>
                  <a:cubicBezTo>
                    <a:pt x="0" y="17500"/>
                    <a:pt x="17499" y="0"/>
                    <a:pt x="3908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60" name="Freeform: Shape 410"/>
            <p:cNvSpPr>
              <a:spLocks/>
            </p:cNvSpPr>
            <p:nvPr/>
          </p:nvSpPr>
          <p:spPr bwMode="auto">
            <a:xfrm>
              <a:off x="8210157" y="5316452"/>
              <a:ext cx="78174" cy="78174"/>
            </a:xfrm>
            <a:custGeom>
              <a:avLst/>
              <a:gdLst>
                <a:gd name="connsiteX0" fmla="*/ 39087 w 78174"/>
                <a:gd name="connsiteY0" fmla="*/ 0 h 78174"/>
                <a:gd name="connsiteX1" fmla="*/ 78174 w 78174"/>
                <a:gd name="connsiteY1" fmla="*/ 39087 h 78174"/>
                <a:gd name="connsiteX2" fmla="*/ 39087 w 78174"/>
                <a:gd name="connsiteY2" fmla="*/ 78174 h 78174"/>
                <a:gd name="connsiteX3" fmla="*/ 0 w 78174"/>
                <a:gd name="connsiteY3" fmla="*/ 39087 h 78174"/>
                <a:gd name="connsiteX4" fmla="*/ 39087 w 78174"/>
                <a:gd name="connsiteY4" fmla="*/ 0 h 7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4" h="78174">
                  <a:moveTo>
                    <a:pt x="39087" y="0"/>
                  </a:moveTo>
                  <a:cubicBezTo>
                    <a:pt x="60673" y="0"/>
                    <a:pt x="78174" y="17500"/>
                    <a:pt x="78174" y="39087"/>
                  </a:cubicBezTo>
                  <a:cubicBezTo>
                    <a:pt x="78174" y="60674"/>
                    <a:pt x="60673" y="78174"/>
                    <a:pt x="39087" y="78174"/>
                  </a:cubicBezTo>
                  <a:cubicBezTo>
                    <a:pt x="17499" y="78174"/>
                    <a:pt x="0" y="60674"/>
                    <a:pt x="0" y="39087"/>
                  </a:cubicBezTo>
                  <a:cubicBezTo>
                    <a:pt x="0" y="17500"/>
                    <a:pt x="17499" y="0"/>
                    <a:pt x="39087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61" name="Freeform: Shape 411"/>
            <p:cNvSpPr>
              <a:spLocks/>
            </p:cNvSpPr>
            <p:nvPr/>
          </p:nvSpPr>
          <p:spPr bwMode="auto">
            <a:xfrm>
              <a:off x="9338734" y="5316452"/>
              <a:ext cx="78174" cy="78174"/>
            </a:xfrm>
            <a:custGeom>
              <a:avLst/>
              <a:gdLst>
                <a:gd name="connsiteX0" fmla="*/ 39087 w 78174"/>
                <a:gd name="connsiteY0" fmla="*/ 0 h 78174"/>
                <a:gd name="connsiteX1" fmla="*/ 78174 w 78174"/>
                <a:gd name="connsiteY1" fmla="*/ 39087 h 78174"/>
                <a:gd name="connsiteX2" fmla="*/ 39087 w 78174"/>
                <a:gd name="connsiteY2" fmla="*/ 78174 h 78174"/>
                <a:gd name="connsiteX3" fmla="*/ 0 w 78174"/>
                <a:gd name="connsiteY3" fmla="*/ 39087 h 78174"/>
                <a:gd name="connsiteX4" fmla="*/ 39087 w 78174"/>
                <a:gd name="connsiteY4" fmla="*/ 0 h 7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4" h="78174">
                  <a:moveTo>
                    <a:pt x="39087" y="0"/>
                  </a:moveTo>
                  <a:cubicBezTo>
                    <a:pt x="60674" y="0"/>
                    <a:pt x="78174" y="17500"/>
                    <a:pt x="78174" y="39087"/>
                  </a:cubicBezTo>
                  <a:cubicBezTo>
                    <a:pt x="78174" y="60674"/>
                    <a:pt x="60674" y="78174"/>
                    <a:pt x="39087" y="78174"/>
                  </a:cubicBezTo>
                  <a:cubicBezTo>
                    <a:pt x="17500" y="78174"/>
                    <a:pt x="0" y="60674"/>
                    <a:pt x="0" y="39087"/>
                  </a:cubicBezTo>
                  <a:cubicBezTo>
                    <a:pt x="0" y="17500"/>
                    <a:pt x="17500" y="0"/>
                    <a:pt x="39087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62" name="Freeform: Shape 412"/>
            <p:cNvSpPr>
              <a:spLocks/>
            </p:cNvSpPr>
            <p:nvPr/>
          </p:nvSpPr>
          <p:spPr bwMode="auto">
            <a:xfrm>
              <a:off x="9525647" y="5316452"/>
              <a:ext cx="78175" cy="78174"/>
            </a:xfrm>
            <a:custGeom>
              <a:avLst/>
              <a:gdLst>
                <a:gd name="connsiteX0" fmla="*/ 39088 w 78175"/>
                <a:gd name="connsiteY0" fmla="*/ 0 h 78174"/>
                <a:gd name="connsiteX1" fmla="*/ 78175 w 78175"/>
                <a:gd name="connsiteY1" fmla="*/ 39087 h 78174"/>
                <a:gd name="connsiteX2" fmla="*/ 39088 w 78175"/>
                <a:gd name="connsiteY2" fmla="*/ 78174 h 78174"/>
                <a:gd name="connsiteX3" fmla="*/ 0 w 78175"/>
                <a:gd name="connsiteY3" fmla="*/ 39087 h 78174"/>
                <a:gd name="connsiteX4" fmla="*/ 39088 w 78175"/>
                <a:gd name="connsiteY4" fmla="*/ 0 h 7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5" h="78174">
                  <a:moveTo>
                    <a:pt x="39088" y="0"/>
                  </a:moveTo>
                  <a:cubicBezTo>
                    <a:pt x="60675" y="0"/>
                    <a:pt x="78175" y="17500"/>
                    <a:pt x="78175" y="39087"/>
                  </a:cubicBezTo>
                  <a:cubicBezTo>
                    <a:pt x="78175" y="60674"/>
                    <a:pt x="60675" y="78174"/>
                    <a:pt x="39088" y="78174"/>
                  </a:cubicBezTo>
                  <a:cubicBezTo>
                    <a:pt x="17500" y="78174"/>
                    <a:pt x="0" y="60674"/>
                    <a:pt x="0" y="39087"/>
                  </a:cubicBezTo>
                  <a:cubicBezTo>
                    <a:pt x="0" y="17500"/>
                    <a:pt x="17500" y="0"/>
                    <a:pt x="39088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63" name="Freeform: Shape 413"/>
            <p:cNvSpPr>
              <a:spLocks/>
            </p:cNvSpPr>
            <p:nvPr/>
          </p:nvSpPr>
          <p:spPr bwMode="auto">
            <a:xfrm>
              <a:off x="7836338" y="5408726"/>
              <a:ext cx="78173" cy="78175"/>
            </a:xfrm>
            <a:custGeom>
              <a:avLst/>
              <a:gdLst>
                <a:gd name="connsiteX0" fmla="*/ 39086 w 78173"/>
                <a:gd name="connsiteY0" fmla="*/ 0 h 78175"/>
                <a:gd name="connsiteX1" fmla="*/ 78173 w 78173"/>
                <a:gd name="connsiteY1" fmla="*/ 39087 h 78175"/>
                <a:gd name="connsiteX2" fmla="*/ 39086 w 78173"/>
                <a:gd name="connsiteY2" fmla="*/ 78175 h 78175"/>
                <a:gd name="connsiteX3" fmla="*/ 0 w 78173"/>
                <a:gd name="connsiteY3" fmla="*/ 39087 h 78175"/>
                <a:gd name="connsiteX4" fmla="*/ 39086 w 78173"/>
                <a:gd name="connsiteY4" fmla="*/ 0 h 7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3" h="78175">
                  <a:moveTo>
                    <a:pt x="39086" y="0"/>
                  </a:moveTo>
                  <a:cubicBezTo>
                    <a:pt x="60672" y="0"/>
                    <a:pt x="78173" y="17500"/>
                    <a:pt x="78173" y="39087"/>
                  </a:cubicBezTo>
                  <a:cubicBezTo>
                    <a:pt x="78173" y="60675"/>
                    <a:pt x="60672" y="78175"/>
                    <a:pt x="39086" y="78175"/>
                  </a:cubicBezTo>
                  <a:cubicBezTo>
                    <a:pt x="17500" y="78175"/>
                    <a:pt x="0" y="60675"/>
                    <a:pt x="0" y="39087"/>
                  </a:cubicBezTo>
                  <a:cubicBezTo>
                    <a:pt x="0" y="17500"/>
                    <a:pt x="17500" y="0"/>
                    <a:pt x="39086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64" name="Freeform: Shape 414"/>
            <p:cNvSpPr>
              <a:spLocks/>
            </p:cNvSpPr>
            <p:nvPr/>
          </p:nvSpPr>
          <p:spPr bwMode="auto">
            <a:xfrm>
              <a:off x="8023251" y="5408726"/>
              <a:ext cx="78175" cy="78175"/>
            </a:xfrm>
            <a:custGeom>
              <a:avLst/>
              <a:gdLst>
                <a:gd name="connsiteX0" fmla="*/ 39087 w 78175"/>
                <a:gd name="connsiteY0" fmla="*/ 0 h 78175"/>
                <a:gd name="connsiteX1" fmla="*/ 78175 w 78175"/>
                <a:gd name="connsiteY1" fmla="*/ 39087 h 78175"/>
                <a:gd name="connsiteX2" fmla="*/ 39087 w 78175"/>
                <a:gd name="connsiteY2" fmla="*/ 78175 h 78175"/>
                <a:gd name="connsiteX3" fmla="*/ 0 w 78175"/>
                <a:gd name="connsiteY3" fmla="*/ 39087 h 78175"/>
                <a:gd name="connsiteX4" fmla="*/ 39087 w 78175"/>
                <a:gd name="connsiteY4" fmla="*/ 0 h 7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5" h="78175">
                  <a:moveTo>
                    <a:pt x="39087" y="0"/>
                  </a:moveTo>
                  <a:cubicBezTo>
                    <a:pt x="60675" y="0"/>
                    <a:pt x="78175" y="17500"/>
                    <a:pt x="78175" y="39087"/>
                  </a:cubicBezTo>
                  <a:cubicBezTo>
                    <a:pt x="78175" y="60675"/>
                    <a:pt x="60675" y="78175"/>
                    <a:pt x="39087" y="78175"/>
                  </a:cubicBezTo>
                  <a:cubicBezTo>
                    <a:pt x="17500" y="78175"/>
                    <a:pt x="0" y="60675"/>
                    <a:pt x="0" y="39087"/>
                  </a:cubicBezTo>
                  <a:cubicBezTo>
                    <a:pt x="0" y="17500"/>
                    <a:pt x="17500" y="0"/>
                    <a:pt x="39087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65" name="Freeform: Shape 415"/>
            <p:cNvSpPr>
              <a:spLocks/>
            </p:cNvSpPr>
            <p:nvPr/>
          </p:nvSpPr>
          <p:spPr bwMode="auto">
            <a:xfrm>
              <a:off x="8304793" y="5408726"/>
              <a:ext cx="78174" cy="78175"/>
            </a:xfrm>
            <a:custGeom>
              <a:avLst/>
              <a:gdLst>
                <a:gd name="connsiteX0" fmla="*/ 39088 w 78174"/>
                <a:gd name="connsiteY0" fmla="*/ 0 h 78175"/>
                <a:gd name="connsiteX1" fmla="*/ 78174 w 78174"/>
                <a:gd name="connsiteY1" fmla="*/ 39087 h 78175"/>
                <a:gd name="connsiteX2" fmla="*/ 39088 w 78174"/>
                <a:gd name="connsiteY2" fmla="*/ 78175 h 78175"/>
                <a:gd name="connsiteX3" fmla="*/ 0 w 78174"/>
                <a:gd name="connsiteY3" fmla="*/ 39087 h 78175"/>
                <a:gd name="connsiteX4" fmla="*/ 39088 w 78174"/>
                <a:gd name="connsiteY4" fmla="*/ 0 h 7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4" h="78175">
                  <a:moveTo>
                    <a:pt x="39088" y="0"/>
                  </a:moveTo>
                  <a:cubicBezTo>
                    <a:pt x="60678" y="0"/>
                    <a:pt x="78174" y="17500"/>
                    <a:pt x="78174" y="39087"/>
                  </a:cubicBezTo>
                  <a:cubicBezTo>
                    <a:pt x="78174" y="60675"/>
                    <a:pt x="60678" y="78175"/>
                    <a:pt x="39088" y="78175"/>
                  </a:cubicBezTo>
                  <a:cubicBezTo>
                    <a:pt x="17501" y="78175"/>
                    <a:pt x="0" y="60675"/>
                    <a:pt x="0" y="39087"/>
                  </a:cubicBezTo>
                  <a:cubicBezTo>
                    <a:pt x="0" y="17500"/>
                    <a:pt x="17501" y="0"/>
                    <a:pt x="39088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66" name="Freeform: Shape 416"/>
            <p:cNvSpPr>
              <a:spLocks/>
            </p:cNvSpPr>
            <p:nvPr/>
          </p:nvSpPr>
          <p:spPr bwMode="auto">
            <a:xfrm>
              <a:off x="7552414" y="5493902"/>
              <a:ext cx="78174" cy="78175"/>
            </a:xfrm>
            <a:custGeom>
              <a:avLst/>
              <a:gdLst>
                <a:gd name="connsiteX0" fmla="*/ 39086 w 78174"/>
                <a:gd name="connsiteY0" fmla="*/ 0 h 78175"/>
                <a:gd name="connsiteX1" fmla="*/ 78174 w 78174"/>
                <a:gd name="connsiteY1" fmla="*/ 39088 h 78175"/>
                <a:gd name="connsiteX2" fmla="*/ 39086 w 78174"/>
                <a:gd name="connsiteY2" fmla="*/ 78175 h 78175"/>
                <a:gd name="connsiteX3" fmla="*/ 0 w 78174"/>
                <a:gd name="connsiteY3" fmla="*/ 39088 h 78175"/>
                <a:gd name="connsiteX4" fmla="*/ 39086 w 78174"/>
                <a:gd name="connsiteY4" fmla="*/ 0 h 7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4" h="78175">
                  <a:moveTo>
                    <a:pt x="39086" y="0"/>
                  </a:moveTo>
                  <a:cubicBezTo>
                    <a:pt x="60673" y="0"/>
                    <a:pt x="78174" y="17500"/>
                    <a:pt x="78174" y="39088"/>
                  </a:cubicBezTo>
                  <a:cubicBezTo>
                    <a:pt x="78174" y="60675"/>
                    <a:pt x="60673" y="78175"/>
                    <a:pt x="39086" y="78175"/>
                  </a:cubicBezTo>
                  <a:cubicBezTo>
                    <a:pt x="17500" y="78175"/>
                    <a:pt x="0" y="60675"/>
                    <a:pt x="0" y="39088"/>
                  </a:cubicBezTo>
                  <a:cubicBezTo>
                    <a:pt x="0" y="17500"/>
                    <a:pt x="17500" y="0"/>
                    <a:pt x="39086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67" name="Freeform: Shape 417"/>
            <p:cNvSpPr>
              <a:spLocks/>
            </p:cNvSpPr>
            <p:nvPr/>
          </p:nvSpPr>
          <p:spPr bwMode="auto">
            <a:xfrm>
              <a:off x="9338735" y="5661890"/>
              <a:ext cx="78174" cy="78174"/>
            </a:xfrm>
            <a:custGeom>
              <a:avLst/>
              <a:gdLst>
                <a:gd name="connsiteX0" fmla="*/ 39087 w 78174"/>
                <a:gd name="connsiteY0" fmla="*/ 0 h 78174"/>
                <a:gd name="connsiteX1" fmla="*/ 78174 w 78174"/>
                <a:gd name="connsiteY1" fmla="*/ 39087 h 78174"/>
                <a:gd name="connsiteX2" fmla="*/ 39087 w 78174"/>
                <a:gd name="connsiteY2" fmla="*/ 78174 h 78174"/>
                <a:gd name="connsiteX3" fmla="*/ 0 w 78174"/>
                <a:gd name="connsiteY3" fmla="*/ 39087 h 78174"/>
                <a:gd name="connsiteX4" fmla="*/ 39087 w 78174"/>
                <a:gd name="connsiteY4" fmla="*/ 0 h 7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4" h="78174">
                  <a:moveTo>
                    <a:pt x="39087" y="0"/>
                  </a:moveTo>
                  <a:cubicBezTo>
                    <a:pt x="60674" y="0"/>
                    <a:pt x="78174" y="17500"/>
                    <a:pt x="78174" y="39087"/>
                  </a:cubicBezTo>
                  <a:cubicBezTo>
                    <a:pt x="78174" y="60674"/>
                    <a:pt x="60674" y="78174"/>
                    <a:pt x="39087" y="78174"/>
                  </a:cubicBezTo>
                  <a:cubicBezTo>
                    <a:pt x="17500" y="78174"/>
                    <a:pt x="0" y="60674"/>
                    <a:pt x="0" y="39087"/>
                  </a:cubicBezTo>
                  <a:cubicBezTo>
                    <a:pt x="0" y="17500"/>
                    <a:pt x="17500" y="0"/>
                    <a:pt x="39087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68" name="Freeform: Shape 418"/>
            <p:cNvSpPr>
              <a:spLocks/>
            </p:cNvSpPr>
            <p:nvPr/>
          </p:nvSpPr>
          <p:spPr bwMode="auto">
            <a:xfrm>
              <a:off x="9525649" y="5661890"/>
              <a:ext cx="78174" cy="78174"/>
            </a:xfrm>
            <a:custGeom>
              <a:avLst/>
              <a:gdLst>
                <a:gd name="connsiteX0" fmla="*/ 39087 w 78174"/>
                <a:gd name="connsiteY0" fmla="*/ 0 h 78174"/>
                <a:gd name="connsiteX1" fmla="*/ 78174 w 78174"/>
                <a:gd name="connsiteY1" fmla="*/ 39087 h 78174"/>
                <a:gd name="connsiteX2" fmla="*/ 39087 w 78174"/>
                <a:gd name="connsiteY2" fmla="*/ 78174 h 78174"/>
                <a:gd name="connsiteX3" fmla="*/ 0 w 78174"/>
                <a:gd name="connsiteY3" fmla="*/ 39087 h 78174"/>
                <a:gd name="connsiteX4" fmla="*/ 39087 w 78174"/>
                <a:gd name="connsiteY4" fmla="*/ 0 h 7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4" h="78174">
                  <a:moveTo>
                    <a:pt x="39087" y="0"/>
                  </a:moveTo>
                  <a:cubicBezTo>
                    <a:pt x="60674" y="0"/>
                    <a:pt x="78174" y="17500"/>
                    <a:pt x="78174" y="39087"/>
                  </a:cubicBezTo>
                  <a:cubicBezTo>
                    <a:pt x="78174" y="60674"/>
                    <a:pt x="60674" y="78174"/>
                    <a:pt x="39087" y="78174"/>
                  </a:cubicBezTo>
                  <a:cubicBezTo>
                    <a:pt x="17500" y="78174"/>
                    <a:pt x="0" y="60674"/>
                    <a:pt x="0" y="39087"/>
                  </a:cubicBezTo>
                  <a:cubicBezTo>
                    <a:pt x="0" y="17500"/>
                    <a:pt x="17500" y="0"/>
                    <a:pt x="39087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69" name="Freeform: Shape 419"/>
            <p:cNvSpPr>
              <a:spLocks/>
            </p:cNvSpPr>
            <p:nvPr/>
          </p:nvSpPr>
          <p:spPr bwMode="auto">
            <a:xfrm>
              <a:off x="9712563" y="5749431"/>
              <a:ext cx="78175" cy="78174"/>
            </a:xfrm>
            <a:custGeom>
              <a:avLst/>
              <a:gdLst>
                <a:gd name="connsiteX0" fmla="*/ 39088 w 78175"/>
                <a:gd name="connsiteY0" fmla="*/ 0 h 78174"/>
                <a:gd name="connsiteX1" fmla="*/ 78175 w 78175"/>
                <a:gd name="connsiteY1" fmla="*/ 39087 h 78174"/>
                <a:gd name="connsiteX2" fmla="*/ 39088 w 78175"/>
                <a:gd name="connsiteY2" fmla="*/ 78174 h 78174"/>
                <a:gd name="connsiteX3" fmla="*/ 0 w 78175"/>
                <a:gd name="connsiteY3" fmla="*/ 39087 h 78174"/>
                <a:gd name="connsiteX4" fmla="*/ 39088 w 78175"/>
                <a:gd name="connsiteY4" fmla="*/ 0 h 7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5" h="78174">
                  <a:moveTo>
                    <a:pt x="39088" y="0"/>
                  </a:moveTo>
                  <a:cubicBezTo>
                    <a:pt x="60675" y="0"/>
                    <a:pt x="78175" y="17500"/>
                    <a:pt x="78175" y="39087"/>
                  </a:cubicBezTo>
                  <a:cubicBezTo>
                    <a:pt x="78175" y="60674"/>
                    <a:pt x="60675" y="78174"/>
                    <a:pt x="39088" y="78174"/>
                  </a:cubicBezTo>
                  <a:cubicBezTo>
                    <a:pt x="17500" y="78174"/>
                    <a:pt x="0" y="60674"/>
                    <a:pt x="0" y="39087"/>
                  </a:cubicBezTo>
                  <a:cubicBezTo>
                    <a:pt x="0" y="17500"/>
                    <a:pt x="17500" y="0"/>
                    <a:pt x="39088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70" name="Freeform: Shape 420"/>
            <p:cNvSpPr>
              <a:spLocks/>
            </p:cNvSpPr>
            <p:nvPr/>
          </p:nvSpPr>
          <p:spPr bwMode="auto">
            <a:xfrm>
              <a:off x="9996483" y="5749432"/>
              <a:ext cx="57354" cy="67253"/>
            </a:xfrm>
            <a:custGeom>
              <a:avLst/>
              <a:gdLst>
                <a:gd name="connsiteX0" fmla="*/ 39088 w 57354"/>
                <a:gd name="connsiteY0" fmla="*/ 0 h 67253"/>
                <a:gd name="connsiteX1" fmla="*/ 57354 w 57354"/>
                <a:gd name="connsiteY1" fmla="*/ 7567 h 67253"/>
                <a:gd name="connsiteX2" fmla="*/ 12722 w 57354"/>
                <a:gd name="connsiteY2" fmla="*/ 67253 h 67253"/>
                <a:gd name="connsiteX3" fmla="*/ 11448 w 57354"/>
                <a:gd name="connsiteY3" fmla="*/ 66726 h 67253"/>
                <a:gd name="connsiteX4" fmla="*/ 0 w 57354"/>
                <a:gd name="connsiteY4" fmla="*/ 39087 h 67253"/>
                <a:gd name="connsiteX5" fmla="*/ 39088 w 57354"/>
                <a:gd name="connsiteY5" fmla="*/ 0 h 67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54" h="67253">
                  <a:moveTo>
                    <a:pt x="39088" y="0"/>
                  </a:moveTo>
                  <a:lnTo>
                    <a:pt x="57354" y="7567"/>
                  </a:lnTo>
                  <a:lnTo>
                    <a:pt x="12722" y="67253"/>
                  </a:lnTo>
                  <a:lnTo>
                    <a:pt x="11448" y="66726"/>
                  </a:lnTo>
                  <a:cubicBezTo>
                    <a:pt x="4375" y="59653"/>
                    <a:pt x="0" y="49881"/>
                    <a:pt x="0" y="39087"/>
                  </a:cubicBezTo>
                  <a:cubicBezTo>
                    <a:pt x="0" y="17500"/>
                    <a:pt x="17500" y="0"/>
                    <a:pt x="39088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71" name="Freeform: Shape 421"/>
            <p:cNvSpPr>
              <a:spLocks/>
            </p:cNvSpPr>
            <p:nvPr/>
          </p:nvSpPr>
          <p:spPr bwMode="auto">
            <a:xfrm>
              <a:off x="7836333" y="5749432"/>
              <a:ext cx="78173" cy="78174"/>
            </a:xfrm>
            <a:custGeom>
              <a:avLst/>
              <a:gdLst>
                <a:gd name="connsiteX0" fmla="*/ 39086 w 78173"/>
                <a:gd name="connsiteY0" fmla="*/ 0 h 78174"/>
                <a:gd name="connsiteX1" fmla="*/ 78173 w 78173"/>
                <a:gd name="connsiteY1" fmla="*/ 39087 h 78174"/>
                <a:gd name="connsiteX2" fmla="*/ 39086 w 78173"/>
                <a:gd name="connsiteY2" fmla="*/ 78174 h 78174"/>
                <a:gd name="connsiteX3" fmla="*/ 0 w 78173"/>
                <a:gd name="connsiteY3" fmla="*/ 39087 h 78174"/>
                <a:gd name="connsiteX4" fmla="*/ 39086 w 78173"/>
                <a:gd name="connsiteY4" fmla="*/ 0 h 7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3" h="78174">
                  <a:moveTo>
                    <a:pt x="39086" y="0"/>
                  </a:moveTo>
                  <a:cubicBezTo>
                    <a:pt x="60673" y="0"/>
                    <a:pt x="78173" y="17500"/>
                    <a:pt x="78173" y="39087"/>
                  </a:cubicBezTo>
                  <a:cubicBezTo>
                    <a:pt x="78173" y="60674"/>
                    <a:pt x="60673" y="78174"/>
                    <a:pt x="39086" y="78174"/>
                  </a:cubicBezTo>
                  <a:cubicBezTo>
                    <a:pt x="17499" y="78174"/>
                    <a:pt x="0" y="60674"/>
                    <a:pt x="0" y="39087"/>
                  </a:cubicBezTo>
                  <a:cubicBezTo>
                    <a:pt x="0" y="17500"/>
                    <a:pt x="17499" y="0"/>
                    <a:pt x="39086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72" name="Freeform: Shape 422"/>
            <p:cNvSpPr>
              <a:spLocks/>
            </p:cNvSpPr>
            <p:nvPr/>
          </p:nvSpPr>
          <p:spPr bwMode="auto">
            <a:xfrm>
              <a:off x="9617923" y="5493902"/>
              <a:ext cx="78175" cy="78174"/>
            </a:xfrm>
            <a:custGeom>
              <a:avLst/>
              <a:gdLst>
                <a:gd name="connsiteX0" fmla="*/ 39088 w 78175"/>
                <a:gd name="connsiteY0" fmla="*/ 0 h 78174"/>
                <a:gd name="connsiteX1" fmla="*/ 78175 w 78175"/>
                <a:gd name="connsiteY1" fmla="*/ 39087 h 78174"/>
                <a:gd name="connsiteX2" fmla="*/ 39088 w 78175"/>
                <a:gd name="connsiteY2" fmla="*/ 78174 h 78174"/>
                <a:gd name="connsiteX3" fmla="*/ 0 w 78175"/>
                <a:gd name="connsiteY3" fmla="*/ 39087 h 78174"/>
                <a:gd name="connsiteX4" fmla="*/ 39088 w 78175"/>
                <a:gd name="connsiteY4" fmla="*/ 0 h 7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5" h="78174">
                  <a:moveTo>
                    <a:pt x="39088" y="0"/>
                  </a:moveTo>
                  <a:cubicBezTo>
                    <a:pt x="60675" y="0"/>
                    <a:pt x="78175" y="17500"/>
                    <a:pt x="78175" y="39087"/>
                  </a:cubicBezTo>
                  <a:cubicBezTo>
                    <a:pt x="78175" y="60674"/>
                    <a:pt x="60675" y="78174"/>
                    <a:pt x="39088" y="78174"/>
                  </a:cubicBezTo>
                  <a:cubicBezTo>
                    <a:pt x="17500" y="78174"/>
                    <a:pt x="0" y="60674"/>
                    <a:pt x="0" y="39087"/>
                  </a:cubicBezTo>
                  <a:cubicBezTo>
                    <a:pt x="0" y="17500"/>
                    <a:pt x="17500" y="0"/>
                    <a:pt x="39088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73" name="Freeform: Shape 423"/>
            <p:cNvSpPr>
              <a:spLocks/>
            </p:cNvSpPr>
            <p:nvPr/>
          </p:nvSpPr>
          <p:spPr bwMode="auto">
            <a:xfrm>
              <a:off x="7649416" y="5836973"/>
              <a:ext cx="78176" cy="78175"/>
            </a:xfrm>
            <a:custGeom>
              <a:avLst/>
              <a:gdLst>
                <a:gd name="connsiteX0" fmla="*/ 39088 w 78176"/>
                <a:gd name="connsiteY0" fmla="*/ 0 h 78175"/>
                <a:gd name="connsiteX1" fmla="*/ 78176 w 78176"/>
                <a:gd name="connsiteY1" fmla="*/ 39088 h 78175"/>
                <a:gd name="connsiteX2" fmla="*/ 39088 w 78176"/>
                <a:gd name="connsiteY2" fmla="*/ 78175 h 78175"/>
                <a:gd name="connsiteX3" fmla="*/ 0 w 78176"/>
                <a:gd name="connsiteY3" fmla="*/ 39088 h 78175"/>
                <a:gd name="connsiteX4" fmla="*/ 39088 w 78176"/>
                <a:gd name="connsiteY4" fmla="*/ 0 h 7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6" h="78175">
                  <a:moveTo>
                    <a:pt x="39088" y="0"/>
                  </a:moveTo>
                  <a:cubicBezTo>
                    <a:pt x="60675" y="0"/>
                    <a:pt x="78176" y="17500"/>
                    <a:pt x="78176" y="39088"/>
                  </a:cubicBezTo>
                  <a:cubicBezTo>
                    <a:pt x="78176" y="60675"/>
                    <a:pt x="60675" y="78175"/>
                    <a:pt x="39088" y="78175"/>
                  </a:cubicBezTo>
                  <a:cubicBezTo>
                    <a:pt x="17500" y="78175"/>
                    <a:pt x="0" y="60675"/>
                    <a:pt x="0" y="39088"/>
                  </a:cubicBezTo>
                  <a:cubicBezTo>
                    <a:pt x="0" y="17500"/>
                    <a:pt x="17500" y="0"/>
                    <a:pt x="39088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74" name="Freeform: Shape 424"/>
            <p:cNvSpPr>
              <a:spLocks/>
            </p:cNvSpPr>
            <p:nvPr/>
          </p:nvSpPr>
          <p:spPr bwMode="auto">
            <a:xfrm>
              <a:off x="9712563" y="5836973"/>
              <a:ext cx="78175" cy="78175"/>
            </a:xfrm>
            <a:custGeom>
              <a:avLst/>
              <a:gdLst>
                <a:gd name="connsiteX0" fmla="*/ 39088 w 78175"/>
                <a:gd name="connsiteY0" fmla="*/ 0 h 78175"/>
                <a:gd name="connsiteX1" fmla="*/ 78175 w 78175"/>
                <a:gd name="connsiteY1" fmla="*/ 39088 h 78175"/>
                <a:gd name="connsiteX2" fmla="*/ 39088 w 78175"/>
                <a:gd name="connsiteY2" fmla="*/ 78175 h 78175"/>
                <a:gd name="connsiteX3" fmla="*/ 0 w 78175"/>
                <a:gd name="connsiteY3" fmla="*/ 39088 h 78175"/>
                <a:gd name="connsiteX4" fmla="*/ 39088 w 78175"/>
                <a:gd name="connsiteY4" fmla="*/ 0 h 7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5" h="78175">
                  <a:moveTo>
                    <a:pt x="39088" y="0"/>
                  </a:moveTo>
                  <a:cubicBezTo>
                    <a:pt x="60675" y="0"/>
                    <a:pt x="78175" y="17500"/>
                    <a:pt x="78175" y="39088"/>
                  </a:cubicBezTo>
                  <a:cubicBezTo>
                    <a:pt x="78175" y="60675"/>
                    <a:pt x="60675" y="78175"/>
                    <a:pt x="39088" y="78175"/>
                  </a:cubicBezTo>
                  <a:cubicBezTo>
                    <a:pt x="17500" y="78175"/>
                    <a:pt x="0" y="60675"/>
                    <a:pt x="0" y="39088"/>
                  </a:cubicBezTo>
                  <a:cubicBezTo>
                    <a:pt x="0" y="17500"/>
                    <a:pt x="17500" y="0"/>
                    <a:pt x="39088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75" name="Freeform: Shape 425"/>
            <p:cNvSpPr>
              <a:spLocks/>
            </p:cNvSpPr>
            <p:nvPr/>
          </p:nvSpPr>
          <p:spPr bwMode="auto">
            <a:xfrm>
              <a:off x="7836328" y="5922149"/>
              <a:ext cx="78175" cy="78174"/>
            </a:xfrm>
            <a:custGeom>
              <a:avLst/>
              <a:gdLst>
                <a:gd name="connsiteX0" fmla="*/ 39087 w 78175"/>
                <a:gd name="connsiteY0" fmla="*/ 0 h 78174"/>
                <a:gd name="connsiteX1" fmla="*/ 78175 w 78175"/>
                <a:gd name="connsiteY1" fmla="*/ 39087 h 78174"/>
                <a:gd name="connsiteX2" fmla="*/ 39087 w 78175"/>
                <a:gd name="connsiteY2" fmla="*/ 78174 h 78174"/>
                <a:gd name="connsiteX3" fmla="*/ 0 w 78175"/>
                <a:gd name="connsiteY3" fmla="*/ 39087 h 78174"/>
                <a:gd name="connsiteX4" fmla="*/ 39087 w 78175"/>
                <a:gd name="connsiteY4" fmla="*/ 0 h 7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5" h="78174">
                  <a:moveTo>
                    <a:pt x="39087" y="0"/>
                  </a:moveTo>
                  <a:cubicBezTo>
                    <a:pt x="60674" y="0"/>
                    <a:pt x="78175" y="17500"/>
                    <a:pt x="78175" y="39087"/>
                  </a:cubicBezTo>
                  <a:cubicBezTo>
                    <a:pt x="78175" y="60674"/>
                    <a:pt x="60674" y="78174"/>
                    <a:pt x="39087" y="78174"/>
                  </a:cubicBezTo>
                  <a:cubicBezTo>
                    <a:pt x="17500" y="78174"/>
                    <a:pt x="0" y="60674"/>
                    <a:pt x="0" y="39087"/>
                  </a:cubicBezTo>
                  <a:cubicBezTo>
                    <a:pt x="0" y="17500"/>
                    <a:pt x="17500" y="0"/>
                    <a:pt x="39087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76" name="Freeform: Shape 426"/>
            <p:cNvSpPr>
              <a:spLocks/>
            </p:cNvSpPr>
            <p:nvPr/>
          </p:nvSpPr>
          <p:spPr bwMode="auto">
            <a:xfrm>
              <a:off x="9338735" y="5922149"/>
              <a:ext cx="78174" cy="78174"/>
            </a:xfrm>
            <a:custGeom>
              <a:avLst/>
              <a:gdLst>
                <a:gd name="connsiteX0" fmla="*/ 39087 w 78174"/>
                <a:gd name="connsiteY0" fmla="*/ 0 h 78174"/>
                <a:gd name="connsiteX1" fmla="*/ 78174 w 78174"/>
                <a:gd name="connsiteY1" fmla="*/ 39087 h 78174"/>
                <a:gd name="connsiteX2" fmla="*/ 39087 w 78174"/>
                <a:gd name="connsiteY2" fmla="*/ 78174 h 78174"/>
                <a:gd name="connsiteX3" fmla="*/ 0 w 78174"/>
                <a:gd name="connsiteY3" fmla="*/ 39087 h 78174"/>
                <a:gd name="connsiteX4" fmla="*/ 39087 w 78174"/>
                <a:gd name="connsiteY4" fmla="*/ 0 h 7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4" h="78174">
                  <a:moveTo>
                    <a:pt x="39087" y="0"/>
                  </a:moveTo>
                  <a:cubicBezTo>
                    <a:pt x="60674" y="0"/>
                    <a:pt x="78174" y="17500"/>
                    <a:pt x="78174" y="39087"/>
                  </a:cubicBezTo>
                  <a:cubicBezTo>
                    <a:pt x="78174" y="60674"/>
                    <a:pt x="60674" y="78174"/>
                    <a:pt x="39087" y="78174"/>
                  </a:cubicBezTo>
                  <a:cubicBezTo>
                    <a:pt x="17500" y="78174"/>
                    <a:pt x="0" y="60674"/>
                    <a:pt x="0" y="39087"/>
                  </a:cubicBezTo>
                  <a:cubicBezTo>
                    <a:pt x="0" y="17500"/>
                    <a:pt x="17500" y="0"/>
                    <a:pt x="39087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77" name="Freeform: Shape 427"/>
            <p:cNvSpPr>
              <a:spLocks/>
            </p:cNvSpPr>
            <p:nvPr/>
          </p:nvSpPr>
          <p:spPr bwMode="auto">
            <a:xfrm>
              <a:off x="9525649" y="5922149"/>
              <a:ext cx="78174" cy="78174"/>
            </a:xfrm>
            <a:custGeom>
              <a:avLst/>
              <a:gdLst>
                <a:gd name="connsiteX0" fmla="*/ 39088 w 78174"/>
                <a:gd name="connsiteY0" fmla="*/ 0 h 78174"/>
                <a:gd name="connsiteX1" fmla="*/ 78174 w 78174"/>
                <a:gd name="connsiteY1" fmla="*/ 39087 h 78174"/>
                <a:gd name="connsiteX2" fmla="*/ 39088 w 78174"/>
                <a:gd name="connsiteY2" fmla="*/ 78174 h 78174"/>
                <a:gd name="connsiteX3" fmla="*/ 0 w 78174"/>
                <a:gd name="connsiteY3" fmla="*/ 39087 h 78174"/>
                <a:gd name="connsiteX4" fmla="*/ 39088 w 78174"/>
                <a:gd name="connsiteY4" fmla="*/ 0 h 7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4" h="78174">
                  <a:moveTo>
                    <a:pt x="39088" y="0"/>
                  </a:moveTo>
                  <a:cubicBezTo>
                    <a:pt x="60675" y="0"/>
                    <a:pt x="78174" y="17500"/>
                    <a:pt x="78174" y="39087"/>
                  </a:cubicBezTo>
                  <a:cubicBezTo>
                    <a:pt x="78174" y="60674"/>
                    <a:pt x="60675" y="78174"/>
                    <a:pt x="39088" y="78174"/>
                  </a:cubicBezTo>
                  <a:cubicBezTo>
                    <a:pt x="17500" y="78174"/>
                    <a:pt x="0" y="60674"/>
                    <a:pt x="0" y="39087"/>
                  </a:cubicBezTo>
                  <a:cubicBezTo>
                    <a:pt x="0" y="17500"/>
                    <a:pt x="17500" y="0"/>
                    <a:pt x="39088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78" name="Freeform: Shape 428"/>
            <p:cNvSpPr>
              <a:spLocks/>
            </p:cNvSpPr>
            <p:nvPr/>
          </p:nvSpPr>
          <p:spPr bwMode="auto">
            <a:xfrm>
              <a:off x="7926235" y="6007325"/>
              <a:ext cx="78174" cy="78174"/>
            </a:xfrm>
            <a:custGeom>
              <a:avLst/>
              <a:gdLst>
                <a:gd name="connsiteX0" fmla="*/ 39087 w 78174"/>
                <a:gd name="connsiteY0" fmla="*/ 0 h 78174"/>
                <a:gd name="connsiteX1" fmla="*/ 78174 w 78174"/>
                <a:gd name="connsiteY1" fmla="*/ 39087 h 78174"/>
                <a:gd name="connsiteX2" fmla="*/ 39087 w 78174"/>
                <a:gd name="connsiteY2" fmla="*/ 78174 h 78174"/>
                <a:gd name="connsiteX3" fmla="*/ 0 w 78174"/>
                <a:gd name="connsiteY3" fmla="*/ 39087 h 78174"/>
                <a:gd name="connsiteX4" fmla="*/ 39087 w 78174"/>
                <a:gd name="connsiteY4" fmla="*/ 0 h 7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4" h="78174">
                  <a:moveTo>
                    <a:pt x="39087" y="0"/>
                  </a:moveTo>
                  <a:cubicBezTo>
                    <a:pt x="60675" y="0"/>
                    <a:pt x="78174" y="17500"/>
                    <a:pt x="78174" y="39087"/>
                  </a:cubicBezTo>
                  <a:cubicBezTo>
                    <a:pt x="78174" y="60674"/>
                    <a:pt x="60675" y="78174"/>
                    <a:pt x="39087" y="78174"/>
                  </a:cubicBezTo>
                  <a:cubicBezTo>
                    <a:pt x="17500" y="78174"/>
                    <a:pt x="0" y="60674"/>
                    <a:pt x="0" y="39087"/>
                  </a:cubicBezTo>
                  <a:cubicBezTo>
                    <a:pt x="0" y="17500"/>
                    <a:pt x="17500" y="0"/>
                    <a:pt x="39087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79" name="Freeform: Shape 429"/>
            <p:cNvSpPr>
              <a:spLocks/>
            </p:cNvSpPr>
            <p:nvPr/>
          </p:nvSpPr>
          <p:spPr bwMode="auto">
            <a:xfrm>
              <a:off x="9525649" y="6007325"/>
              <a:ext cx="78174" cy="78174"/>
            </a:xfrm>
            <a:custGeom>
              <a:avLst/>
              <a:gdLst>
                <a:gd name="connsiteX0" fmla="*/ 39088 w 78174"/>
                <a:gd name="connsiteY0" fmla="*/ 0 h 78174"/>
                <a:gd name="connsiteX1" fmla="*/ 78174 w 78174"/>
                <a:gd name="connsiteY1" fmla="*/ 39087 h 78174"/>
                <a:gd name="connsiteX2" fmla="*/ 39088 w 78174"/>
                <a:gd name="connsiteY2" fmla="*/ 78174 h 78174"/>
                <a:gd name="connsiteX3" fmla="*/ 0 w 78174"/>
                <a:gd name="connsiteY3" fmla="*/ 39087 h 78174"/>
                <a:gd name="connsiteX4" fmla="*/ 39088 w 78174"/>
                <a:gd name="connsiteY4" fmla="*/ 0 h 7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4" h="78174">
                  <a:moveTo>
                    <a:pt x="39088" y="0"/>
                  </a:moveTo>
                  <a:cubicBezTo>
                    <a:pt x="60675" y="0"/>
                    <a:pt x="78174" y="17500"/>
                    <a:pt x="78174" y="39087"/>
                  </a:cubicBezTo>
                  <a:cubicBezTo>
                    <a:pt x="78174" y="60675"/>
                    <a:pt x="60675" y="78174"/>
                    <a:pt x="39088" y="78174"/>
                  </a:cubicBezTo>
                  <a:cubicBezTo>
                    <a:pt x="17500" y="78174"/>
                    <a:pt x="0" y="60675"/>
                    <a:pt x="0" y="39087"/>
                  </a:cubicBezTo>
                  <a:cubicBezTo>
                    <a:pt x="0" y="17500"/>
                    <a:pt x="17500" y="0"/>
                    <a:pt x="39088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80" name="Freeform: Shape 430"/>
            <p:cNvSpPr>
              <a:spLocks/>
            </p:cNvSpPr>
            <p:nvPr/>
          </p:nvSpPr>
          <p:spPr bwMode="auto">
            <a:xfrm>
              <a:off x="9617923" y="6007325"/>
              <a:ext cx="78175" cy="78174"/>
            </a:xfrm>
            <a:custGeom>
              <a:avLst/>
              <a:gdLst>
                <a:gd name="connsiteX0" fmla="*/ 39088 w 78175"/>
                <a:gd name="connsiteY0" fmla="*/ 0 h 78174"/>
                <a:gd name="connsiteX1" fmla="*/ 78175 w 78175"/>
                <a:gd name="connsiteY1" fmla="*/ 39087 h 78174"/>
                <a:gd name="connsiteX2" fmla="*/ 39088 w 78175"/>
                <a:gd name="connsiteY2" fmla="*/ 78174 h 78174"/>
                <a:gd name="connsiteX3" fmla="*/ 0 w 78175"/>
                <a:gd name="connsiteY3" fmla="*/ 39087 h 78174"/>
                <a:gd name="connsiteX4" fmla="*/ 39088 w 78175"/>
                <a:gd name="connsiteY4" fmla="*/ 0 h 7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5" h="78174">
                  <a:moveTo>
                    <a:pt x="39088" y="0"/>
                  </a:moveTo>
                  <a:cubicBezTo>
                    <a:pt x="60675" y="0"/>
                    <a:pt x="78175" y="17500"/>
                    <a:pt x="78175" y="39087"/>
                  </a:cubicBezTo>
                  <a:cubicBezTo>
                    <a:pt x="78175" y="60675"/>
                    <a:pt x="60675" y="78174"/>
                    <a:pt x="39088" y="78174"/>
                  </a:cubicBezTo>
                  <a:cubicBezTo>
                    <a:pt x="17500" y="78174"/>
                    <a:pt x="0" y="60675"/>
                    <a:pt x="0" y="39087"/>
                  </a:cubicBezTo>
                  <a:cubicBezTo>
                    <a:pt x="0" y="17500"/>
                    <a:pt x="17500" y="0"/>
                    <a:pt x="39088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81" name="Freeform: Shape 431"/>
            <p:cNvSpPr>
              <a:spLocks/>
            </p:cNvSpPr>
            <p:nvPr/>
          </p:nvSpPr>
          <p:spPr bwMode="auto">
            <a:xfrm>
              <a:off x="7649412" y="6094867"/>
              <a:ext cx="78174" cy="78174"/>
            </a:xfrm>
            <a:custGeom>
              <a:avLst/>
              <a:gdLst>
                <a:gd name="connsiteX0" fmla="*/ 39087 w 78174"/>
                <a:gd name="connsiteY0" fmla="*/ 0 h 78174"/>
                <a:gd name="connsiteX1" fmla="*/ 78174 w 78174"/>
                <a:gd name="connsiteY1" fmla="*/ 39087 h 78174"/>
                <a:gd name="connsiteX2" fmla="*/ 39087 w 78174"/>
                <a:gd name="connsiteY2" fmla="*/ 78174 h 78174"/>
                <a:gd name="connsiteX3" fmla="*/ 0 w 78174"/>
                <a:gd name="connsiteY3" fmla="*/ 39087 h 78174"/>
                <a:gd name="connsiteX4" fmla="*/ 39087 w 78174"/>
                <a:gd name="connsiteY4" fmla="*/ 0 h 7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4" h="78174">
                  <a:moveTo>
                    <a:pt x="39087" y="0"/>
                  </a:moveTo>
                  <a:cubicBezTo>
                    <a:pt x="60674" y="0"/>
                    <a:pt x="78174" y="17499"/>
                    <a:pt x="78174" y="39087"/>
                  </a:cubicBezTo>
                  <a:cubicBezTo>
                    <a:pt x="78174" y="60674"/>
                    <a:pt x="60674" y="78174"/>
                    <a:pt x="39087" y="78174"/>
                  </a:cubicBezTo>
                  <a:cubicBezTo>
                    <a:pt x="17500" y="78174"/>
                    <a:pt x="0" y="60674"/>
                    <a:pt x="0" y="39087"/>
                  </a:cubicBezTo>
                  <a:cubicBezTo>
                    <a:pt x="0" y="17499"/>
                    <a:pt x="17500" y="0"/>
                    <a:pt x="39087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82" name="Freeform: Shape 432"/>
            <p:cNvSpPr>
              <a:spLocks/>
            </p:cNvSpPr>
            <p:nvPr/>
          </p:nvSpPr>
          <p:spPr bwMode="auto">
            <a:xfrm>
              <a:off x="7836324" y="6177678"/>
              <a:ext cx="78175" cy="78175"/>
            </a:xfrm>
            <a:custGeom>
              <a:avLst/>
              <a:gdLst>
                <a:gd name="connsiteX0" fmla="*/ 39088 w 78175"/>
                <a:gd name="connsiteY0" fmla="*/ 0 h 78175"/>
                <a:gd name="connsiteX1" fmla="*/ 78175 w 78175"/>
                <a:gd name="connsiteY1" fmla="*/ 39088 h 78175"/>
                <a:gd name="connsiteX2" fmla="*/ 39088 w 78175"/>
                <a:gd name="connsiteY2" fmla="*/ 78175 h 78175"/>
                <a:gd name="connsiteX3" fmla="*/ 0 w 78175"/>
                <a:gd name="connsiteY3" fmla="*/ 39088 h 78175"/>
                <a:gd name="connsiteX4" fmla="*/ 39088 w 78175"/>
                <a:gd name="connsiteY4" fmla="*/ 0 h 7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5" h="78175">
                  <a:moveTo>
                    <a:pt x="39088" y="0"/>
                  </a:moveTo>
                  <a:cubicBezTo>
                    <a:pt x="60675" y="0"/>
                    <a:pt x="78175" y="17500"/>
                    <a:pt x="78175" y="39088"/>
                  </a:cubicBezTo>
                  <a:cubicBezTo>
                    <a:pt x="78175" y="60675"/>
                    <a:pt x="60675" y="78175"/>
                    <a:pt x="39088" y="78175"/>
                  </a:cubicBezTo>
                  <a:cubicBezTo>
                    <a:pt x="17500" y="78175"/>
                    <a:pt x="0" y="60675"/>
                    <a:pt x="0" y="39088"/>
                  </a:cubicBezTo>
                  <a:cubicBezTo>
                    <a:pt x="0" y="17500"/>
                    <a:pt x="17500" y="0"/>
                    <a:pt x="39088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83" name="Freeform: Shape 433"/>
            <p:cNvSpPr>
              <a:spLocks/>
            </p:cNvSpPr>
            <p:nvPr/>
          </p:nvSpPr>
          <p:spPr bwMode="auto">
            <a:xfrm>
              <a:off x="7649409" y="6350395"/>
              <a:ext cx="78174" cy="78174"/>
            </a:xfrm>
            <a:custGeom>
              <a:avLst/>
              <a:gdLst>
                <a:gd name="connsiteX0" fmla="*/ 39087 w 78174"/>
                <a:gd name="connsiteY0" fmla="*/ 0 h 78174"/>
                <a:gd name="connsiteX1" fmla="*/ 78174 w 78174"/>
                <a:gd name="connsiteY1" fmla="*/ 39087 h 78174"/>
                <a:gd name="connsiteX2" fmla="*/ 39087 w 78174"/>
                <a:gd name="connsiteY2" fmla="*/ 78174 h 78174"/>
                <a:gd name="connsiteX3" fmla="*/ 0 w 78174"/>
                <a:gd name="connsiteY3" fmla="*/ 39087 h 78174"/>
                <a:gd name="connsiteX4" fmla="*/ 39087 w 78174"/>
                <a:gd name="connsiteY4" fmla="*/ 0 h 7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74" h="78174">
                  <a:moveTo>
                    <a:pt x="39087" y="0"/>
                  </a:moveTo>
                  <a:cubicBezTo>
                    <a:pt x="60674" y="0"/>
                    <a:pt x="78174" y="17500"/>
                    <a:pt x="78174" y="39087"/>
                  </a:cubicBezTo>
                  <a:cubicBezTo>
                    <a:pt x="78174" y="60674"/>
                    <a:pt x="60674" y="78174"/>
                    <a:pt x="39087" y="78174"/>
                  </a:cubicBezTo>
                  <a:cubicBezTo>
                    <a:pt x="17499" y="78174"/>
                    <a:pt x="0" y="60674"/>
                    <a:pt x="0" y="39087"/>
                  </a:cubicBezTo>
                  <a:cubicBezTo>
                    <a:pt x="0" y="17500"/>
                    <a:pt x="17499" y="0"/>
                    <a:pt x="39087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32597"/>
              <a:endParaRPr lang="en-US" sz="1836">
                <a:solidFill>
                  <a:srgbClr val="000000"/>
                </a:solidFill>
                <a:latin typeface="Segoe UI"/>
              </a:endParaRPr>
            </a:p>
          </p:txBody>
        </p:sp>
      </p:grpSp>
      <p:sp>
        <p:nvSpPr>
          <p:cNvPr id="284" name="Rectangle 283"/>
          <p:cNvSpPr/>
          <p:nvPr/>
        </p:nvSpPr>
        <p:spPr>
          <a:xfrm>
            <a:off x="882" y="2024342"/>
            <a:ext cx="12434711" cy="4970183"/>
          </a:xfrm>
          <a:prstGeom prst="rect">
            <a:avLst/>
          </a:prstGeom>
          <a:solidFill>
            <a:srgbClr val="3999C6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32597">
              <a:defRPr/>
            </a:pPr>
            <a:endParaRPr lang="en-US" sz="1836" kern="0">
              <a:solidFill>
                <a:srgbClr val="FFFFFF"/>
              </a:solidFill>
              <a:latin typeface="Calibri" panose="020F0502020204030204"/>
              <a:ea typeface=""/>
              <a:cs typeface="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4294967295"/>
          </p:nvPr>
        </p:nvSpPr>
        <p:spPr>
          <a:xfrm>
            <a:off x="447685" y="2490180"/>
            <a:ext cx="2721713" cy="382308"/>
          </a:xfr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40" b="1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Global distribution</a:t>
            </a:r>
          </a:p>
        </p:txBody>
      </p:sp>
      <p:grpSp>
        <p:nvGrpSpPr>
          <p:cNvPr id="323" name="Group 322"/>
          <p:cNvGrpSpPr/>
          <p:nvPr/>
        </p:nvGrpSpPr>
        <p:grpSpPr>
          <a:xfrm>
            <a:off x="-3126" y="2526364"/>
            <a:ext cx="450812" cy="305337"/>
            <a:chOff x="6082249" y="5559189"/>
            <a:chExt cx="564210" cy="382141"/>
          </a:xfrm>
          <a:solidFill>
            <a:schemeClr val="accent2"/>
          </a:solidFill>
        </p:grpSpPr>
        <p:sp>
          <p:nvSpPr>
            <p:cNvPr id="324" name="Isosceles Triangle 31"/>
            <p:cNvSpPr/>
            <p:nvPr/>
          </p:nvSpPr>
          <p:spPr bwMode="auto">
            <a:xfrm rot="5400000">
              <a:off x="6359855" y="5654725"/>
              <a:ext cx="382140" cy="191069"/>
            </a:xfrm>
            <a:prstGeom prst="triangle">
              <a:avLst>
                <a:gd name="adj" fmla="val 49896"/>
              </a:avLst>
            </a:prstGeom>
            <a:grpFill/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6521" tIns="149217" rIns="186521" bIns="149217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51028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48" kern="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325" name="Rectangle 324"/>
            <p:cNvSpPr/>
            <p:nvPr/>
          </p:nvSpPr>
          <p:spPr bwMode="auto">
            <a:xfrm>
              <a:off x="6082249" y="5559189"/>
              <a:ext cx="373140" cy="382141"/>
            </a:xfrm>
            <a:prstGeom prst="rect">
              <a:avLst/>
            </a:prstGeom>
            <a:grpFill/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6521" tIns="149217" rIns="186521" bIns="149217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51028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2448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</p:grpSp>
      <p:sp>
        <p:nvSpPr>
          <p:cNvPr id="184" name="Content Placeholder 2"/>
          <p:cNvSpPr txBox="1">
            <a:spLocks/>
          </p:cNvSpPr>
          <p:nvPr/>
        </p:nvSpPr>
        <p:spPr>
          <a:xfrm>
            <a:off x="447685" y="3218776"/>
            <a:ext cx="3395260" cy="382308"/>
          </a:xfrm>
          <a:prstGeom prst="rect">
            <a:avLst/>
          </a:prstGeom>
        </p:spPr>
        <p:txBody>
          <a:bodyPr vert="horz" wrap="square" lIns="93260" tIns="46630" rIns="93260" bIns="4663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32597">
              <a:spcBef>
                <a:spcPts val="1020"/>
              </a:spcBef>
              <a:buNone/>
            </a:pPr>
            <a:r>
              <a:rPr lang="en-US" sz="2040" b="1">
                <a:solidFill>
                  <a:srgbClr val="FFFFFF"/>
                </a:solidFill>
                <a:latin typeface="Segoe UI" charset="0"/>
                <a:ea typeface="Segoe UI" charset="0"/>
                <a:cs typeface="Segoe UI" charset="0"/>
              </a:rPr>
              <a:t>Multi-model + multi API</a:t>
            </a:r>
          </a:p>
        </p:txBody>
      </p:sp>
      <p:grpSp>
        <p:nvGrpSpPr>
          <p:cNvPr id="185" name="Group 184"/>
          <p:cNvGrpSpPr/>
          <p:nvPr/>
        </p:nvGrpSpPr>
        <p:grpSpPr>
          <a:xfrm>
            <a:off x="-3126" y="3252560"/>
            <a:ext cx="450812" cy="305337"/>
            <a:chOff x="6082249" y="5559189"/>
            <a:chExt cx="564210" cy="382141"/>
          </a:xfrm>
          <a:solidFill>
            <a:schemeClr val="accent2"/>
          </a:solidFill>
        </p:grpSpPr>
        <p:sp>
          <p:nvSpPr>
            <p:cNvPr id="186" name="Isosceles Triangle 28"/>
            <p:cNvSpPr/>
            <p:nvPr/>
          </p:nvSpPr>
          <p:spPr bwMode="auto">
            <a:xfrm rot="5400000">
              <a:off x="6359855" y="5654725"/>
              <a:ext cx="382140" cy="191069"/>
            </a:xfrm>
            <a:prstGeom prst="triangle">
              <a:avLst>
                <a:gd name="adj" fmla="val 49896"/>
              </a:avLst>
            </a:prstGeom>
            <a:grpFill/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6521" tIns="149217" rIns="186521" bIns="149217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51028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48" kern="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87" name="Rectangle 186"/>
            <p:cNvSpPr/>
            <p:nvPr/>
          </p:nvSpPr>
          <p:spPr bwMode="auto">
            <a:xfrm>
              <a:off x="6082249" y="5559189"/>
              <a:ext cx="373140" cy="382141"/>
            </a:xfrm>
            <a:prstGeom prst="rect">
              <a:avLst/>
            </a:prstGeom>
            <a:grpFill/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6521" tIns="149217" rIns="186521" bIns="149217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51028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2448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</p:grpSp>
      <p:sp>
        <p:nvSpPr>
          <p:cNvPr id="58" name="Content Placeholder 2"/>
          <p:cNvSpPr txBox="1">
            <a:spLocks/>
          </p:cNvSpPr>
          <p:nvPr/>
        </p:nvSpPr>
        <p:spPr>
          <a:xfrm>
            <a:off x="447686" y="3945754"/>
            <a:ext cx="2418940" cy="382308"/>
          </a:xfrm>
          <a:prstGeom prst="rect">
            <a:avLst/>
          </a:prstGeom>
        </p:spPr>
        <p:txBody>
          <a:bodyPr vert="horz" wrap="square" lIns="93260" tIns="46630" rIns="93260" bIns="4663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32597">
              <a:spcBef>
                <a:spcPts val="1020"/>
              </a:spcBef>
              <a:buNone/>
            </a:pPr>
            <a:r>
              <a:rPr lang="en-US" sz="2040" b="1">
                <a:solidFill>
                  <a:srgbClr val="FFFFFF"/>
                </a:solidFill>
                <a:latin typeface="Segoe UI" charset="0"/>
                <a:ea typeface="Segoe UI" charset="0"/>
                <a:cs typeface="Segoe UI" charset="0"/>
              </a:rPr>
              <a:t>Elastic scale-out</a:t>
            </a:r>
          </a:p>
        </p:txBody>
      </p:sp>
      <p:grpSp>
        <p:nvGrpSpPr>
          <p:cNvPr id="59" name="Group 58"/>
          <p:cNvGrpSpPr/>
          <p:nvPr/>
        </p:nvGrpSpPr>
        <p:grpSpPr>
          <a:xfrm>
            <a:off x="-3126" y="3978757"/>
            <a:ext cx="450812" cy="305337"/>
            <a:chOff x="6082249" y="5559189"/>
            <a:chExt cx="564210" cy="382141"/>
          </a:xfrm>
          <a:solidFill>
            <a:schemeClr val="accent2"/>
          </a:solidFill>
        </p:grpSpPr>
        <p:sp>
          <p:nvSpPr>
            <p:cNvPr id="60" name="Isosceles Triangle 25"/>
            <p:cNvSpPr/>
            <p:nvPr/>
          </p:nvSpPr>
          <p:spPr bwMode="auto">
            <a:xfrm rot="5400000">
              <a:off x="6359855" y="5654725"/>
              <a:ext cx="382140" cy="191069"/>
            </a:xfrm>
            <a:prstGeom prst="triangle">
              <a:avLst>
                <a:gd name="adj" fmla="val 49896"/>
              </a:avLst>
            </a:prstGeom>
            <a:grpFill/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6521" tIns="149217" rIns="186521" bIns="149217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51028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48" kern="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61" name="Rectangle 60"/>
            <p:cNvSpPr/>
            <p:nvPr/>
          </p:nvSpPr>
          <p:spPr bwMode="auto">
            <a:xfrm>
              <a:off x="6082249" y="5559189"/>
              <a:ext cx="373140" cy="382141"/>
            </a:xfrm>
            <a:prstGeom prst="rect">
              <a:avLst/>
            </a:prstGeom>
            <a:grpFill/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6521" tIns="149217" rIns="186521" bIns="149217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51028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2448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</p:grpSp>
      <p:sp>
        <p:nvSpPr>
          <p:cNvPr id="25" name="Content Placeholder 2"/>
          <p:cNvSpPr txBox="1">
            <a:spLocks/>
          </p:cNvSpPr>
          <p:nvPr/>
        </p:nvSpPr>
        <p:spPr>
          <a:xfrm>
            <a:off x="447686" y="4674351"/>
            <a:ext cx="3048771" cy="382308"/>
          </a:xfrm>
          <a:prstGeom prst="rect">
            <a:avLst/>
          </a:prstGeom>
        </p:spPr>
        <p:txBody>
          <a:bodyPr vert="horz" wrap="square" lIns="93260" tIns="46630" rIns="93260" bIns="4663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32597">
              <a:spcBef>
                <a:spcPts val="1020"/>
              </a:spcBef>
              <a:buNone/>
            </a:pPr>
            <a:r>
              <a:rPr lang="en-US" sz="2040" b="1">
                <a:solidFill>
                  <a:srgbClr val="FFFFFF"/>
                </a:solidFill>
                <a:latin typeface="Segoe UI" charset="0"/>
                <a:ea typeface="Segoe UI" charset="0"/>
                <a:cs typeface="Segoe UI" charset="0"/>
              </a:rPr>
              <a:t>Choice of consistency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-3126" y="4704953"/>
            <a:ext cx="450812" cy="305337"/>
            <a:chOff x="6082249" y="5559189"/>
            <a:chExt cx="564210" cy="382141"/>
          </a:xfrm>
          <a:solidFill>
            <a:schemeClr val="accent2"/>
          </a:solidFill>
        </p:grpSpPr>
        <p:sp>
          <p:nvSpPr>
            <p:cNvPr id="27" name="Isosceles Triangle 22"/>
            <p:cNvSpPr/>
            <p:nvPr/>
          </p:nvSpPr>
          <p:spPr bwMode="auto">
            <a:xfrm rot="5400000">
              <a:off x="6359855" y="5654725"/>
              <a:ext cx="382140" cy="191069"/>
            </a:xfrm>
            <a:prstGeom prst="triangle">
              <a:avLst>
                <a:gd name="adj" fmla="val 49896"/>
              </a:avLst>
            </a:prstGeom>
            <a:grpFill/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6521" tIns="149217" rIns="186521" bIns="149217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51028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48" kern="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8" name="Rectangle 27"/>
            <p:cNvSpPr/>
            <p:nvPr/>
          </p:nvSpPr>
          <p:spPr bwMode="auto">
            <a:xfrm>
              <a:off x="6082249" y="5559189"/>
              <a:ext cx="373140" cy="382141"/>
            </a:xfrm>
            <a:prstGeom prst="rect">
              <a:avLst/>
            </a:prstGeom>
            <a:grpFill/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6521" tIns="149217" rIns="186521" bIns="149217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51028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2448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</p:grpSp>
      <p:sp>
        <p:nvSpPr>
          <p:cNvPr id="49" name="Content Placeholder 2"/>
          <p:cNvSpPr txBox="1">
            <a:spLocks/>
          </p:cNvSpPr>
          <p:nvPr/>
        </p:nvSpPr>
        <p:spPr>
          <a:xfrm>
            <a:off x="447686" y="5401327"/>
            <a:ext cx="4104427" cy="382308"/>
          </a:xfrm>
          <a:prstGeom prst="rect">
            <a:avLst/>
          </a:prstGeom>
        </p:spPr>
        <p:txBody>
          <a:bodyPr vert="horz" wrap="square" lIns="93260" tIns="46630" rIns="93260" bIns="4663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32597">
              <a:spcBef>
                <a:spcPts val="1020"/>
              </a:spcBef>
              <a:buNone/>
            </a:pPr>
            <a:r>
              <a:rPr lang="en-US" sz="2040" b="1">
                <a:solidFill>
                  <a:srgbClr val="FFFFFF"/>
                </a:solidFill>
                <a:latin typeface="Segoe UI" charset="0"/>
                <a:ea typeface="Segoe UI" charset="0"/>
                <a:cs typeface="Segoe UI" charset="0"/>
              </a:rPr>
              <a:t>Guaranteed single-digit latency</a:t>
            </a:r>
          </a:p>
        </p:txBody>
      </p:sp>
      <p:grpSp>
        <p:nvGrpSpPr>
          <p:cNvPr id="50" name="Group 49"/>
          <p:cNvGrpSpPr/>
          <p:nvPr/>
        </p:nvGrpSpPr>
        <p:grpSpPr>
          <a:xfrm>
            <a:off x="-3126" y="5431150"/>
            <a:ext cx="450812" cy="305337"/>
            <a:chOff x="6082249" y="5559189"/>
            <a:chExt cx="564210" cy="382141"/>
          </a:xfrm>
          <a:solidFill>
            <a:schemeClr val="accent2"/>
          </a:solidFill>
        </p:grpSpPr>
        <p:sp>
          <p:nvSpPr>
            <p:cNvPr id="51" name="Isosceles Triangle 22"/>
            <p:cNvSpPr/>
            <p:nvPr/>
          </p:nvSpPr>
          <p:spPr bwMode="auto">
            <a:xfrm rot="5400000">
              <a:off x="6359855" y="5654725"/>
              <a:ext cx="382140" cy="191069"/>
            </a:xfrm>
            <a:prstGeom prst="triangle">
              <a:avLst>
                <a:gd name="adj" fmla="val 49896"/>
              </a:avLst>
            </a:prstGeom>
            <a:grpFill/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6521" tIns="149217" rIns="186521" bIns="149217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51028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48" kern="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52" name="Rectangle 51"/>
            <p:cNvSpPr/>
            <p:nvPr/>
          </p:nvSpPr>
          <p:spPr bwMode="auto">
            <a:xfrm>
              <a:off x="6082249" y="5559189"/>
              <a:ext cx="373140" cy="382141"/>
            </a:xfrm>
            <a:prstGeom prst="rect">
              <a:avLst/>
            </a:prstGeom>
            <a:grpFill/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6521" tIns="149217" rIns="186521" bIns="149217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51028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2448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</p:grpSp>
      <p:sp>
        <p:nvSpPr>
          <p:cNvPr id="100" name="Content Placeholder 2"/>
          <p:cNvSpPr txBox="1">
            <a:spLocks/>
          </p:cNvSpPr>
          <p:nvPr/>
        </p:nvSpPr>
        <p:spPr>
          <a:xfrm>
            <a:off x="447686" y="6129924"/>
            <a:ext cx="2948387" cy="382308"/>
          </a:xfrm>
          <a:prstGeom prst="rect">
            <a:avLst/>
          </a:prstGeom>
        </p:spPr>
        <p:txBody>
          <a:bodyPr vert="horz" wrap="square" lIns="93260" tIns="46630" rIns="93260" bIns="4663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32597">
              <a:spcBef>
                <a:spcPts val="1020"/>
              </a:spcBef>
              <a:buNone/>
            </a:pPr>
            <a:r>
              <a:rPr lang="en-US" sz="2040" b="1">
                <a:solidFill>
                  <a:srgbClr val="FFFFFF"/>
                </a:solidFill>
                <a:latin typeface="Segoe UI" charset="0"/>
                <a:ea typeface="Segoe UI" charset="0"/>
                <a:cs typeface="Segoe UI" charset="0"/>
              </a:rPr>
              <a:t>Enterprise-level SLAs</a:t>
            </a:r>
          </a:p>
        </p:txBody>
      </p:sp>
      <p:grpSp>
        <p:nvGrpSpPr>
          <p:cNvPr id="101" name="Group 100"/>
          <p:cNvGrpSpPr/>
          <p:nvPr/>
        </p:nvGrpSpPr>
        <p:grpSpPr>
          <a:xfrm>
            <a:off x="-3126" y="6157348"/>
            <a:ext cx="450812" cy="305337"/>
            <a:chOff x="6082249" y="5559189"/>
            <a:chExt cx="564210" cy="382141"/>
          </a:xfrm>
          <a:solidFill>
            <a:schemeClr val="accent2"/>
          </a:solidFill>
        </p:grpSpPr>
        <p:sp>
          <p:nvSpPr>
            <p:cNvPr id="102" name="Isosceles Triangle 22"/>
            <p:cNvSpPr/>
            <p:nvPr/>
          </p:nvSpPr>
          <p:spPr bwMode="auto">
            <a:xfrm rot="5400000">
              <a:off x="6359855" y="5654725"/>
              <a:ext cx="382140" cy="191069"/>
            </a:xfrm>
            <a:prstGeom prst="triangle">
              <a:avLst>
                <a:gd name="adj" fmla="val 49896"/>
              </a:avLst>
            </a:prstGeom>
            <a:grpFill/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6521" tIns="149217" rIns="186521" bIns="149217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51028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48" kern="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03" name="Rectangle 102"/>
            <p:cNvSpPr/>
            <p:nvPr/>
          </p:nvSpPr>
          <p:spPr bwMode="auto">
            <a:xfrm>
              <a:off x="6082249" y="5559189"/>
              <a:ext cx="373140" cy="382141"/>
            </a:xfrm>
            <a:prstGeom prst="rect">
              <a:avLst/>
            </a:prstGeom>
            <a:grpFill/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6521" tIns="149217" rIns="186521" bIns="149217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51028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2448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2833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42C59C-3200-4532-AC71-42CAD368EE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" y="0"/>
            <a:ext cx="12434711" cy="636836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DC28AFB-73A8-4399-8A61-549855E45545}"/>
              </a:ext>
            </a:extLst>
          </p:cNvPr>
          <p:cNvSpPr/>
          <p:nvPr/>
        </p:nvSpPr>
        <p:spPr>
          <a:xfrm>
            <a:off x="207920" y="6368367"/>
            <a:ext cx="5845213" cy="3823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32597"/>
            <a:r>
              <a:rPr lang="en-US" sz="1836" dirty="0">
                <a:solidFill>
                  <a:srgbClr val="59B4D9"/>
                </a:solidFill>
                <a:latin typeface="Segoe UI"/>
              </a:rPr>
              <a:t>at </a:t>
            </a:r>
            <a:r>
              <a:rPr lang="en-US" sz="1836" dirty="0">
                <a:solidFill>
                  <a:srgbClr val="000000"/>
                </a:solidFill>
                <a:latin typeface="Segoe UI"/>
                <a:hlinkClick r:id="rId4"/>
              </a:rPr>
              <a:t>https://azure.microsoft.com/en-us/try/cosmosdb/</a:t>
            </a:r>
            <a:r>
              <a:rPr lang="en-US" sz="1836" dirty="0">
                <a:solidFill>
                  <a:srgbClr val="000000"/>
                </a:solidFill>
                <a:latin typeface="Segoe UI"/>
              </a:rPr>
              <a:t> </a:t>
            </a:r>
            <a:r>
              <a:rPr lang="en-US" sz="1836" dirty="0">
                <a:solidFill>
                  <a:srgbClr val="59B4D9"/>
                </a:solidFill>
                <a:latin typeface="Segoe UI"/>
              </a:rPr>
              <a:t> </a:t>
            </a:r>
            <a:endParaRPr lang="en-US" sz="1836" dirty="0">
              <a:solidFill>
                <a:srgbClr val="000000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874818821"/>
      </p:ext>
    </p:extLst>
  </p:cSld>
  <p:clrMapOvr>
    <a:masterClrMapping/>
  </p:clrMapOvr>
</p:sld>
</file>

<file path=ppt/theme/theme1.xml><?xml version="1.0" encoding="utf-8"?>
<a:theme xmlns:a="http://schemas.openxmlformats.org/drawingml/2006/main" name="5-50109_Microsoft_Light_Template">
  <a:themeElements>
    <a:clrScheme name="Microsoft_2017_Light">
      <a:dk1>
        <a:srgbClr val="353535"/>
      </a:dk1>
      <a:lt1>
        <a:srgbClr val="FFFFFF"/>
      </a:lt1>
      <a:dk2>
        <a:srgbClr val="D83B01"/>
      </a:dk2>
      <a:lt2>
        <a:srgbClr val="E6E6E6"/>
      </a:lt2>
      <a:accent1>
        <a:srgbClr val="D83B01"/>
      </a:accent1>
      <a:accent2>
        <a:srgbClr val="FF8C00"/>
      </a:accent2>
      <a:accent3>
        <a:srgbClr val="FFB900"/>
      </a:accent3>
      <a:accent4>
        <a:srgbClr val="0078D7"/>
      </a:accent4>
      <a:accent5>
        <a:srgbClr val="737373"/>
      </a:accent5>
      <a:accent6>
        <a:srgbClr val="D2D2D2"/>
      </a:accent6>
      <a:hlink>
        <a:srgbClr val="0078D7"/>
      </a:hlink>
      <a:folHlink>
        <a:srgbClr val="0078D7"/>
      </a:folHlink>
    </a:clrScheme>
    <a:fontScheme name="Segoe UI Light - Segoe UI Semilight">
      <a:majorFont>
        <a:latin typeface="Segoe UI Light"/>
        <a:ea typeface=""/>
        <a:cs typeface=""/>
      </a:majorFont>
      <a:minorFont>
        <a:latin typeface="Segoe UI Semilight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soft_2017_16x9_Template_v02.potx" id="{179FD42D-461C-4ECC-83FA-3001CD9477A4}" vid="{2DBE3DDC-B796-4170-A2A1-9DC75A24CB5D}"/>
    </a:ext>
  </a:extLst>
</a:theme>
</file>

<file path=ppt/theme/theme2.xml><?xml version="1.0" encoding="utf-8"?>
<a:theme xmlns:a="http://schemas.openxmlformats.org/drawingml/2006/main" name="5-50109_Microsoft_Dark_Template">
  <a:themeElements>
    <a:clrScheme name="Microsoft 2017 Dark">
      <a:dk1>
        <a:srgbClr val="353535"/>
      </a:dk1>
      <a:lt1>
        <a:srgbClr val="FFFFFF"/>
      </a:lt1>
      <a:dk2>
        <a:srgbClr val="D83B01"/>
      </a:dk2>
      <a:lt2>
        <a:srgbClr val="CDF4FF"/>
      </a:lt2>
      <a:accent1>
        <a:srgbClr val="D83B01"/>
      </a:accent1>
      <a:accent2>
        <a:srgbClr val="FF8C00"/>
      </a:accent2>
      <a:accent3>
        <a:srgbClr val="FFB900"/>
      </a:accent3>
      <a:accent4>
        <a:srgbClr val="00BCF2"/>
      </a:accent4>
      <a:accent5>
        <a:srgbClr val="D2D2D2"/>
      </a:accent5>
      <a:accent6>
        <a:srgbClr val="737373"/>
      </a:accent6>
      <a:hlink>
        <a:srgbClr val="00BCF2"/>
      </a:hlink>
      <a:folHlink>
        <a:srgbClr val="00BCF2"/>
      </a:folHlink>
    </a:clrScheme>
    <a:fontScheme name="Segoe UI Light - Segoe UI Semilight">
      <a:majorFont>
        <a:latin typeface="Segoe UI Light"/>
        <a:ea typeface=""/>
        <a:cs typeface=""/>
      </a:majorFont>
      <a:minorFont>
        <a:latin typeface="Segoe UI Semilight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soft_2017_16x9_Template_v02.potx" id="{179FD42D-461C-4ECC-83FA-3001CD9477A4}" vid="{CB36711D-8515-4621-8416-88DD13406AFB}"/>
    </a:ext>
  </a:extLst>
</a:theme>
</file>

<file path=ppt/theme/theme3.xml><?xml version="1.0" encoding="utf-8"?>
<a:theme xmlns:a="http://schemas.openxmlformats.org/drawingml/2006/main" name="1_5-50109_Microsoft_Light_Template">
  <a:themeElements>
    <a:clrScheme name="Microsoft_2017_Light">
      <a:dk1>
        <a:srgbClr val="353535"/>
      </a:dk1>
      <a:lt1>
        <a:srgbClr val="FFFFFF"/>
      </a:lt1>
      <a:dk2>
        <a:srgbClr val="D83B01"/>
      </a:dk2>
      <a:lt2>
        <a:srgbClr val="E6E6E6"/>
      </a:lt2>
      <a:accent1>
        <a:srgbClr val="D83B01"/>
      </a:accent1>
      <a:accent2>
        <a:srgbClr val="FF8C00"/>
      </a:accent2>
      <a:accent3>
        <a:srgbClr val="FFB900"/>
      </a:accent3>
      <a:accent4>
        <a:srgbClr val="0078D7"/>
      </a:accent4>
      <a:accent5>
        <a:srgbClr val="737373"/>
      </a:accent5>
      <a:accent6>
        <a:srgbClr val="D2D2D2"/>
      </a:accent6>
      <a:hlink>
        <a:srgbClr val="0078D7"/>
      </a:hlink>
      <a:folHlink>
        <a:srgbClr val="0078D7"/>
      </a:folHlink>
    </a:clrScheme>
    <a:fontScheme name="Segoe UI Light - Segoe UI Semilight">
      <a:majorFont>
        <a:latin typeface="Segoe UI Light"/>
        <a:ea typeface=""/>
        <a:cs typeface=""/>
      </a:majorFont>
      <a:minorFont>
        <a:latin typeface="Segoe UI Semilight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soft_2017_16x9_Template_v02.potx" id="{179FD42D-461C-4ECC-83FA-3001CD9477A4}" vid="{A3CD96DB-C563-4100-8C61-22392480D81A}"/>
    </a:ext>
  </a:extLst>
</a:theme>
</file>

<file path=ppt/theme/theme4.xml><?xml version="1.0" encoding="utf-8"?>
<a:theme xmlns:a="http://schemas.openxmlformats.org/drawingml/2006/main" name="2_5-50109_Microsoft_Light_Template">
  <a:themeElements>
    <a:clrScheme name="Microsoft_2017_Light">
      <a:dk1>
        <a:srgbClr val="353535"/>
      </a:dk1>
      <a:lt1>
        <a:srgbClr val="FFFFFF"/>
      </a:lt1>
      <a:dk2>
        <a:srgbClr val="D83B01"/>
      </a:dk2>
      <a:lt2>
        <a:srgbClr val="E6E6E6"/>
      </a:lt2>
      <a:accent1>
        <a:srgbClr val="D83B01"/>
      </a:accent1>
      <a:accent2>
        <a:srgbClr val="FF8C00"/>
      </a:accent2>
      <a:accent3>
        <a:srgbClr val="FFB900"/>
      </a:accent3>
      <a:accent4>
        <a:srgbClr val="0078D7"/>
      </a:accent4>
      <a:accent5>
        <a:srgbClr val="737373"/>
      </a:accent5>
      <a:accent6>
        <a:srgbClr val="D2D2D2"/>
      </a:accent6>
      <a:hlink>
        <a:srgbClr val="0078D7"/>
      </a:hlink>
      <a:folHlink>
        <a:srgbClr val="0078D7"/>
      </a:folHlink>
    </a:clrScheme>
    <a:fontScheme name="Segoe UI Light - Segoe UI Semilight">
      <a:majorFont>
        <a:latin typeface="Segoe UI Light"/>
        <a:ea typeface=""/>
        <a:cs typeface=""/>
      </a:majorFont>
      <a:minorFont>
        <a:latin typeface="Segoe UI Semilight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soft_2017_16x9_Template.potx" id="{2A99AE01-A11F-4F2C-9BCC-4E42F4CE769C}" vid="{42DFBAD3-C25F-4FC8-963A-1F73730D7E5C}"/>
    </a:ext>
  </a:extLst>
</a:theme>
</file>

<file path=ppt/theme/theme5.xml><?xml version="1.0" encoding="utf-8"?>
<a:theme xmlns:a="http://schemas.openxmlformats.org/drawingml/2006/main" name="Office Theme">
  <a:themeElements>
    <a:clrScheme name="Custom 7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B4D9"/>
      </a:accent1>
      <a:accent2>
        <a:srgbClr val="BAD80A"/>
      </a:accent2>
      <a:accent3>
        <a:srgbClr val="3999C6"/>
      </a:accent3>
      <a:accent4>
        <a:srgbClr val="7FBA00"/>
      </a:accent4>
      <a:accent5>
        <a:srgbClr val="379AC7"/>
      </a:accent5>
      <a:accent6>
        <a:srgbClr val="70AD47"/>
      </a:accent6>
      <a:hlink>
        <a:srgbClr val="7FBA00"/>
      </a:hlink>
      <a:folHlink>
        <a:srgbClr val="B8D43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PresentationsDoc" ma:contentTypeID="0x010100A584695755FE764EB25B07353E74077C00D779C3CEF1177A4F8B41F96DF87A1F66" ma:contentTypeVersion="27" ma:contentTypeDescription="" ma:contentTypeScope="" ma:versionID="8641f81e7643323f4894ad5cfb9fb0f3">
  <xsd:schema xmlns:xsd="http://www.w3.org/2001/XMLSchema" xmlns:xs="http://www.w3.org/2001/XMLSchema" xmlns:p="http://schemas.microsoft.com/office/2006/metadata/properties" xmlns:ns1="http://schemas.microsoft.com/sharepoint/v3" xmlns:ns2="04e01bb1-6d80-42e9-ae53-416b1e8aa845" xmlns:ns3="230e9df3-be65-4c73-a93b-d1236ebd677e" xmlns:ns5="e889e55c-35cf-43c7-aaf4-cf2500919dd8" targetNamespace="http://schemas.microsoft.com/office/2006/metadata/properties" ma:root="true" ma:fieldsID="cfa393de6d5a52634dd4113eb929c878" ns1:_="" ns2:_="" ns3:_="" ns5:_="">
    <xsd:import namespace="http://schemas.microsoft.com/sharepoint/v3"/>
    <xsd:import namespace="04e01bb1-6d80-42e9-ae53-416b1e8aa845"/>
    <xsd:import namespace="230e9df3-be65-4c73-a93b-d1236ebd677e"/>
    <xsd:import namespace="e889e55c-35cf-43c7-aaf4-cf2500919dd8"/>
    <xsd:element name="properties">
      <xsd:complexType>
        <xsd:sequence>
          <xsd:element name="documentManagement">
            <xsd:complexType>
              <xsd:all>
                <xsd:element ref="ns2:e349cd3f156b4e7d8653c9cd4f2d8fb4" minOccurs="0"/>
                <xsd:element ref="ns3:TaxCatchAll" minOccurs="0"/>
                <xsd:element ref="ns3:TaxCatchAllLabel" minOccurs="0"/>
                <xsd:element ref="ns2:g60601ae6c3e4c409eb6a70077dda16d" minOccurs="0"/>
                <xsd:element ref="ns2:l61c8586195b4657a1f710a539f9bc3a" minOccurs="0"/>
                <xsd:element ref="ns2:Event_x0020_Start_x0020_Date" minOccurs="0"/>
                <xsd:element ref="ns2:Event_x0020_End_x0020_Date" minOccurs="0"/>
                <xsd:element ref="ns2:Presentation_x0020_Date" minOccurs="0"/>
                <xsd:element ref="ns2:MS_x0020_Speaker" minOccurs="0"/>
                <xsd:element ref="ns2:External_x0020_Speaker" minOccurs="0"/>
                <xsd:element ref="ns2:e6bd9c8ce3ed4fe68161c78952f36fbc" minOccurs="0"/>
                <xsd:element ref="ns2:c2f1b796fca04ddbb48af271e99c8750" minOccurs="0"/>
                <xsd:element ref="ns2:Session_x0020_Code" minOccurs="0"/>
                <xsd:element ref="ns2:MS_x0020_Content_x0020_Owner" minOccurs="0"/>
                <xsd:element ref="ns2:a645af38eebb4a1ea4744f163c56ea26" minOccurs="0"/>
                <xsd:element ref="ns2:fb4e50409e3b4517bb965b3c7125e153" minOccurs="0"/>
                <xsd:element ref="ns1:AverageRating" minOccurs="0"/>
                <xsd:element ref="ns1:RatingCount" minOccurs="0"/>
                <xsd:element ref="ns1:LikesCount" minOccurs="0"/>
                <xsd:element ref="ns3:TaxKeywordTaxHTField" minOccurs="0"/>
                <xsd:element ref="ns2:SharedWithUsers" minOccurs="0"/>
                <xsd:element ref="ns2:SharedWithDetails" minOccurs="0"/>
                <xsd:element ref="ns5:_x0062_bc8" minOccurs="0"/>
                <xsd:element ref="ns2:LastSharedByUser" minOccurs="0"/>
                <xsd:element ref="ns2:LastSharedByTime" minOccurs="0"/>
                <xsd:element ref="ns5:MediaServiceMetadata" minOccurs="0"/>
                <xsd:element ref="ns5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AverageRating" ma:index="31" nillable="true" ma:displayName="Rating (0-5)" ma:decimals="2" ma:description="Average value of all the ratings that have been submitted" ma:internalName="AverageRating" ma:readOnly="true">
      <xsd:simpleType>
        <xsd:restriction base="dms:Number"/>
      </xsd:simpleType>
    </xsd:element>
    <xsd:element name="RatingCount" ma:index="32" nillable="true" ma:displayName="Number of Ratings" ma:decimals="0" ma:description="Number of ratings submitted" ma:internalName="RatingCount" ma:readOnly="true">
      <xsd:simpleType>
        <xsd:restriction base="dms:Number"/>
      </xsd:simpleType>
    </xsd:element>
    <xsd:element name="LikesCount" ma:index="33" nillable="true" ma:displayName="Number of Likes" ma:internalName="LikesCount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e01bb1-6d80-42e9-ae53-416b1e8aa845" elementFormDefault="qualified">
    <xsd:import namespace="http://schemas.microsoft.com/office/2006/documentManagement/types"/>
    <xsd:import namespace="http://schemas.microsoft.com/office/infopath/2007/PartnerControls"/>
    <xsd:element name="e349cd3f156b4e7d8653c9cd4f2d8fb4" ma:index="8" nillable="true" ma:taxonomy="true" ma:internalName="e349cd3f156b4e7d8653c9cd4f2d8fb4" ma:taxonomyFieldName="Event_x0020_Name" ma:displayName="Event Name" ma:default="" ma:fieldId="{e349cd3f-156b-4e7d-8653-c9cd4f2d8fb4}" ma:sspId="e385fb40-52d4-4fae-9c5b-3e8ff8a5878e" ma:termSetId="32cfb7b5-aebe-4989-95ed-0d5619f5d6c0" ma:anchorId="eaa4d92a-3824-4a49-92be-7ef169e4e325" ma:open="false" ma:isKeyword="false">
      <xsd:complexType>
        <xsd:sequence>
          <xsd:element ref="pc:Terms" minOccurs="0" maxOccurs="1"/>
        </xsd:sequence>
      </xsd:complexType>
    </xsd:element>
    <xsd:element name="g60601ae6c3e4c409eb6a70077dda16d" ma:index="12" nillable="true" ma:taxonomy="true" ma:internalName="g60601ae6c3e4c409eb6a70077dda16d" ma:taxonomyFieldName="Event_x0020_Location" ma:displayName="Event Location" ma:default="" ma:fieldId="{060601ae-6c3e-4c40-9eb6-a70077dda16d}" ma:sspId="e385fb40-52d4-4fae-9c5b-3e8ff8a5878e" ma:termSetId="ff02addd-433e-4baa-a831-22be402789d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l61c8586195b4657a1f710a539f9bc3a" ma:index="14" nillable="true" ma:taxonomy="true" ma:internalName="l61c8586195b4657a1f710a539f9bc3a" ma:taxonomyFieldName="Event_x0020_Venue" ma:displayName="Event Venue" ma:default="" ma:fieldId="{561c8586-195b-4657-a1f7-10a539f9bc3a}" ma:sspId="e385fb40-52d4-4fae-9c5b-3e8ff8a5878e" ma:termSetId="ff02addd-433e-4baa-a831-22be402789db" ma:anchorId="d989be80-0593-11e1-be50-0800200c9a66" ma:open="false" ma:isKeyword="false">
      <xsd:complexType>
        <xsd:sequence>
          <xsd:element ref="pc:Terms" minOccurs="0" maxOccurs="1"/>
        </xsd:sequence>
      </xsd:complexType>
    </xsd:element>
    <xsd:element name="Event_x0020_Start_x0020_Date" ma:index="16" nillable="true" ma:displayName="Event Start Date" ma:format="DateOnly" ma:internalName="Event_x0020_Start_x0020_Date">
      <xsd:simpleType>
        <xsd:restriction base="dms:DateTime"/>
      </xsd:simpleType>
    </xsd:element>
    <xsd:element name="Event_x0020_End_x0020_Date" ma:index="17" nillable="true" ma:displayName="Event End Date" ma:format="DateOnly" ma:internalName="Event_x0020_End_x0020_Date">
      <xsd:simpleType>
        <xsd:restriction base="dms:DateTime"/>
      </xsd:simpleType>
    </xsd:element>
    <xsd:element name="Presentation_x0020_Date" ma:index="18" nillable="true" ma:displayName="Presentation Date" ma:format="DateOnly" ma:internalName="Presentation_x0020_Date">
      <xsd:simpleType>
        <xsd:restriction base="dms:DateTime"/>
      </xsd:simpleType>
    </xsd:element>
    <xsd:element name="MS_x0020_Speaker" ma:index="19" nillable="true" ma:displayName="MS Speaker" ma:list="UserInfo" ma:SharePointGroup="0" ma:internalName="MS_x0020_Speaker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xternal_x0020_Speaker" ma:index="20" nillable="true" ma:displayName="External Speaker" ma:internalName="External_x0020_Speaker">
      <xsd:simpleType>
        <xsd:restriction base="dms:Text">
          <xsd:maxLength value="255"/>
        </xsd:restriction>
      </xsd:simpleType>
    </xsd:element>
    <xsd:element name="e6bd9c8ce3ed4fe68161c78952f36fbc" ma:index="21" nillable="true" ma:taxonomy="true" ma:internalName="e6bd9c8ce3ed4fe68161c78952f36fbc" ma:taxonomyFieldName="Product" ma:displayName="Product" ma:default="" ma:fieldId="{e6bd9c8c-e3ed-4fe6-8161-c78952f36fbc}" ma:taxonomyMulti="true" ma:sspId="e385fb40-52d4-4fae-9c5b-3e8ff8a5878e" ma:termSetId="e8298524-23d5-441d-8e61-21bed1c2c47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c2f1b796fca04ddbb48af271e99c8750" ma:index="23" nillable="true" ma:taxonomy="true" ma:internalName="c2f1b796fca04ddbb48af271e99c8750" ma:taxonomyFieldName="Campaign" ma:displayName="Campaign" ma:default="" ma:fieldId="{c2f1b796-fca0-4ddb-b48a-f271e99c8750}" ma:taxonomyMulti="true" ma:sspId="e385fb40-52d4-4fae-9c5b-3e8ff8a5878e" ma:termSetId="eb6054b1-3a98-4c79-97b4-d20150dd266e" ma:anchorId="a7bf803d-fc4f-4bb4-903c-88e76437cc17" ma:open="false" ma:isKeyword="false">
      <xsd:complexType>
        <xsd:sequence>
          <xsd:element ref="pc:Terms" minOccurs="0" maxOccurs="1"/>
        </xsd:sequence>
      </xsd:complexType>
    </xsd:element>
    <xsd:element name="Session_x0020_Code" ma:index="25" nillable="true" ma:displayName="Session Code" ma:internalName="Session_x0020_Code">
      <xsd:simpleType>
        <xsd:restriction base="dms:Text">
          <xsd:maxLength value="255"/>
        </xsd:restriction>
      </xsd:simpleType>
    </xsd:element>
    <xsd:element name="MS_x0020_Content_x0020_Owner" ma:index="26" nillable="true" ma:displayName="MS Content Owner" ma:list="UserInfo" ma:SharePointGroup="0" ma:internalName="MS_x0020_Content_x0020_Owner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645af38eebb4a1ea4744f163c56ea26" ma:index="27" nillable="true" ma:taxonomy="true" ma:internalName="a645af38eebb4a1ea4744f163c56ea26" ma:taxonomyFieldName="Track" ma:displayName="Track" ma:default="" ma:fieldId="{a645af38-eebb-4a1e-a474-4f163c56ea26}" ma:sspId="e385fb40-52d4-4fae-9c5b-3e8ff8a5878e" ma:termSetId="c41d04fa-0c93-454c-bbda-19a0dbc9ce57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fb4e50409e3b4517bb965b3c7125e153" ma:index="29" nillable="true" ma:taxonomy="true" ma:internalName="fb4e50409e3b4517bb965b3c7125e153" ma:taxonomyFieldName="Audience1" ma:displayName="Audience" ma:default="" ma:fieldId="{fb4e5040-9e3b-4517-bb96-5b3c7125e153}" ma:taxonomyMulti="true" ma:sspId="e385fb40-52d4-4fae-9c5b-3e8ff8a5878e" ma:termSetId="02c0b350-7782-44ed-b079-a5ef0c1b9fe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aredWithUsers" ma:index="37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38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40" nillable="true" ma:displayName="Last Shared By User" ma:description="" ma:hidden="true" ma:internalName="LastSharedByUser" ma:readOnly="true">
      <xsd:simpleType>
        <xsd:restriction base="dms:Note"/>
      </xsd:simpleType>
    </xsd:element>
    <xsd:element name="LastSharedByTime" ma:index="41" nillable="true" ma:displayName="Last Shared By Time" ma:description="" ma:hidden="true" ma:internalName="LastSharedBy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9" nillable="true" ma:displayName="Taxonomy Catch All Column" ma:description="" ma:hidden="true" ma:list="{8508df36-a784-4474-b4a6-3a99ee8c8b37}" ma:internalName="TaxCatchAll" ma:showField="CatchAllData" ma:web="04e01bb1-6d80-42e9-ae53-416b1e8aa84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0" nillable="true" ma:displayName="Taxonomy Catch All Column1" ma:description="" ma:hidden="true" ma:list="{8508df36-a784-4474-b4a6-3a99ee8c8b37}" ma:internalName="TaxCatchAllLabel" ma:readOnly="true" ma:showField="CatchAllDataLabel" ma:web="04e01bb1-6d80-42e9-ae53-416b1e8aa84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KeywordTaxHTField" ma:index="35" nillable="true" ma:taxonomy="true" ma:internalName="TaxKeywordTaxHTField" ma:taxonomyFieldName="TaxKeyword" ma:displayName="Enterprise Keywords" ma:fieldId="{23f27201-bee3-471e-b2e7-b64fd8b7ca38}" ma:taxonomyMulti="true" ma:sspId="e385fb40-52d4-4fae-9c5b-3e8ff8a5878e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89e55c-35cf-43c7-aaf4-cf2500919dd8" elementFormDefault="qualified">
    <xsd:import namespace="http://schemas.microsoft.com/office/2006/documentManagement/types"/>
    <xsd:import namespace="http://schemas.microsoft.com/office/infopath/2007/PartnerControls"/>
    <xsd:element name="_x0062_bc8" ma:index="39" nillable="true" ma:displayName="Person or Group" ma:list="UserInfo" ma:internalName="_x0062_bc8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diaServiceMetadata" ma:index="42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43" nillable="true" ma:displayName="MediaServiceFastMetadata" ma:description="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 ma:index="34" ma:displayName="Keywords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ession_x0020_Code xmlns="04e01bb1-6d80-42e9-ae53-416b1e8aa845">BRK3110</Session_x0020_Code>
    <LikesCount xmlns="http://schemas.microsoft.com/sharepoint/v3" xsi:nil="true"/>
    <_x0062_bc8 xmlns="e889e55c-35cf-43c7-aaf4-cf2500919dd8">
      <UserInfo>
        <DisplayName/>
        <AccountId xsi:nil="true"/>
        <AccountType/>
      </UserInfo>
    </_x0062_bc8>
    <External_x0020_Speaker xmlns="04e01bb1-6d80-42e9-ae53-416b1e8aa845">Siddhesh Vethe</External_x0020_Speaker>
    <fb4e50409e3b4517bb965b3c7125e153 xmlns="04e01bb1-6d80-42e9-ae53-416b1e8aa845">
      <Terms xmlns="http://schemas.microsoft.com/office/infopath/2007/PartnerControls"/>
    </fb4e50409e3b4517bb965b3c7125e153>
    <MS_x0020_Content_x0020_Owner xmlns="04e01bb1-6d80-42e9-ae53-416b1e8aa845">
      <UserInfo>
        <DisplayName/>
        <AccountId xsi:nil="true"/>
        <AccountType/>
      </UserInfo>
    </MS_x0020_Content_x0020_Owner>
    <l61c8586195b4657a1f710a539f9bc3a xmlns="04e01bb1-6d80-42e9-ae53-416b1e8aa845">
      <Terms xmlns="http://schemas.microsoft.com/office/infopath/2007/PartnerControls">
        <TermInfo xmlns="http://schemas.microsoft.com/office/infopath/2007/PartnerControls">
          <TermName xmlns="http://schemas.microsoft.com/office/infopath/2007/PartnerControls">Orange County Convention Center</TermName>
          <TermId xmlns="http://schemas.microsoft.com/office/infopath/2007/PartnerControls">bd993e89-aa48-4695-84e0-3b53e88b1a79</TermId>
        </TermInfo>
      </Terms>
    </l61c8586195b4657a1f710a539f9bc3a>
    <a645af38eebb4a1ea4744f163c56ea26 xmlns="04e01bb1-6d80-42e9-ae53-416b1e8aa845">
      <Terms xmlns="http://schemas.microsoft.com/office/infopath/2007/PartnerControls"/>
    </a645af38eebb4a1ea4744f163c56ea26>
    <g60601ae6c3e4c409eb6a70077dda16d xmlns="04e01bb1-6d80-42e9-ae53-416b1e8aa845">
      <Terms xmlns="http://schemas.microsoft.com/office/infopath/2007/PartnerControls">
        <TermInfo xmlns="http://schemas.microsoft.com/office/infopath/2007/PartnerControls">
          <TermName xmlns="http://schemas.microsoft.com/office/infopath/2007/PartnerControls">Orlando</TermName>
          <TermId xmlns="http://schemas.microsoft.com/office/infopath/2007/PartnerControls">8cc4ed56-1866-4501-a22c-89aafde6f59b</TermId>
        </TermInfo>
      </Terms>
    </g60601ae6c3e4c409eb6a70077dda16d>
    <e6bd9c8ce3ed4fe68161c78952f36fbc xmlns="04e01bb1-6d80-42e9-ae53-416b1e8aa845">
      <Terms xmlns="http://schemas.microsoft.com/office/infopath/2007/PartnerControls"/>
    </e6bd9c8ce3ed4fe68161c78952f36fbc>
    <MS_x0020_Speaker xmlns="04e01bb1-6d80-42e9-ae53-416b1e8aa845">
      <UserInfo>
        <DisplayName/>
        <AccountId xsi:nil="true"/>
        <AccountType/>
      </UserInfo>
    </MS_x0020_Speaker>
    <Presentation_x0020_Date xmlns="04e01bb1-6d80-42e9-ae53-416b1e8aa845" xsi:nil="true"/>
    <Event_x0020_Start_x0020_Date xmlns="04e01bb1-6d80-42e9-ae53-416b1e8aa845">2017-09-23T04:00:00+00:00</Event_x0020_Start_x0020_Date>
    <TaxKeywordTaxHTField xmlns="230e9df3-be65-4c73-a93b-d1236ebd677e">
      <Terms xmlns="http://schemas.microsoft.com/office/infopath/2007/PartnerControls">
        <TermInfo xmlns="http://schemas.microsoft.com/office/infopath/2007/PartnerControls">
          <TermName xmlns="http://schemas.microsoft.com/office/infopath/2007/PartnerControls">Microsoft Ignite 2017</TermName>
          <TermId xmlns="http://schemas.microsoft.com/office/infopath/2007/PartnerControls">21d30605-03f6-4b08-a63a-5a553eb19f84</TermId>
        </TermInfo>
      </Terms>
    </TaxKeywordTaxHTField>
    <e349cd3f156b4e7d8653c9cd4f2d8fb4 xmlns="04e01bb1-6d80-42e9-ae53-416b1e8aa845">
      <Terms xmlns="http://schemas.microsoft.com/office/infopath/2007/PartnerControls">
        <TermInfo xmlns="http://schemas.microsoft.com/office/infopath/2007/PartnerControls">
          <TermName xmlns="http://schemas.microsoft.com/office/infopath/2007/PartnerControls">Ignite 2017</TermName>
          <TermId xmlns="http://schemas.microsoft.com/office/infopath/2007/PartnerControls">9323c522-fe4b-4922-816b-10a1920d7afb</TermId>
        </TermInfo>
      </Terms>
    </e349cd3f156b4e7d8653c9cd4f2d8fb4>
    <TaxCatchAll xmlns="230e9df3-be65-4c73-a93b-d1236ebd677e">
      <Value>55</Value>
      <Value>54</Value>
      <Value>53</Value>
      <Value>16</Value>
    </TaxCatchAll>
    <Event_x0020_End_x0020_Date xmlns="04e01bb1-6d80-42e9-ae53-416b1e8aa845">2017-09-30T04:00:00+00:00</Event_x0020_End_x0020_Date>
    <c2f1b796fca04ddbb48af271e99c8750 xmlns="04e01bb1-6d80-42e9-ae53-416b1e8aa845">
      <Terms xmlns="http://schemas.microsoft.com/office/infopath/2007/PartnerControls"/>
    </c2f1b796fca04ddbb48af271e99c8750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32F11E6-5A70-45F1-A1F4-684775A6869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04e01bb1-6d80-42e9-ae53-416b1e8aa845"/>
    <ds:schemaRef ds:uri="230e9df3-be65-4c73-a93b-d1236ebd677e"/>
    <ds:schemaRef ds:uri="e889e55c-35cf-43c7-aaf4-cf2500919dd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990F116-B58F-4255-B05B-DA3808E0E5C6}">
  <ds:schemaRefs>
    <ds:schemaRef ds:uri="http://schemas.microsoft.com/office/2006/metadata/properties"/>
    <ds:schemaRef ds:uri="http://schemas.microsoft.com/office/infopath/2007/PartnerControls"/>
    <ds:schemaRef ds:uri="04e01bb1-6d80-42e9-ae53-416b1e8aa845"/>
    <ds:schemaRef ds:uri="http://schemas.microsoft.com/sharepoint/v3"/>
    <ds:schemaRef ds:uri="e889e55c-35cf-43c7-aaf4-cf2500919dd8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758FDAC0-319D-4A54-8D8E-1D42CB1F800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Microsoft_2017_16x9_Template_v02</Template>
  <TotalTime>9</TotalTime>
  <Words>94</Words>
  <Application>Microsoft Macintosh PowerPoint</Application>
  <PresentationFormat>Custom</PresentationFormat>
  <Paragraphs>17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4</vt:i4>
      </vt:variant>
    </vt:vector>
  </HeadingPairs>
  <TitlesOfParts>
    <vt:vector size="16" baseType="lpstr">
      <vt:lpstr>Arial</vt:lpstr>
      <vt:lpstr>Calibri</vt:lpstr>
      <vt:lpstr>Consolas</vt:lpstr>
      <vt:lpstr>Segoe UI</vt:lpstr>
      <vt:lpstr>Segoe UI Light</vt:lpstr>
      <vt:lpstr>Segoe UI Semilight</vt:lpstr>
      <vt:lpstr>Wingdings</vt:lpstr>
      <vt:lpstr>5-50109_Microsoft_Light_Template</vt:lpstr>
      <vt:lpstr>5-50109_Microsoft_Dark_Template</vt:lpstr>
      <vt:lpstr>1_5-50109_Microsoft_Light_Template</vt:lpstr>
      <vt:lpstr>2_5-50109_Microsoft_Light_Template</vt:lpstr>
      <vt:lpstr>Office Theme</vt:lpstr>
      <vt:lpstr>EF Core 3 Azure Cosmos DB Provider</vt:lpstr>
      <vt:lpstr>Put your data where your users are </vt:lpstr>
      <vt:lpstr>Introducing Azure Cosmos DB A globally distributed, massively scalable, multi-model database service</vt:lpstr>
      <vt:lpstr>PowerPoint Presentation</vt:lpstr>
    </vt:vector>
  </TitlesOfParts>
  <Manager/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Globally distributed, secure MongoDB with Azure Cosmos DB</dc:title>
  <dc:subject>&lt;Speech title here&gt;</dc:subject>
  <dc:creator>MS Events 0113</dc:creator>
  <cp:keywords>Microsoft Ignite 2017</cp:keywords>
  <dc:description>Template: Mitchell Derrey, Silver Fox Productions_x000d_
Formatting: _x000d_
Audience Type:</dc:description>
  <cp:lastModifiedBy>Medhat Elmasry</cp:lastModifiedBy>
  <cp:revision>3</cp:revision>
  <dcterms:created xsi:type="dcterms:W3CDTF">2017-09-27T13:20:28Z</dcterms:created>
  <dcterms:modified xsi:type="dcterms:W3CDTF">2020-02-13T00:20:04Z</dcterms:modified>
  <cp:category>Microsoft Ignite 2017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0x010100A584695755FE764EB25B07353E74077C00D779C3CEF1177A4F8B41F96DF87A1F66</vt:lpwstr>
  </property>
  <property fmtid="{D5CDD505-2E9C-101B-9397-08002B2CF9AE}" pid="3" name="Product">
    <vt:lpwstr/>
  </property>
  <property fmtid="{D5CDD505-2E9C-101B-9397-08002B2CF9AE}" pid="4" name="Event1">
    <vt:lpwstr>622;#Unassigned|2c8af875-f38a-40b8-a0a9-056aed3fc8c0</vt:lpwstr>
  </property>
  <property fmtid="{D5CDD505-2E9C-101B-9397-08002B2CF9AE}" pid="5" name="Audience">
    <vt:lpwstr/>
  </property>
  <property fmtid="{D5CDD505-2E9C-101B-9397-08002B2CF9AE}" pid="6" name="Event Venue">
    <vt:lpwstr>55;#Orange County Convention Center|bd993e89-aa48-4695-84e0-3b53e88b1a79</vt:lpwstr>
  </property>
  <property fmtid="{D5CDD505-2E9C-101B-9397-08002B2CF9AE}" pid="7" name="Track">
    <vt:lpwstr/>
  </property>
  <property fmtid="{D5CDD505-2E9C-101B-9397-08002B2CF9AE}" pid="8" name="Event Location">
    <vt:lpwstr>54;#Orlando|8cc4ed56-1866-4501-a22c-89aafde6f59b</vt:lpwstr>
  </property>
  <property fmtid="{D5CDD505-2E9C-101B-9397-08002B2CF9AE}" pid="9" name="Campaign">
    <vt:lpwstr/>
  </property>
  <property fmtid="{D5CDD505-2E9C-101B-9397-08002B2CF9AE}" pid="10" name="IsMyDocuments">
    <vt:bool>true</vt:bool>
  </property>
  <property fmtid="{D5CDD505-2E9C-101B-9397-08002B2CF9AE}" pid="11" name="TaxKeyword">
    <vt:lpwstr>53;#Microsoft Ignite 2017|21d30605-03f6-4b08-a63a-5a553eb19f84</vt:lpwstr>
  </property>
  <property fmtid="{D5CDD505-2E9C-101B-9397-08002B2CF9AE}" pid="12" name="Audience1">
    <vt:lpwstr/>
  </property>
  <property fmtid="{D5CDD505-2E9C-101B-9397-08002B2CF9AE}" pid="13" name="Event Name">
    <vt:lpwstr>16;#Microsoft Ignite|9323c522-fe4b-4922-816b-10a1920d7afb</vt:lpwstr>
  </property>
</Properties>
</file>